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authors.xml" ContentType="application/vnd.ms-powerpoint.authors+xml"/>
  <Override PartName="/ppt/changesInfos/changesInfo1.xml" ContentType="application/vnd.ms-powerpoint.changesinfo+xml"/>
  <Override PartName="/ppt/media/image1.svg" ContentType="image/svg+xml"/>
  <Override PartName="/ppt/media/image12.svg" ContentType="image/svg+xml"/>
  <Override PartName="/ppt/media/image13.svg" ContentType="image/svg+xml"/>
  <Override PartName="/ppt/media/image14.svg" ContentType="image/svg+xml"/>
  <Override PartName="/ppt/media/image15.svg" ContentType="image/svg+xml"/>
  <Override PartName="/ppt/media/image17.svg" ContentType="image/svg+xml"/>
  <Override PartName="/ppt/media/image18.svg" ContentType="image/svg+xml"/>
  <Override PartName="/ppt/media/image19.svg" ContentType="image/svg+xml"/>
  <Override PartName="/ppt/media/image2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media/image8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3" r:id="rId2"/>
  </p:sldMasterIdLst>
  <p:notesMasterIdLst>
    <p:notesMasterId r:id="rId13"/>
  </p:notesMasterIdLst>
  <p:sldIdLst>
    <p:sldId id="390" r:id="rId3"/>
    <p:sldId id="2147483462" r:id="rId4"/>
    <p:sldId id="2147483471" r:id="rId5"/>
    <p:sldId id="2147483466" r:id="rId6"/>
    <p:sldId id="2147483464" r:id="rId7"/>
    <p:sldId id="2147483465" r:id="rId8"/>
    <p:sldId id="2147483467" r:id="rId9"/>
    <p:sldId id="2147483472" r:id="rId10"/>
    <p:sldId id="2147483468" r:id="rId11"/>
    <p:sldId id="214748346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300F210-5C89-FBC5-1BDE-58988F8113C8}" name="Burkhalter, Curtis" initials="" userId="S::curtis.burkhalter@hp.com::61aabafc-e9f7-40e1-a918-2d21e5c5a12c" providerId="AD"/>
  <p188:author id="{F8DA6230-02D8-CC98-8AD6-78454BA9582D}" name="Amber Huffer" initials="AH" userId="S::amber.huffer@wundermanthompson.com::8651c0f5-c0b0-46da-b940-cebad0babbce" providerId="AD"/>
  <p188:author id="{9A302A42-5CB6-23DD-03BA-0D09E4F4C59D}" name="Tezenas Du Montcel, Cecile" initials="CT" userId="S::cecile.tezenas-du-montcel@hp.com::817b1e8c-c506-4b38-8903-c97e3d1bdae8" providerId="AD"/>
  <p188:author id="{1BBAF9C8-C5AE-BD99-DE95-B1A1DBBB55FD}" name="Gosalvez, Jorge Rick" initials="GJ" userId="S::rick.gosalvez@hp.com::4be3c511-153c-49eb-ae85-bc8fead12411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12214B4-F485-43E4-9424-778AF499DD70}" v="2" dt="2026-05-12T16:21:40.2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43"/>
    <p:restoredTop sz="94658"/>
  </p:normalViewPr>
  <p:slideViewPr>
    <p:cSldViewPr snapToGrid="0">
      <p:cViewPr varScale="1">
        <p:scale>
          <a:sx n="142" d="100"/>
          <a:sy n="142" d="100"/>
        </p:scale>
        <p:origin x="588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microsoft.com/office/2016/11/relationships/changesInfo" Target="changesInfos/changesInfo1.xml"/><Relationship Id="rId19" Type="http://schemas.microsoft.com/office/2015/10/relationships/revisionInfo" Target="revisionInfo.xml"/><Relationship Id="rId20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urkhalter, Curtis" userId="61aabafc-e9f7-40e1-a918-2d21e5c5a12c" providerId="ADAL" clId="{CA1B045F-A9BB-455B-91C9-825E53CD6026}"/>
    <pc:docChg chg="addSld modSld sldOrd">
      <pc:chgData name="Burkhalter, Curtis" userId="61aabafc-e9f7-40e1-a918-2d21e5c5a12c" providerId="ADAL" clId="{CA1B045F-A9BB-455B-91C9-825E53CD6026}" dt="2026-05-13T15:30:45.816" v="66" actId="20577"/>
      <pc:docMkLst>
        <pc:docMk/>
      </pc:docMkLst>
      <pc:sldChg chg="modSp mod">
        <pc:chgData name="Burkhalter, Curtis" userId="61aabafc-e9f7-40e1-a918-2d21e5c5a12c" providerId="ADAL" clId="{CA1B045F-A9BB-455B-91C9-825E53CD6026}" dt="2026-05-11T21:35:03.213" v="45" actId="20577"/>
        <pc:sldMkLst>
          <pc:docMk/>
          <pc:sldMk cId="3842720317" sldId="2147483466"/>
        </pc:sldMkLst>
        <pc:spChg chg="mod">
          <ac:chgData name="Burkhalter, Curtis" userId="61aabafc-e9f7-40e1-a918-2d21e5c5a12c" providerId="ADAL" clId="{CA1B045F-A9BB-455B-91C9-825E53CD6026}" dt="2026-05-11T21:35:03.213" v="45" actId="20577"/>
          <ac:spMkLst>
            <pc:docMk/>
            <pc:sldMk cId="3842720317" sldId="2147483466"/>
            <ac:spMk id="5" creationId="{0AAC080F-EE7F-CA78-E9B7-2BC69C185BB6}"/>
          </ac:spMkLst>
        </pc:spChg>
      </pc:sldChg>
      <pc:sldChg chg="modSp mod">
        <pc:chgData name="Burkhalter, Curtis" userId="61aabafc-e9f7-40e1-a918-2d21e5c5a12c" providerId="ADAL" clId="{CA1B045F-A9BB-455B-91C9-825E53CD6026}" dt="2026-05-13T15:30:45.816" v="66" actId="20577"/>
        <pc:sldMkLst>
          <pc:docMk/>
          <pc:sldMk cId="1220308468" sldId="2147483467"/>
        </pc:sldMkLst>
        <pc:spChg chg="mod">
          <ac:chgData name="Burkhalter, Curtis" userId="61aabafc-e9f7-40e1-a918-2d21e5c5a12c" providerId="ADAL" clId="{CA1B045F-A9BB-455B-91C9-825E53CD6026}" dt="2026-05-13T15:30:45.816" v="66" actId="20577"/>
          <ac:spMkLst>
            <pc:docMk/>
            <pc:sldMk cId="1220308468" sldId="2147483467"/>
            <ac:spMk id="9" creationId="{534217D0-0783-CC58-A7B1-581F4B891EDC}"/>
          </ac:spMkLst>
        </pc:spChg>
      </pc:sldChg>
      <pc:sldChg chg="modSp mod">
        <pc:chgData name="Burkhalter, Curtis" userId="61aabafc-e9f7-40e1-a918-2d21e5c5a12c" providerId="ADAL" clId="{CA1B045F-A9BB-455B-91C9-825E53CD6026}" dt="2026-05-11T14:59:18.602" v="21" actId="20577"/>
        <pc:sldMkLst>
          <pc:docMk/>
          <pc:sldMk cId="2844131748" sldId="2147483469"/>
        </pc:sldMkLst>
        <pc:spChg chg="mod">
          <ac:chgData name="Burkhalter, Curtis" userId="61aabafc-e9f7-40e1-a918-2d21e5c5a12c" providerId="ADAL" clId="{CA1B045F-A9BB-455B-91C9-825E53CD6026}" dt="2026-05-11T14:59:18.602" v="21" actId="20577"/>
          <ac:spMkLst>
            <pc:docMk/>
            <pc:sldMk cId="2844131748" sldId="2147483469"/>
            <ac:spMk id="121" creationId="{9B409F89-B107-F895-F771-B1657A118981}"/>
          </ac:spMkLst>
        </pc:spChg>
      </pc:sldChg>
      <pc:sldChg chg="add">
        <pc:chgData name="Burkhalter, Curtis" userId="61aabafc-e9f7-40e1-a918-2d21e5c5a12c" providerId="ADAL" clId="{CA1B045F-A9BB-455B-91C9-825E53CD6026}" dt="2026-05-11T21:33:43.061" v="22"/>
        <pc:sldMkLst>
          <pc:docMk/>
          <pc:sldMk cId="930882952" sldId="2147483471"/>
        </pc:sldMkLst>
      </pc:sldChg>
      <pc:sldChg chg="modSp add mod ord">
        <pc:chgData name="Burkhalter, Curtis" userId="61aabafc-e9f7-40e1-a918-2d21e5c5a12c" providerId="ADAL" clId="{CA1B045F-A9BB-455B-91C9-825E53CD6026}" dt="2026-05-12T16:21:54.345" v="50" actId="20577"/>
        <pc:sldMkLst>
          <pc:docMk/>
          <pc:sldMk cId="0" sldId="2147483472"/>
        </pc:sldMkLst>
        <pc:spChg chg="mod">
          <ac:chgData name="Burkhalter, Curtis" userId="61aabafc-e9f7-40e1-a918-2d21e5c5a12c" providerId="ADAL" clId="{CA1B045F-A9BB-455B-91C9-825E53CD6026}" dt="2026-05-12T16:21:54.345" v="50" actId="20577"/>
          <ac:spMkLst>
            <pc:docMk/>
            <pc:sldMk cId="0" sldId="2147483472"/>
            <ac:spMk id="9" creationId="{00000000-0000-0000-0000-000000000000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051B5C-8BCA-41FC-B99C-7DB847A92706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EED996-4C1B-4A2F-952B-BBBFFFA274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502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Here's the paradox that's confusing a lot of enterprise finance teams right now.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You see all over LinkedIn that the cloud is getting cheaper every day and token prices are a fraction of what they once were.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And this is true, cloud token prices have dropped 280x in two years. And yet enterprise AI spending is up 320%. So how is that possible?</a:t>
            </a:r>
            <a:br>
              <a:rPr lang="en-US" dirty="0"/>
            </a:br>
            <a:endParaRPr lang="en-US" dirty="0"/>
          </a:p>
          <a:p>
            <a:r>
              <a:rPr lang="en-US" dirty="0"/>
              <a:t>The answer is agentic workflows, RAG pipelines, and always-on agents. These consume compute at rates nobody planned for.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Even the AI providers themselves are struggling - OpenAI is projected to lose $14 billion this year, spending $2.25 for every dollar earned. </a:t>
            </a:r>
          </a:p>
          <a:p>
            <a:r>
              <a:rPr lang="en-US" dirty="0"/>
              <a:t>Anthropic has spent over $10B on inference and training against $5B in total revenue.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GitHub Copilot paused new signups for Pro plans in April.</a:t>
            </a:r>
            <a:br>
              <a:rPr lang="en-US" dirty="0"/>
            </a:br>
            <a:endParaRPr lang="en-US" dirty="0"/>
          </a:p>
          <a:p>
            <a:r>
              <a:rPr lang="en-US" dirty="0"/>
              <a:t>The free ride is over. That's the market context we're selling into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B016ECA8-0B23-1243-A9DA-BEED3C5643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P Forma DJR Office" pitchFamily="2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P Forma DJR Office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06113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EED996-4C1B-4A2F-952B-BBBFFFA2743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62992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Relationship Id="rId3" Type="http://schemas.openxmlformats.org/officeDocument/2006/relationships/image" Target="../media/image2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svg"/><Relationship Id="rId3" Type="http://schemas.openxmlformats.org/officeDocument/2006/relationships/image" Target="../media/image3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svg"/><Relationship Id="rId3" Type="http://schemas.openxmlformats.org/officeDocument/2006/relationships/image" Target="../media/image3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svg"/><Relationship Id="rId3" Type="http://schemas.openxmlformats.org/officeDocument/2006/relationships/image" Target="../media/image3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sv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sv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sv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svg"/><Relationship Id="rId3" Type="http://schemas.openxmlformats.org/officeDocument/2006/relationships/image" Target="../media/image5.sv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svg"/><Relationship Id="rId3" Type="http://schemas.openxmlformats.org/officeDocument/2006/relationships/image" Target="../media/image5.sv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sv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sv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sv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sv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sv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svg"/><Relationship Id="rId3" Type="http://schemas.openxmlformats.org/officeDocument/2006/relationships/image" Target="../media/image3.sv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sv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sv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sv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50773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over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000% Stripe">
            <a:extLst>
              <a:ext uri="{FF2B5EF4-FFF2-40B4-BE49-F238E27FC236}">
                <a16:creationId xmlns:a16="http://schemas.microsoft.com/office/drawing/2014/main" id="{FEE9E222-D2C7-B448-8029-A9B9C61CAA76}"/>
              </a:ext>
            </a:extLst>
          </p:cNvPr>
          <p:cNvSpPr>
            <a:spLocks noGrp="1" noRot="1" noChangeAspect="1" noMove="1" noResize="1"/>
          </p:cNvSpPr>
          <p:nvPr userDrawn="1"/>
        </p:nvSpPr>
        <p:spPr bwMode="ltGray">
          <a:xfrm>
            <a:off x="0" y="0"/>
            <a:ext cx="12192000" cy="68580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70521" t="-430658" r="-36201" b="-625248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2" name="HP Logo">
            <a:extLst>
              <a:ext uri="{FF2B5EF4-FFF2-40B4-BE49-F238E27FC236}">
                <a16:creationId xmlns:a16="http://schemas.microsoft.com/office/drawing/2014/main" id="{FD3AD82C-F5A9-D043-00C8-672469C483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4187" y="5783264"/>
            <a:ext cx="641350" cy="641350"/>
          </a:xfrm>
          <a:prstGeom prst="rect">
            <a:avLst/>
          </a:prstGeom>
        </p:spPr>
      </p:pic>
      <p:sp>
        <p:nvSpPr>
          <p:cNvPr id="8" name="Title Placeholder">
            <a:extLst>
              <a:ext uri="{FF2B5EF4-FFF2-40B4-BE49-F238E27FC236}">
                <a16:creationId xmlns:a16="http://schemas.microsoft.com/office/drawing/2014/main" id="{4F166CCD-2E64-026D-3913-0DB5F4601F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1380033"/>
            <a:ext cx="6806485" cy="216258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lnSpc>
                <a:spcPct val="75000"/>
              </a:lnSpc>
              <a:defRPr sz="6200" b="0" i="0">
                <a:latin typeface="+mj-lt"/>
              </a:defRPr>
            </a:lvl1pPr>
          </a:lstStyle>
          <a:p>
            <a:r>
              <a:rPr lang="en-US"/>
              <a:t>Click to write a presentation title that fits in 1-3 lines</a:t>
            </a:r>
          </a:p>
        </p:txBody>
      </p:sp>
      <p:sp>
        <p:nvSpPr>
          <p:cNvPr id="9" name="Text Placeholder">
            <a:extLst>
              <a:ext uri="{FF2B5EF4-FFF2-40B4-BE49-F238E27FC236}">
                <a16:creationId xmlns:a16="http://schemas.microsoft.com/office/drawing/2014/main" id="{CED5B329-7575-9268-0212-C49D5135A03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3669160"/>
            <a:ext cx="5638800" cy="807775"/>
          </a:xfrm>
        </p:spPr>
        <p:txBody>
          <a:bodyPr rIns="0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1800">
                <a:latin typeface="+mn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write a subtitle that is 1-3 lines long.  </a:t>
            </a:r>
          </a:p>
        </p:txBody>
      </p:sp>
      <p:sp>
        <p:nvSpPr>
          <p:cNvPr id="12" name="Text Placeholder - Date">
            <a:extLst>
              <a:ext uri="{FF2B5EF4-FFF2-40B4-BE49-F238E27FC236}">
                <a16:creationId xmlns:a16="http://schemas.microsoft.com/office/drawing/2014/main" id="{4033127B-A035-4769-46DE-A3145D3CCC1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420813" y="5806939"/>
            <a:ext cx="2592000" cy="593861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300" b="0" i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January 1st, 2026</a:t>
            </a:r>
          </a:p>
        </p:txBody>
      </p:sp>
    </p:spTree>
    <p:extLst>
      <p:ext uri="{BB962C8B-B14F-4D97-AF65-F5344CB8AC3E}">
        <p14:creationId xmlns:p14="http://schemas.microsoft.com/office/powerpoint/2010/main" val="16317340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000% Stripe">
            <a:extLst>
              <a:ext uri="{FF2B5EF4-FFF2-40B4-BE49-F238E27FC236}">
                <a16:creationId xmlns:a16="http://schemas.microsoft.com/office/drawing/2014/main" id="{FEE9E222-D2C7-B448-8029-A9B9C61CAA76}"/>
              </a:ext>
            </a:extLst>
          </p:cNvPr>
          <p:cNvSpPr>
            <a:spLocks noGrp="1" noRot="1" noChangeAspect="1" noMove="1" noResize="1"/>
          </p:cNvSpPr>
          <p:nvPr userDrawn="1"/>
        </p:nvSpPr>
        <p:spPr bwMode="ltGray">
          <a:xfrm>
            <a:off x="0" y="0"/>
            <a:ext cx="12192000" cy="68580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70521" t="-430658" r="-36201" b="-625248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2" name="HP Logo">
            <a:extLst>
              <a:ext uri="{FF2B5EF4-FFF2-40B4-BE49-F238E27FC236}">
                <a16:creationId xmlns:a16="http://schemas.microsoft.com/office/drawing/2014/main" id="{FD3AD82C-F5A9-D043-00C8-672469C483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4187" y="5783264"/>
            <a:ext cx="641350" cy="641350"/>
          </a:xfrm>
          <a:prstGeom prst="rect">
            <a:avLst/>
          </a:prstGeom>
        </p:spPr>
      </p:pic>
      <p:sp>
        <p:nvSpPr>
          <p:cNvPr id="8" name="Title Placeholder">
            <a:extLst>
              <a:ext uri="{FF2B5EF4-FFF2-40B4-BE49-F238E27FC236}">
                <a16:creationId xmlns:a16="http://schemas.microsoft.com/office/drawing/2014/main" id="{4F166CCD-2E64-026D-3913-0DB5F4601F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1380033"/>
            <a:ext cx="6806485" cy="216258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lnSpc>
                <a:spcPct val="75000"/>
              </a:lnSpc>
              <a:defRPr sz="6200" b="0" i="0">
                <a:latin typeface="+mj-lt"/>
              </a:defRPr>
            </a:lvl1pPr>
          </a:lstStyle>
          <a:p>
            <a:r>
              <a:rPr lang="en-US"/>
              <a:t>Click to write a presentation title that fits in 1-3 lines</a:t>
            </a:r>
          </a:p>
        </p:txBody>
      </p:sp>
      <p:sp>
        <p:nvSpPr>
          <p:cNvPr id="9" name="Text Placeholder">
            <a:extLst>
              <a:ext uri="{FF2B5EF4-FFF2-40B4-BE49-F238E27FC236}">
                <a16:creationId xmlns:a16="http://schemas.microsoft.com/office/drawing/2014/main" id="{CED5B329-7575-9268-0212-C49D5135A03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3669160"/>
            <a:ext cx="5638800" cy="807775"/>
          </a:xfrm>
        </p:spPr>
        <p:txBody>
          <a:bodyPr rIns="0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1800">
                <a:latin typeface="+mn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write a subtitle that is 1-3 lines long.  </a:t>
            </a:r>
          </a:p>
        </p:txBody>
      </p:sp>
      <p:sp>
        <p:nvSpPr>
          <p:cNvPr id="12" name="Text Placeholder - Date">
            <a:extLst>
              <a:ext uri="{FF2B5EF4-FFF2-40B4-BE49-F238E27FC236}">
                <a16:creationId xmlns:a16="http://schemas.microsoft.com/office/drawing/2014/main" id="{4033127B-A035-4769-46DE-A3145D3CCC1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420813" y="5806939"/>
            <a:ext cx="2592000" cy="593861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300" b="0" i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January 1st, 2026</a:t>
            </a:r>
          </a:p>
        </p:txBody>
      </p:sp>
    </p:spTree>
    <p:extLst>
      <p:ext uri="{BB962C8B-B14F-4D97-AF65-F5344CB8AC3E}">
        <p14:creationId xmlns:p14="http://schemas.microsoft.com/office/powerpoint/2010/main" val="86228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1000% Stripe">
            <a:extLst>
              <a:ext uri="{FF2B5EF4-FFF2-40B4-BE49-F238E27FC236}">
                <a16:creationId xmlns:a16="http://schemas.microsoft.com/office/drawing/2014/main" id="{2F3D3980-BDCE-67D5-6737-72B599959A36}"/>
              </a:ext>
            </a:extLst>
          </p:cNvPr>
          <p:cNvSpPr>
            <a:spLocks noGrp="1" noRot="1" noChangeAspect="1" noMove="1" noResize="1"/>
          </p:cNvSpPr>
          <p:nvPr userDrawn="1"/>
        </p:nvSpPr>
        <p:spPr bwMode="ltGray">
          <a:xfrm>
            <a:off x="0" y="0"/>
            <a:ext cx="6096000" cy="68580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141042" t="-430658" r="-172402" b="-625248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4" name="HP Logo">
            <a:extLst>
              <a:ext uri="{FF2B5EF4-FFF2-40B4-BE49-F238E27FC236}">
                <a16:creationId xmlns:a16="http://schemas.microsoft.com/office/drawing/2014/main" id="{616063C0-2936-9CAA-7507-BC6BEBA790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4187" y="5783264"/>
            <a:ext cx="641350" cy="641350"/>
          </a:xfrm>
          <a:prstGeom prst="rect">
            <a:avLst/>
          </a:prstGeom>
        </p:spPr>
      </p:pic>
      <p:sp>
        <p:nvSpPr>
          <p:cNvPr id="9" name="Picture Placeholder">
            <a:extLst>
              <a:ext uri="{FF2B5EF4-FFF2-40B4-BE49-F238E27FC236}">
                <a16:creationId xmlns:a16="http://schemas.microsoft.com/office/drawing/2014/main" id="{A47CA9CB-1474-51CC-7A85-2B069AABF63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5"/>
          </p:nvPr>
        </p:nvSpPr>
        <p:spPr>
          <a:xfrm>
            <a:off x="6980022" y="457200"/>
            <a:ext cx="5211979" cy="6400800"/>
          </a:xfrm>
          <a:custGeom>
            <a:avLst/>
            <a:gdLst>
              <a:gd name="connsiteX0" fmla="*/ 2330561 w 5211979"/>
              <a:gd name="connsiteY0" fmla="*/ 0 h 6400800"/>
              <a:gd name="connsiteX1" fmla="*/ 5211979 w 5211979"/>
              <a:gd name="connsiteY1" fmla="*/ 0 h 6400800"/>
              <a:gd name="connsiteX2" fmla="*/ 5211979 w 5211979"/>
              <a:gd name="connsiteY2" fmla="*/ 6400800 h 6400800"/>
              <a:gd name="connsiteX3" fmla="*/ 0 w 5211979"/>
              <a:gd name="connsiteY3" fmla="*/ 6400800 h 6400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11979" h="6400800">
                <a:moveTo>
                  <a:pt x="2330561" y="0"/>
                </a:moveTo>
                <a:lnTo>
                  <a:pt x="5211979" y="0"/>
                </a:lnTo>
                <a:lnTo>
                  <a:pt x="5211979" y="6400800"/>
                </a:lnTo>
                <a:lnTo>
                  <a:pt x="0" y="640080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anchor="ctr">
            <a:noAutofit/>
          </a:bodyPr>
          <a:lstStyle>
            <a:lvl1pPr marL="4572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9" name="Title Placeholder">
            <a:extLst>
              <a:ext uri="{FF2B5EF4-FFF2-40B4-BE49-F238E27FC236}">
                <a16:creationId xmlns:a16="http://schemas.microsoft.com/office/drawing/2014/main" id="{32ECF697-E5F5-8EFA-F287-E1C2150701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1380033"/>
            <a:ext cx="6806485" cy="216258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lnSpc>
                <a:spcPct val="75000"/>
              </a:lnSpc>
              <a:defRPr sz="6200" b="0" i="0">
                <a:latin typeface="+mj-lt"/>
              </a:defRPr>
            </a:lvl1pPr>
          </a:lstStyle>
          <a:p>
            <a:r>
              <a:rPr lang="en-US"/>
              <a:t>Click to write a presentation title that fits in 1-3 lines</a:t>
            </a:r>
          </a:p>
        </p:txBody>
      </p:sp>
      <p:sp>
        <p:nvSpPr>
          <p:cNvPr id="20" name="Text Placeholder">
            <a:extLst>
              <a:ext uri="{FF2B5EF4-FFF2-40B4-BE49-F238E27FC236}">
                <a16:creationId xmlns:a16="http://schemas.microsoft.com/office/drawing/2014/main" id="{8FC39273-5EEB-7F0E-8C65-B41740B7413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3669160"/>
            <a:ext cx="5638800" cy="807775"/>
          </a:xfrm>
        </p:spPr>
        <p:txBody>
          <a:bodyPr rIns="0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1800">
                <a:latin typeface="+mn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write a subtitle that is 1-3 lines long.  </a:t>
            </a:r>
          </a:p>
        </p:txBody>
      </p:sp>
      <p:sp>
        <p:nvSpPr>
          <p:cNvPr id="2" name="Text Placeholder - Date">
            <a:extLst>
              <a:ext uri="{FF2B5EF4-FFF2-40B4-BE49-F238E27FC236}">
                <a16:creationId xmlns:a16="http://schemas.microsoft.com/office/drawing/2014/main" id="{0BF79201-BB74-294B-A154-80C4C73B85D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420813" y="5806939"/>
            <a:ext cx="2592000" cy="593861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300" b="0" i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January 1st, 2026</a:t>
            </a:r>
          </a:p>
        </p:txBody>
      </p:sp>
    </p:spTree>
    <p:extLst>
      <p:ext uri="{BB962C8B-B14F-4D97-AF65-F5344CB8AC3E}">
        <p14:creationId xmlns:p14="http://schemas.microsoft.com/office/powerpoint/2010/main" val="622702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000% Stripe">
            <a:extLst>
              <a:ext uri="{FF2B5EF4-FFF2-40B4-BE49-F238E27FC236}">
                <a16:creationId xmlns:a16="http://schemas.microsoft.com/office/drawing/2014/main" id="{C507D5AC-31A9-ADAA-E4AC-F48CE3334B3B}"/>
              </a:ext>
            </a:extLst>
          </p:cNvPr>
          <p:cNvSpPr>
            <a:spLocks noGrp="1" noRot="1" noChangeAspect="1" noMove="1" noResize="1"/>
          </p:cNvSpPr>
          <p:nvPr userDrawn="1"/>
        </p:nvSpPr>
        <p:spPr bwMode="ltGray">
          <a:xfrm>
            <a:off x="0" y="0"/>
            <a:ext cx="12192000" cy="68580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150194" t="-187375" r="-212322" b="-712635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8" name="HP Logo">
            <a:extLst>
              <a:ext uri="{FF2B5EF4-FFF2-40B4-BE49-F238E27FC236}">
                <a16:creationId xmlns:a16="http://schemas.microsoft.com/office/drawing/2014/main" id="{63B29CC2-08DA-59B2-2819-645AF6008E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4187" y="5783264"/>
            <a:ext cx="641350" cy="641350"/>
          </a:xfrm>
          <a:prstGeom prst="rect">
            <a:avLst/>
          </a:prstGeom>
        </p:spPr>
      </p:pic>
      <p:sp>
        <p:nvSpPr>
          <p:cNvPr id="5" name="Title Placeholder">
            <a:extLst>
              <a:ext uri="{FF2B5EF4-FFF2-40B4-BE49-F238E27FC236}">
                <a16:creationId xmlns:a16="http://schemas.microsoft.com/office/drawing/2014/main" id="{EF5C4A46-7D25-AD10-5409-ADAB9B6FDE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61761" y="1544225"/>
            <a:ext cx="5257800" cy="216258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lnSpc>
                <a:spcPct val="75000"/>
              </a:lnSpc>
              <a:defRPr sz="6200" b="0" i="0">
                <a:latin typeface="+mj-lt"/>
              </a:defRPr>
            </a:lvl1pPr>
          </a:lstStyle>
          <a:p>
            <a:r>
              <a:rPr lang="en-US"/>
              <a:t>Presentation title in 1-3 lines maximum</a:t>
            </a:r>
          </a:p>
        </p:txBody>
      </p:sp>
      <p:sp>
        <p:nvSpPr>
          <p:cNvPr id="6" name="Text Placeholder">
            <a:extLst>
              <a:ext uri="{FF2B5EF4-FFF2-40B4-BE49-F238E27FC236}">
                <a16:creationId xmlns:a16="http://schemas.microsoft.com/office/drawing/2014/main" id="{27104820-5B51-1535-C638-B4A3F6C8A27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73033" y="3833352"/>
            <a:ext cx="5246528" cy="807775"/>
          </a:xfrm>
        </p:spPr>
        <p:txBody>
          <a:bodyPr rIns="0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1800">
                <a:latin typeface="+mn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write a subtitle that is 1-3 lines long.  </a:t>
            </a:r>
          </a:p>
        </p:txBody>
      </p:sp>
      <p:sp>
        <p:nvSpPr>
          <p:cNvPr id="7" name="Text Placeholder - Date">
            <a:extLst>
              <a:ext uri="{FF2B5EF4-FFF2-40B4-BE49-F238E27FC236}">
                <a16:creationId xmlns:a16="http://schemas.microsoft.com/office/drawing/2014/main" id="{D699546F-FC9B-E419-CC9B-7EB33899D24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420813" y="5806939"/>
            <a:ext cx="2592000" cy="593861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300" b="0" i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January 1st, 2026</a:t>
            </a:r>
          </a:p>
        </p:txBody>
      </p:sp>
    </p:spTree>
    <p:extLst>
      <p:ext uri="{BB962C8B-B14F-4D97-AF65-F5344CB8AC3E}">
        <p14:creationId xmlns:p14="http://schemas.microsoft.com/office/powerpoint/2010/main" val="14565643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">
            <a:extLst>
              <a:ext uri="{FF2B5EF4-FFF2-40B4-BE49-F238E27FC236}">
                <a16:creationId xmlns:a16="http://schemas.microsoft.com/office/drawing/2014/main" id="{4D12D9B6-A634-C8DE-A06B-52BC80A22B9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858000"/>
          </a:xfrm>
          <a:solidFill>
            <a:schemeClr val="bg1">
              <a:lumMod val="75000"/>
            </a:schemeClr>
          </a:solidFill>
        </p:spPr>
        <p:txBody>
          <a:bodyPr anchor="ctr"/>
          <a:lstStyle>
            <a:lvl1pPr marL="4572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HP Logo">
            <a:extLst>
              <a:ext uri="{FF2B5EF4-FFF2-40B4-BE49-F238E27FC236}">
                <a16:creationId xmlns:a16="http://schemas.microsoft.com/office/drawing/2014/main" id="{5EB633F3-413A-9E4B-EBD2-A260368AE8CC}"/>
              </a:ext>
            </a:extLst>
          </p:cNvPr>
          <p:cNvSpPr>
            <a:spLocks noGrp="1" noChangeAspect="1"/>
          </p:cNvSpPr>
          <p:nvPr>
            <p:ph type="clipArt" sz="quarter" idx="17" hasCustomPrompt="1"/>
          </p:nvPr>
        </p:nvSpPr>
        <p:spPr>
          <a:xfrm>
            <a:off x="435600" y="5785200"/>
            <a:ext cx="640798" cy="6408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 anchor="ctr"/>
          <a:lstStyle>
            <a:lvl1pPr marL="45720" indent="0" algn="ctr">
              <a:buNone/>
              <a:defRPr sz="100"/>
            </a:lvl1pPr>
          </a:lstStyle>
          <a:p>
            <a:r>
              <a:rPr lang="en-US"/>
              <a:t> </a:t>
            </a:r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D2AAAF2F-FA06-7816-E02C-03F08F05A9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1216295"/>
            <a:ext cx="6806485" cy="216258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lnSpc>
                <a:spcPct val="75000"/>
              </a:lnSpc>
              <a:defRPr sz="6200"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write a presentation title that fits in 1-3 lines</a:t>
            </a:r>
          </a:p>
        </p:txBody>
      </p:sp>
      <p:sp>
        <p:nvSpPr>
          <p:cNvPr id="4" name="Text Placeholder">
            <a:extLst>
              <a:ext uri="{FF2B5EF4-FFF2-40B4-BE49-F238E27FC236}">
                <a16:creationId xmlns:a16="http://schemas.microsoft.com/office/drawing/2014/main" id="{7D5245EC-F86B-29A9-FC60-AA10E4DD778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3505422"/>
            <a:ext cx="6795212" cy="807775"/>
          </a:xfrm>
        </p:spPr>
        <p:txBody>
          <a:bodyPr rIns="0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write a subtitle that is 1-3 lines long.  </a:t>
            </a:r>
          </a:p>
        </p:txBody>
      </p:sp>
      <p:sp>
        <p:nvSpPr>
          <p:cNvPr id="3" name="Text Placeholder - Date">
            <a:extLst>
              <a:ext uri="{FF2B5EF4-FFF2-40B4-BE49-F238E27FC236}">
                <a16:creationId xmlns:a16="http://schemas.microsoft.com/office/drawing/2014/main" id="{0A23B438-8806-7529-E6F5-1F08C4A82B4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20813" y="5806939"/>
            <a:ext cx="2592000" cy="593861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300" b="0" i="0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January 1st, 2026</a:t>
            </a:r>
          </a:p>
        </p:txBody>
      </p:sp>
    </p:spTree>
    <p:extLst>
      <p:ext uri="{BB962C8B-B14F-4D97-AF65-F5344CB8AC3E}">
        <p14:creationId xmlns:p14="http://schemas.microsoft.com/office/powerpoint/2010/main" val="3864602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500% Stripe">
            <a:extLst>
              <a:ext uri="{FF2B5EF4-FFF2-40B4-BE49-F238E27FC236}">
                <a16:creationId xmlns:a16="http://schemas.microsoft.com/office/drawing/2014/main" id="{9C374ACB-6F53-0661-ED4B-F72AFB14E515}"/>
              </a:ext>
            </a:extLst>
          </p:cNvPr>
          <p:cNvSpPr>
            <a:spLocks noGrp="1" noRot="1" noChangeAspect="1" noMove="1" noResize="1"/>
          </p:cNvSpPr>
          <p:nvPr userDrawn="1"/>
        </p:nvSpPr>
        <p:spPr bwMode="ltGray">
          <a:xfrm>
            <a:off x="0" y="0"/>
            <a:ext cx="12192000" cy="6858000"/>
          </a:xfrm>
          <a:prstGeom prst="rect">
            <a:avLst/>
          </a:prstGeom>
          <a:blipFill dpi="0"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 l="-48502" t="-342356" r="-82754" b="-57646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4" name="Title Placeholder">
            <a:extLst>
              <a:ext uri="{FF2B5EF4-FFF2-40B4-BE49-F238E27FC236}">
                <a16:creationId xmlns:a16="http://schemas.microsoft.com/office/drawing/2014/main" id="{F1E55DF1-35AF-1EB2-8104-2ABA79A3DE6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2246744"/>
            <a:ext cx="3921771" cy="174400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lnSpc>
                <a:spcPct val="75000"/>
              </a:lnSpc>
              <a:defRPr sz="5000" b="0" i="0">
                <a:latin typeface="+mj-lt"/>
              </a:defRPr>
            </a:lvl1pPr>
          </a:lstStyle>
          <a:p>
            <a:r>
              <a:rPr lang="en-US"/>
              <a:t>Click to write a section title in 1-3 lines</a:t>
            </a:r>
          </a:p>
        </p:txBody>
      </p:sp>
      <p:sp>
        <p:nvSpPr>
          <p:cNvPr id="6" name="Text Placeholder">
            <a:extLst>
              <a:ext uri="{FF2B5EF4-FFF2-40B4-BE49-F238E27FC236}">
                <a16:creationId xmlns:a16="http://schemas.microsoft.com/office/drawing/2014/main" id="{438D89D3-9796-2924-1A45-BE792614F53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4112892"/>
            <a:ext cx="3910284" cy="578851"/>
          </a:xfrm>
        </p:spPr>
        <p:txBody>
          <a:bodyPr rIns="0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1800">
                <a:latin typeface="+mn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write a subtitle that is 1-2 lines long.  </a:t>
            </a:r>
          </a:p>
        </p:txBody>
      </p:sp>
    </p:spTree>
    <p:extLst>
      <p:ext uri="{BB962C8B-B14F-4D97-AF65-F5344CB8AC3E}">
        <p14:creationId xmlns:p14="http://schemas.microsoft.com/office/powerpoint/2010/main" val="39834659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00% Stripe">
            <a:extLst>
              <a:ext uri="{FF2B5EF4-FFF2-40B4-BE49-F238E27FC236}">
                <a16:creationId xmlns:a16="http://schemas.microsoft.com/office/drawing/2014/main" id="{0E802734-A9B4-85E8-B66F-C278C31CB1AB}"/>
              </a:ext>
            </a:extLst>
          </p:cNvPr>
          <p:cNvSpPr>
            <a:spLocks noGrp="1" noRot="1" noChangeAspect="1" noMove="1" noResize="1"/>
          </p:cNvSpPr>
          <p:nvPr userDrawn="1"/>
        </p:nvSpPr>
        <p:spPr bwMode="ltGray">
          <a:xfrm>
            <a:off x="0" y="0"/>
            <a:ext cx="4685211" cy="6858000"/>
          </a:xfrm>
          <a:prstGeom prst="rect">
            <a:avLst/>
          </a:prstGeom>
          <a:blipFill dpi="0"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 l="-126213" t="-342356" r="-375568" b="-57646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15" name="Picture Placeholder">
            <a:extLst>
              <a:ext uri="{FF2B5EF4-FFF2-40B4-BE49-F238E27FC236}">
                <a16:creationId xmlns:a16="http://schemas.microsoft.com/office/drawing/2014/main" id="{3B5F0DAA-E440-2705-048F-5000042E85F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755411" y="0"/>
            <a:ext cx="6139067" cy="6858001"/>
          </a:xfrm>
          <a:custGeom>
            <a:avLst/>
            <a:gdLst>
              <a:gd name="connsiteX0" fmla="*/ 2497031 w 6139067"/>
              <a:gd name="connsiteY0" fmla="*/ 0 h 6858001"/>
              <a:gd name="connsiteX1" fmla="*/ 6139067 w 6139067"/>
              <a:gd name="connsiteY1" fmla="*/ 0 h 6858001"/>
              <a:gd name="connsiteX2" fmla="*/ 3642036 w 6139067"/>
              <a:gd name="connsiteY2" fmla="*/ 6858001 h 6858001"/>
              <a:gd name="connsiteX3" fmla="*/ 0 w 6139067"/>
              <a:gd name="connsiteY3" fmla="*/ 685800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39067" h="6858001">
                <a:moveTo>
                  <a:pt x="2497031" y="0"/>
                </a:moveTo>
                <a:lnTo>
                  <a:pt x="6139067" y="0"/>
                </a:lnTo>
                <a:lnTo>
                  <a:pt x="3642036" y="6858001"/>
                </a:lnTo>
                <a:lnTo>
                  <a:pt x="0" y="6858001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anchor="ctr">
            <a:noAutofit/>
          </a:bodyPr>
          <a:lstStyle>
            <a:lvl1pPr marL="4572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Title Placeholder">
            <a:extLst>
              <a:ext uri="{FF2B5EF4-FFF2-40B4-BE49-F238E27FC236}">
                <a16:creationId xmlns:a16="http://schemas.microsoft.com/office/drawing/2014/main" id="{F92A9C50-E363-2D2B-3998-E7A75C6709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2246744"/>
            <a:ext cx="3921771" cy="174400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lnSpc>
                <a:spcPct val="75000"/>
              </a:lnSpc>
              <a:defRPr sz="5000" b="0" i="0">
                <a:latin typeface="+mj-lt"/>
              </a:defRPr>
            </a:lvl1pPr>
          </a:lstStyle>
          <a:p>
            <a:r>
              <a:rPr lang="en-US"/>
              <a:t>Click to write a section title in 1-3 lines</a:t>
            </a:r>
          </a:p>
        </p:txBody>
      </p:sp>
      <p:sp>
        <p:nvSpPr>
          <p:cNvPr id="14" name="Text Placeholder">
            <a:extLst>
              <a:ext uri="{FF2B5EF4-FFF2-40B4-BE49-F238E27FC236}">
                <a16:creationId xmlns:a16="http://schemas.microsoft.com/office/drawing/2014/main" id="{A4B0D6E0-C654-EA28-91D2-C5ECD5E1C6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4112892"/>
            <a:ext cx="3910284" cy="578851"/>
          </a:xfrm>
        </p:spPr>
        <p:txBody>
          <a:bodyPr rIns="0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1800">
                <a:latin typeface="+mn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write a subtitle that is 1-2 lines long.  </a:t>
            </a:r>
          </a:p>
        </p:txBody>
      </p:sp>
    </p:spTree>
    <p:extLst>
      <p:ext uri="{BB962C8B-B14F-4D97-AF65-F5344CB8AC3E}">
        <p14:creationId xmlns:p14="http://schemas.microsoft.com/office/powerpoint/2010/main" val="2260879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C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">
            <a:extLst>
              <a:ext uri="{FF2B5EF4-FFF2-40B4-BE49-F238E27FC236}">
                <a16:creationId xmlns:a16="http://schemas.microsoft.com/office/drawing/2014/main" id="{7B7B67D7-5A04-1DED-99CE-7276E4D4B6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2246744"/>
            <a:ext cx="7196368" cy="174400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lnSpc>
                <a:spcPct val="75000"/>
              </a:lnSpc>
              <a:defRPr sz="5000"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write a section title in 1-3 lines</a:t>
            </a:r>
          </a:p>
        </p:txBody>
      </p:sp>
      <p:sp>
        <p:nvSpPr>
          <p:cNvPr id="4" name="Text Placeholder ">
            <a:extLst>
              <a:ext uri="{FF2B5EF4-FFF2-40B4-BE49-F238E27FC236}">
                <a16:creationId xmlns:a16="http://schemas.microsoft.com/office/drawing/2014/main" id="{6F1CEA07-5F1C-CAB3-5B77-732A09119BE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4112892"/>
            <a:ext cx="7175290" cy="578851"/>
          </a:xfrm>
        </p:spPr>
        <p:txBody>
          <a:bodyPr rIns="0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write a subtitle that is 1-2 lines long.  </a:t>
            </a:r>
          </a:p>
        </p:txBody>
      </p:sp>
    </p:spTree>
    <p:extLst>
      <p:ext uri="{BB962C8B-B14F-4D97-AF65-F5344CB8AC3E}">
        <p14:creationId xmlns:p14="http://schemas.microsoft.com/office/powerpoint/2010/main" val="2030664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100% Stripe">
            <a:extLst>
              <a:ext uri="{FF2B5EF4-FFF2-40B4-BE49-F238E27FC236}">
                <a16:creationId xmlns:a16="http://schemas.microsoft.com/office/drawing/2014/main" id="{5E0F7FBD-F13C-8257-9866-4ABD84856660}"/>
              </a:ext>
            </a:extLst>
          </p:cNvPr>
          <p:cNvSpPr>
            <a:spLocks noGrp="1" noRot="1" noChangeAspect="1" noMove="1" noResize="1"/>
          </p:cNvSpPr>
          <p:nvPr userDrawn="1"/>
        </p:nvSpPr>
        <p:spPr bwMode="ltGray">
          <a:xfrm>
            <a:off x="0" y="0"/>
            <a:ext cx="12192000" cy="6857845"/>
          </a:xfrm>
          <a:prstGeom prst="rect">
            <a:avLst/>
          </a:prstGeom>
          <a:blipFill dpi="0"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 l="67031" t="-65248" r="-2857" b="65248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5C0787E2-82A1-9698-B70D-388920516C1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6605C61B-1C53-2644-8B26-3D798E595467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62C41C54-1360-2544-8A82-E26D6B8AB763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6E2F0EF6-FE54-13AD-F6A1-33E947AFBD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1964018"/>
            <a:ext cx="8385175" cy="58984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lnSpc>
                <a:spcPct val="75000"/>
              </a:lnSpc>
              <a:defRPr sz="5000" b="0" i="0">
                <a:latin typeface="+mj-lt"/>
              </a:defRPr>
            </a:lvl1pPr>
          </a:lstStyle>
          <a:p>
            <a:r>
              <a:rPr lang="en-US"/>
              <a:t>Agenda</a:t>
            </a:r>
          </a:p>
        </p:txBody>
      </p:sp>
      <p:sp>
        <p:nvSpPr>
          <p:cNvPr id="7" name="Content Placeholder">
            <a:extLst>
              <a:ext uri="{FF2B5EF4-FFF2-40B4-BE49-F238E27FC236}">
                <a16:creationId xmlns:a16="http://schemas.microsoft.com/office/drawing/2014/main" id="{C8E2773D-6921-CA71-1751-1C4EB6FB171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0" y="2874259"/>
            <a:ext cx="8385175" cy="29312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28426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100% Stripe">
            <a:extLst>
              <a:ext uri="{FF2B5EF4-FFF2-40B4-BE49-F238E27FC236}">
                <a16:creationId xmlns:a16="http://schemas.microsoft.com/office/drawing/2014/main" id="{681B4596-64F0-C548-23E7-B0230E3B9452}"/>
              </a:ext>
            </a:extLst>
          </p:cNvPr>
          <p:cNvSpPr>
            <a:spLocks noGrp="1" noRot="1" noChangeAspect="1" noMove="1" noResize="1"/>
          </p:cNvSpPr>
          <p:nvPr userDrawn="1"/>
        </p:nvSpPr>
        <p:spPr bwMode="ltGray">
          <a:xfrm>
            <a:off x="0" y="0"/>
            <a:ext cx="12192000" cy="6857845"/>
          </a:xfrm>
          <a:prstGeom prst="rect">
            <a:avLst/>
          </a:prstGeom>
          <a:blipFill dpi="0"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 l="56698" r="7476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5C0787E2-82A1-9698-B70D-388920516C1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6605C61B-1C53-2644-8B26-3D798E595467}" type="slidenum">
              <a:rPr lang="en-US" smtClean="0"/>
              <a:t>‹#›</a:t>
            </a:fld>
            <a:endParaRPr lang="en-US"/>
          </a:p>
        </p:txBody>
      </p:sp>
      <p:sp>
        <p:nvSpPr>
          <p:cNvPr id="4" name="Title Placeholder">
            <a:extLst>
              <a:ext uri="{FF2B5EF4-FFF2-40B4-BE49-F238E27FC236}">
                <a16:creationId xmlns:a16="http://schemas.microsoft.com/office/drawing/2014/main" id="{1E7DE152-801C-8C7C-7037-239E068715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1021448"/>
            <a:ext cx="5864087" cy="347524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731520" indent="-274320">
              <a:lnSpc>
                <a:spcPct val="75000"/>
              </a:lnSpc>
              <a:defRPr sz="5000" b="0" i="0">
                <a:latin typeface="+mj-lt"/>
              </a:defRPr>
            </a:lvl1pPr>
          </a:lstStyle>
          <a:p>
            <a:r>
              <a:rPr lang="en-US"/>
              <a:t>“We must always reject the false choice between making a profit and making a difference.”</a:t>
            </a:r>
          </a:p>
        </p:txBody>
      </p:sp>
    </p:spTree>
    <p:extLst>
      <p:ext uri="{BB962C8B-B14F-4D97-AF65-F5344CB8AC3E}">
        <p14:creationId xmlns:p14="http://schemas.microsoft.com/office/powerpoint/2010/main" val="3637460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ll Quot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00% Stripe">
            <a:extLst>
              <a:ext uri="{FF2B5EF4-FFF2-40B4-BE49-F238E27FC236}">
                <a16:creationId xmlns:a16="http://schemas.microsoft.com/office/drawing/2014/main" id="{021E49BE-73F2-F9AA-1F40-53408D214331}"/>
              </a:ext>
            </a:extLst>
          </p:cNvPr>
          <p:cNvSpPr>
            <a:spLocks noGrp="1" noRot="1" noChangeAspect="1" noMove="1" noResize="1"/>
          </p:cNvSpPr>
          <p:nvPr userDrawn="1"/>
        </p:nvSpPr>
        <p:spPr bwMode="ltGray">
          <a:xfrm>
            <a:off x="0" y="0"/>
            <a:ext cx="12192000" cy="6857845"/>
          </a:xfrm>
          <a:prstGeom prst="rect">
            <a:avLst/>
          </a:prstGeom>
          <a:blipFill dpi="0"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 l="6302" t="51874" r="57872" b="-51874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Picture Placeholder">
            <a:extLst>
              <a:ext uri="{FF2B5EF4-FFF2-40B4-BE49-F238E27FC236}">
                <a16:creationId xmlns:a16="http://schemas.microsoft.com/office/drawing/2014/main" id="{F1FFF74F-C724-FABF-8173-20ED9271EF8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947883" y="404814"/>
            <a:ext cx="5244117" cy="6453187"/>
          </a:xfrm>
          <a:custGeom>
            <a:avLst/>
            <a:gdLst>
              <a:gd name="connsiteX0" fmla="*/ 2349636 w 5244117"/>
              <a:gd name="connsiteY0" fmla="*/ 0 h 6453187"/>
              <a:gd name="connsiteX1" fmla="*/ 5244117 w 5244117"/>
              <a:gd name="connsiteY1" fmla="*/ 0 h 6453187"/>
              <a:gd name="connsiteX2" fmla="*/ 5244117 w 5244117"/>
              <a:gd name="connsiteY2" fmla="*/ 6453187 h 6453187"/>
              <a:gd name="connsiteX3" fmla="*/ 0 w 5244117"/>
              <a:gd name="connsiteY3" fmla="*/ 6453187 h 6453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44117" h="6453187">
                <a:moveTo>
                  <a:pt x="2349636" y="0"/>
                </a:moveTo>
                <a:lnTo>
                  <a:pt x="5244117" y="0"/>
                </a:lnTo>
                <a:lnTo>
                  <a:pt x="5244117" y="6453187"/>
                </a:lnTo>
                <a:lnTo>
                  <a:pt x="0" y="6453187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anchor="ctr">
            <a:noAutofit/>
          </a:bodyPr>
          <a:lstStyle>
            <a:lvl1pPr marL="4572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29B288A2-FE8C-B36A-DC50-0263F10C62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1337216"/>
            <a:ext cx="6626492" cy="104637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644525" indent="-182563">
              <a:defRPr sz="30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“We must always reject the false choice between making a profit and making a difference.”</a:t>
            </a:r>
          </a:p>
        </p:txBody>
      </p:sp>
    </p:spTree>
    <p:extLst>
      <p:ext uri="{BB962C8B-B14F-4D97-AF65-F5344CB8AC3E}">
        <p14:creationId xmlns:p14="http://schemas.microsoft.com/office/powerpoint/2010/main" val="1798130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ll Quote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">
            <a:extLst>
              <a:ext uri="{FF2B5EF4-FFF2-40B4-BE49-F238E27FC236}">
                <a16:creationId xmlns:a16="http://schemas.microsoft.com/office/drawing/2014/main" id="{4D12D9B6-A634-C8DE-A06B-52BC80A22B9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858000"/>
          </a:xfrm>
          <a:solidFill>
            <a:schemeClr val="bg1">
              <a:lumMod val="75000"/>
            </a:schemeClr>
          </a:solidFill>
        </p:spPr>
        <p:txBody>
          <a:bodyPr anchor="ctr"/>
          <a:lstStyle>
            <a:lvl1pPr marL="4572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HP Logo">
            <a:extLst>
              <a:ext uri="{FF2B5EF4-FFF2-40B4-BE49-F238E27FC236}">
                <a16:creationId xmlns:a16="http://schemas.microsoft.com/office/drawing/2014/main" id="{5FB3AE65-B98C-3F3E-86FD-0AA2DA0DFAB1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ph type="clipArt" sz="quarter" idx="17" hasCustomPrompt="1"/>
          </p:nvPr>
        </p:nvSpPr>
        <p:spPr>
          <a:xfrm>
            <a:off x="446400" y="6091200"/>
            <a:ext cx="320399" cy="320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 anchor="ctr"/>
          <a:lstStyle>
            <a:lvl1pPr marL="45720" indent="0" algn="ctr">
              <a:buNone/>
              <a:defRPr sz="100"/>
            </a:lvl1pPr>
          </a:lstStyle>
          <a:p>
            <a:r>
              <a:rPr lang="en-US"/>
              <a:t> 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5C0787E2-82A1-9698-B70D-388920516C1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6605C61B-1C53-2644-8B26-3D798E595467}" type="slidenum">
              <a:rPr lang="en-US" smtClean="0"/>
              <a:t>‹#›</a:t>
            </a:fld>
            <a:endParaRPr lang="en-US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F14B366E-D7A8-C53E-3C00-61559A0D752E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itle Placeholder ">
            <a:extLst>
              <a:ext uri="{FF2B5EF4-FFF2-40B4-BE49-F238E27FC236}">
                <a16:creationId xmlns:a16="http://schemas.microsoft.com/office/drawing/2014/main" id="{98961E33-64A8-DAE9-6C08-03A0406C6A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" y="743670"/>
            <a:ext cx="4835471" cy="1738874"/>
          </a:xfrm>
          <a:prstGeom prst="rect">
            <a:avLst/>
          </a:prstGeom>
        </p:spPr>
        <p:txBody>
          <a:bodyPr vert="horz" lIns="0" tIns="0" rIns="91440" bIns="0" rtlCol="0" anchor="t">
            <a:noAutofit/>
          </a:bodyPr>
          <a:lstStyle>
            <a:lvl1pPr marL="496888" indent="-182563">
              <a:defRPr sz="30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“We must always reject the false choice between making a profit and making a difference.”</a:t>
            </a:r>
          </a:p>
        </p:txBody>
      </p:sp>
    </p:spTree>
    <p:extLst>
      <p:ext uri="{BB962C8B-B14F-4D97-AF65-F5344CB8AC3E}">
        <p14:creationId xmlns:p14="http://schemas.microsoft.com/office/powerpoint/2010/main" val="18091342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ll Quote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100% Stripe">
            <a:extLst>
              <a:ext uri="{FF2B5EF4-FFF2-40B4-BE49-F238E27FC236}">
                <a16:creationId xmlns:a16="http://schemas.microsoft.com/office/drawing/2014/main" id="{E657F100-AB34-6DA1-4A9E-DE35E7A01AA1}"/>
              </a:ext>
            </a:extLst>
          </p:cNvPr>
          <p:cNvSpPr>
            <a:spLocks noGrp="1" noRot="1" noChangeAspect="1" noMove="1" noResize="1"/>
          </p:cNvSpPr>
          <p:nvPr userDrawn="1"/>
        </p:nvSpPr>
        <p:spPr bwMode="ltGray">
          <a:xfrm>
            <a:off x="0" y="0"/>
            <a:ext cx="12192000" cy="6857845"/>
          </a:xfrm>
          <a:prstGeom prst="rect">
            <a:avLst/>
          </a:prstGeom>
          <a:blipFill dpi="0"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 l="67031" t="-65248" r="-2857" b="65248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Picture Placeholder">
            <a:extLst>
              <a:ext uri="{FF2B5EF4-FFF2-40B4-BE49-F238E27FC236}">
                <a16:creationId xmlns:a16="http://schemas.microsoft.com/office/drawing/2014/main" id="{6C3A5969-5292-F9EB-8F65-97724B36F18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6096000" cy="6858000"/>
          </a:xfrm>
          <a:solidFill>
            <a:schemeClr val="bg1">
              <a:lumMod val="75000"/>
            </a:schemeClr>
          </a:solidFill>
        </p:spPr>
        <p:txBody>
          <a:bodyPr anchor="ctr"/>
          <a:lstStyle>
            <a:lvl1pPr marL="4572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HP Logo">
            <a:extLst>
              <a:ext uri="{FF2B5EF4-FFF2-40B4-BE49-F238E27FC236}">
                <a16:creationId xmlns:a16="http://schemas.microsoft.com/office/drawing/2014/main" id="{D212C702-2E95-3929-27AA-49DE66FCDD8C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ph type="clipArt" sz="quarter" idx="17" hasCustomPrompt="1"/>
          </p:nvPr>
        </p:nvSpPr>
        <p:spPr>
          <a:xfrm>
            <a:off x="446400" y="6091200"/>
            <a:ext cx="320399" cy="320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anchor="ctr"/>
          <a:lstStyle>
            <a:lvl1pPr marL="45720" indent="0" algn="ctr">
              <a:buNone/>
              <a:defRPr sz="100"/>
            </a:lvl1pPr>
          </a:lstStyle>
          <a:p>
            <a:r>
              <a:rPr lang="en-US"/>
              <a:t> 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5C0787E2-82A1-9698-B70D-388920516C1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6605C61B-1C53-2644-8B26-3D798E595467}" type="slidenum">
              <a:rPr lang="en-US" smtClean="0"/>
              <a:t>‹#›</a:t>
            </a:fld>
            <a:endParaRPr lang="en-US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199A4CF8-7B03-961E-3A4F-1961FD75B24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Placeholder">
            <a:extLst>
              <a:ext uri="{FF2B5EF4-FFF2-40B4-BE49-F238E27FC236}">
                <a16:creationId xmlns:a16="http://schemas.microsoft.com/office/drawing/2014/main" id="{B93EB844-B484-B5B6-2B97-D4ACA5266C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90490" y="3259201"/>
            <a:ext cx="4540571" cy="2399200"/>
          </a:xfrm>
          <a:prstGeom prst="rect">
            <a:avLst/>
          </a:prstGeom>
        </p:spPr>
        <p:txBody>
          <a:bodyPr vert="horz" lIns="0" tIns="0" rIns="91440" bIns="0" rtlCol="0" anchor="t">
            <a:noAutofit/>
          </a:bodyPr>
          <a:lstStyle>
            <a:lvl1pPr marL="731520" indent="-182880">
              <a:defRPr sz="30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“We must always reject the false choice between making a profit and making a difference.”</a:t>
            </a:r>
          </a:p>
        </p:txBody>
      </p:sp>
    </p:spTree>
    <p:extLst>
      <p:ext uri="{BB962C8B-B14F-4D97-AF65-F5344CB8AC3E}">
        <p14:creationId xmlns:p14="http://schemas.microsoft.com/office/powerpoint/2010/main" val="4283907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cial Content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100% Stripe">
            <a:extLst>
              <a:ext uri="{FF2B5EF4-FFF2-40B4-BE49-F238E27FC236}">
                <a16:creationId xmlns:a16="http://schemas.microsoft.com/office/drawing/2014/main" id="{191E74A0-4844-8EBF-1400-9934EE0A390D}"/>
              </a:ext>
            </a:extLst>
          </p:cNvPr>
          <p:cNvSpPr>
            <a:spLocks noGrp="1" noRot="1" noChangeAspect="1" noMove="1" noResize="1"/>
          </p:cNvSpPr>
          <p:nvPr userDrawn="1"/>
        </p:nvSpPr>
        <p:spPr bwMode="ltGray">
          <a:xfrm>
            <a:off x="0" y="0"/>
            <a:ext cx="12192000" cy="6857845"/>
          </a:xfrm>
          <a:prstGeom prst="rect">
            <a:avLst/>
          </a:prstGeom>
          <a:blipFill dpi="0"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 l="67031" t="-65248" r="-2857" b="65248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Picture Placeholder">
            <a:extLst>
              <a:ext uri="{FF2B5EF4-FFF2-40B4-BE49-F238E27FC236}">
                <a16:creationId xmlns:a16="http://schemas.microsoft.com/office/drawing/2014/main" id="{55001DE8-22B1-16BC-1B27-1E369A89A45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6"/>
          </p:nvPr>
        </p:nvSpPr>
        <p:spPr>
          <a:xfrm>
            <a:off x="0" y="0"/>
            <a:ext cx="6096000" cy="6858000"/>
          </a:xfrm>
          <a:solidFill>
            <a:schemeClr val="bg1">
              <a:lumMod val="75000"/>
            </a:schemeClr>
          </a:solidFill>
        </p:spPr>
        <p:txBody>
          <a:bodyPr anchor="ctr"/>
          <a:lstStyle>
            <a:lvl1pPr marL="4572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HP Logo">
            <a:extLst>
              <a:ext uri="{FF2B5EF4-FFF2-40B4-BE49-F238E27FC236}">
                <a16:creationId xmlns:a16="http://schemas.microsoft.com/office/drawing/2014/main" id="{DEC9E220-FB18-31FF-0BAA-E2449246F04A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ph type="clipArt" sz="quarter" idx="17" hasCustomPrompt="1"/>
          </p:nvPr>
        </p:nvSpPr>
        <p:spPr>
          <a:xfrm>
            <a:off x="446400" y="6091200"/>
            <a:ext cx="320399" cy="320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anchor="ctr"/>
          <a:lstStyle>
            <a:lvl1pPr marL="45720" indent="0" algn="ctr">
              <a:buNone/>
              <a:defRPr sz="100"/>
            </a:lvl1pPr>
          </a:lstStyle>
          <a:p>
            <a:r>
              <a:rPr lang="en-US"/>
              <a:t> 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5C0787E2-82A1-9698-B70D-388920516C1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6605C61B-1C53-2644-8B26-3D798E595467}" type="slidenum">
              <a:rPr lang="en-US" smtClean="0"/>
              <a:t>‹#›</a:t>
            </a:fld>
            <a:endParaRPr lang="en-US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2C3BDEDA-EDDE-6EB0-985F-EF086273C6CD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ext Placeholder Section Title">
            <a:extLst>
              <a:ext uri="{FF2B5EF4-FFF2-40B4-BE49-F238E27FC236}">
                <a16:creationId xmlns:a16="http://schemas.microsoft.com/office/drawing/2014/main" id="{6938044E-C214-ABE6-6B9D-DFE447959D0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553939" y="1341582"/>
            <a:ext cx="1616423" cy="245748"/>
          </a:xfrm>
        </p:spPr>
        <p:txBody>
          <a:bodyPr wrap="none" anchor="t"/>
          <a:lstStyle>
            <a:lvl1pPr marL="0" indent="0">
              <a:buNone/>
              <a:defRPr sz="1100" b="0" i="0">
                <a:solidFill>
                  <a:schemeClr val="bg2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8" name="Title Placeholder">
            <a:extLst>
              <a:ext uri="{FF2B5EF4-FFF2-40B4-BE49-F238E27FC236}">
                <a16:creationId xmlns:a16="http://schemas.microsoft.com/office/drawing/2014/main" id="{06341798-CAA7-F4C7-8DE2-464168DE8E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53939" y="1643781"/>
            <a:ext cx="2849272" cy="106848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3000">
                <a:latin typeface="+mj-lt"/>
              </a:defRPr>
            </a:lvl1pPr>
          </a:lstStyle>
          <a:p>
            <a:r>
              <a:rPr lang="en-US"/>
              <a:t>Click to write a slide title that fits in 3 lines.</a:t>
            </a:r>
          </a:p>
        </p:txBody>
      </p:sp>
      <p:sp>
        <p:nvSpPr>
          <p:cNvPr id="9" name="Text Placeholder Subtitle">
            <a:extLst>
              <a:ext uri="{FF2B5EF4-FFF2-40B4-BE49-F238E27FC236}">
                <a16:creationId xmlns:a16="http://schemas.microsoft.com/office/drawing/2014/main" id="{34FD35AA-BE4E-E5C8-E9D6-3B9224D800B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53939" y="2798664"/>
            <a:ext cx="2849272" cy="539847"/>
          </a:xfrm>
        </p:spPr>
        <p:txBody>
          <a:bodyPr rIns="0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write a subtitle that is 1-2 lines long. </a:t>
            </a:r>
          </a:p>
        </p:txBody>
      </p:sp>
      <p:sp>
        <p:nvSpPr>
          <p:cNvPr id="7" name="Text Placeholder Body">
            <a:extLst>
              <a:ext uri="{FF2B5EF4-FFF2-40B4-BE49-F238E27FC236}">
                <a16:creationId xmlns:a16="http://schemas.microsoft.com/office/drawing/2014/main" id="{06FA3C8C-1901-9B5B-2195-E59A86AAE21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53939" y="3576638"/>
            <a:ext cx="2851200" cy="22288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86228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cial Content A.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00% Stripe">
            <a:extLst>
              <a:ext uri="{FF2B5EF4-FFF2-40B4-BE49-F238E27FC236}">
                <a16:creationId xmlns:a16="http://schemas.microsoft.com/office/drawing/2014/main" id="{FC96B1B6-1981-3C53-7AA9-AF55E7B94953}"/>
              </a:ext>
            </a:extLst>
          </p:cNvPr>
          <p:cNvSpPr>
            <a:spLocks noGrp="1" noRot="1" noChangeAspect="1" noMove="1" noResize="1"/>
          </p:cNvSpPr>
          <p:nvPr userDrawn="1"/>
        </p:nvSpPr>
        <p:spPr bwMode="ltGray">
          <a:xfrm>
            <a:off x="0" y="0"/>
            <a:ext cx="12192000" cy="6857845"/>
          </a:xfrm>
          <a:prstGeom prst="rect">
            <a:avLst/>
          </a:prstGeom>
          <a:blipFill dpi="0"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 l="17148" t="-65285" r="47026" b="65285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Picture Placeholder">
            <a:extLst>
              <a:ext uri="{FF2B5EF4-FFF2-40B4-BE49-F238E27FC236}">
                <a16:creationId xmlns:a16="http://schemas.microsoft.com/office/drawing/2014/main" id="{55001DE8-22B1-16BC-1B27-1E369A89A45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6"/>
          </p:nvPr>
        </p:nvSpPr>
        <p:spPr>
          <a:xfrm>
            <a:off x="6096000" y="0"/>
            <a:ext cx="6096000" cy="6858000"/>
          </a:xfrm>
          <a:solidFill>
            <a:schemeClr val="bg1">
              <a:lumMod val="75000"/>
            </a:schemeClr>
          </a:solidFill>
        </p:spPr>
        <p:txBody>
          <a:bodyPr anchor="ctr"/>
          <a:lstStyle>
            <a:lvl1pPr marL="4572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5C0787E2-82A1-9698-B70D-388920516C1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6605C61B-1C53-2644-8B26-3D798E595467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ED6FBF79-816D-C990-285B-C912F724608B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ext Placeholder Section Title">
            <a:extLst>
              <a:ext uri="{FF2B5EF4-FFF2-40B4-BE49-F238E27FC236}">
                <a16:creationId xmlns:a16="http://schemas.microsoft.com/office/drawing/2014/main" id="{6938044E-C214-ABE6-6B9D-DFE447959D0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199" y="1341582"/>
            <a:ext cx="1616423" cy="245748"/>
          </a:xfrm>
        </p:spPr>
        <p:txBody>
          <a:bodyPr wrap="none" anchor="t"/>
          <a:lstStyle>
            <a:lvl1pPr marL="0" indent="0">
              <a:buNone/>
              <a:defRPr sz="1100" b="0" i="0">
                <a:solidFill>
                  <a:schemeClr val="bg2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8" name="Title Placeholder">
            <a:extLst>
              <a:ext uri="{FF2B5EF4-FFF2-40B4-BE49-F238E27FC236}">
                <a16:creationId xmlns:a16="http://schemas.microsoft.com/office/drawing/2014/main" id="{06341798-CAA7-F4C7-8DE2-464168DE8E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199" y="1643781"/>
            <a:ext cx="2849272" cy="106848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3000">
                <a:latin typeface="+mj-lt"/>
              </a:defRPr>
            </a:lvl1pPr>
          </a:lstStyle>
          <a:p>
            <a:r>
              <a:rPr lang="en-US"/>
              <a:t>Click to write a slide title that fits in 3 lines.</a:t>
            </a:r>
          </a:p>
        </p:txBody>
      </p:sp>
      <p:sp>
        <p:nvSpPr>
          <p:cNvPr id="9" name="Text Placeholder Subtitle">
            <a:extLst>
              <a:ext uri="{FF2B5EF4-FFF2-40B4-BE49-F238E27FC236}">
                <a16:creationId xmlns:a16="http://schemas.microsoft.com/office/drawing/2014/main" id="{34FD35AA-BE4E-E5C8-E9D6-3B9224D800B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99" y="2798664"/>
            <a:ext cx="2849272" cy="539847"/>
          </a:xfrm>
        </p:spPr>
        <p:txBody>
          <a:bodyPr rIns="0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write a subtitle that is 1-2 lines long. </a:t>
            </a:r>
          </a:p>
        </p:txBody>
      </p:sp>
      <p:sp>
        <p:nvSpPr>
          <p:cNvPr id="4" name="Text Placeholder Body">
            <a:extLst>
              <a:ext uri="{FF2B5EF4-FFF2-40B4-BE49-F238E27FC236}">
                <a16:creationId xmlns:a16="http://schemas.microsoft.com/office/drawing/2014/main" id="{42C507F9-AB83-08EB-6A55-4EC9B0BE6ED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63500" y="3576638"/>
            <a:ext cx="2851200" cy="22288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20897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cial Content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00% Stripe">
            <a:extLst>
              <a:ext uri="{FF2B5EF4-FFF2-40B4-BE49-F238E27FC236}">
                <a16:creationId xmlns:a16="http://schemas.microsoft.com/office/drawing/2014/main" id="{6C3F682B-0019-6735-A7EA-478E48D8DD05}"/>
              </a:ext>
            </a:extLst>
          </p:cNvPr>
          <p:cNvSpPr>
            <a:spLocks noGrp="1" noRot="1" noChangeAspect="1" noMove="1" noResize="1"/>
          </p:cNvSpPr>
          <p:nvPr userDrawn="1"/>
        </p:nvSpPr>
        <p:spPr bwMode="ltGray">
          <a:xfrm>
            <a:off x="0" y="0"/>
            <a:ext cx="12192000" cy="6857845"/>
          </a:xfrm>
          <a:prstGeom prst="rect">
            <a:avLst/>
          </a:prstGeom>
          <a:blipFill dpi="0"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 l="56698" r="7476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5C0787E2-82A1-9698-B70D-388920516C1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6605C61B-1C53-2644-8B26-3D798E595467}" type="slidenum">
              <a:rPr lang="en-US" smtClean="0"/>
              <a:t>‹#›</a:t>
            </a:fld>
            <a:endParaRPr lang="en-US"/>
          </a:p>
        </p:txBody>
      </p:sp>
      <p:sp>
        <p:nvSpPr>
          <p:cNvPr id="27" name="Text Placeholder Section Title">
            <a:extLst>
              <a:ext uri="{FF2B5EF4-FFF2-40B4-BE49-F238E27FC236}">
                <a16:creationId xmlns:a16="http://schemas.microsoft.com/office/drawing/2014/main" id="{4F4ADB8E-CC00-AFB7-C822-46F24E2B3A2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441471"/>
            <a:ext cx="1616423" cy="245748"/>
          </a:xfrm>
        </p:spPr>
        <p:txBody>
          <a:bodyPr wrap="none" anchor="t"/>
          <a:lstStyle>
            <a:lvl1pPr marL="0" indent="0">
              <a:buNone/>
              <a:defRPr sz="1100" b="0" i="0">
                <a:solidFill>
                  <a:schemeClr val="bg2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25" name="Title Placeholder">
            <a:extLst>
              <a:ext uri="{FF2B5EF4-FFF2-40B4-BE49-F238E27FC236}">
                <a16:creationId xmlns:a16="http://schemas.microsoft.com/office/drawing/2014/main" id="{E8FC39EE-5F3F-F1AA-7202-5CF7DF01BC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743670"/>
            <a:ext cx="6000720" cy="106848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3000"/>
            </a:lvl1pPr>
          </a:lstStyle>
          <a:p>
            <a:r>
              <a:rPr lang="en-US"/>
              <a:t>Click to write a slide title that fits in 3 lines.</a:t>
            </a:r>
          </a:p>
        </p:txBody>
      </p:sp>
      <p:sp>
        <p:nvSpPr>
          <p:cNvPr id="26" name="Text PlaceholderSubtitle">
            <a:extLst>
              <a:ext uri="{FF2B5EF4-FFF2-40B4-BE49-F238E27FC236}">
                <a16:creationId xmlns:a16="http://schemas.microsoft.com/office/drawing/2014/main" id="{E90FED71-744C-64E5-EAB3-06FE2A33FF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1898553"/>
            <a:ext cx="6000720" cy="539847"/>
          </a:xfrm>
        </p:spPr>
        <p:txBody>
          <a:bodyPr rIns="0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write a subtitle that is 1-2 lines long. </a:t>
            </a:r>
          </a:p>
        </p:txBody>
      </p:sp>
      <p:sp>
        <p:nvSpPr>
          <p:cNvPr id="30" name="Text Placeholder Body 1">
            <a:extLst>
              <a:ext uri="{FF2B5EF4-FFF2-40B4-BE49-F238E27FC236}">
                <a16:creationId xmlns:a16="http://schemas.microsoft.com/office/drawing/2014/main" id="{BA687A48-0B3C-7B75-FCD0-73249615EE4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691502"/>
            <a:ext cx="2855159" cy="3113986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cillum</a:t>
            </a:r>
            <a:r>
              <a:rPr lang="en-US"/>
              <a:t> dolore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fugiat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pariatur</a:t>
            </a:r>
            <a:r>
              <a:rPr lang="en-US"/>
              <a:t>. </a:t>
            </a:r>
            <a:r>
              <a:rPr lang="en-US" err="1"/>
              <a:t>Excepteur</a:t>
            </a:r>
            <a:r>
              <a:rPr lang="en-US"/>
              <a:t> </a:t>
            </a:r>
            <a:r>
              <a:rPr lang="en-US" err="1"/>
              <a:t>sint</a:t>
            </a:r>
            <a:r>
              <a:rPr lang="en-US"/>
              <a:t> </a:t>
            </a:r>
            <a:r>
              <a:rPr lang="en-US" err="1"/>
              <a:t>occaecat</a:t>
            </a:r>
            <a:r>
              <a:rPr lang="en-US"/>
              <a:t> </a:t>
            </a:r>
            <a:r>
              <a:rPr lang="en-US" err="1"/>
              <a:t>cupidatat</a:t>
            </a:r>
            <a:r>
              <a:rPr lang="en-US"/>
              <a:t> non </a:t>
            </a:r>
            <a:r>
              <a:rPr lang="en-US" err="1"/>
              <a:t>proident</a:t>
            </a:r>
            <a:r>
              <a:rPr lang="en-US"/>
              <a:t>, sunt in culpa qui </a:t>
            </a:r>
            <a:r>
              <a:rPr lang="en-US" err="1"/>
              <a:t>officia</a:t>
            </a:r>
            <a:r>
              <a:rPr lang="en-US"/>
              <a:t> </a:t>
            </a:r>
            <a:r>
              <a:rPr lang="en-US" err="1"/>
              <a:t>deserunt</a:t>
            </a:r>
            <a:r>
              <a:rPr lang="en-US"/>
              <a:t> </a:t>
            </a:r>
            <a:r>
              <a:rPr lang="en-US" err="1"/>
              <a:t>mollit</a:t>
            </a:r>
            <a:r>
              <a:rPr lang="en-US"/>
              <a:t> </a:t>
            </a:r>
            <a:r>
              <a:rPr lang="en-US" err="1"/>
              <a:t>anim</a:t>
            </a:r>
            <a:r>
              <a:rPr lang="en-US"/>
              <a:t> id </a:t>
            </a: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laborum</a:t>
            </a:r>
            <a:r>
              <a:rPr lang="en-US"/>
              <a:t>.</a:t>
            </a:r>
          </a:p>
        </p:txBody>
      </p:sp>
      <p:sp>
        <p:nvSpPr>
          <p:cNvPr id="31" name="Text Placeholder Body 2">
            <a:extLst>
              <a:ext uri="{FF2B5EF4-FFF2-40B4-BE49-F238E27FC236}">
                <a16:creationId xmlns:a16="http://schemas.microsoft.com/office/drawing/2014/main" id="{7C32423F-8905-366D-596D-51841B5B85E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609008" y="2691502"/>
            <a:ext cx="2854800" cy="3113986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cillum</a:t>
            </a:r>
            <a:r>
              <a:rPr lang="en-US"/>
              <a:t> dolore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fugiat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pariatur</a:t>
            </a:r>
            <a:r>
              <a:rPr lang="en-US"/>
              <a:t>. </a:t>
            </a:r>
            <a:r>
              <a:rPr lang="en-US" err="1"/>
              <a:t>Excepteur</a:t>
            </a:r>
            <a:r>
              <a:rPr lang="en-US"/>
              <a:t> </a:t>
            </a:r>
            <a:r>
              <a:rPr lang="en-US" err="1"/>
              <a:t>sint</a:t>
            </a:r>
            <a:r>
              <a:rPr lang="en-US"/>
              <a:t> </a:t>
            </a:r>
            <a:r>
              <a:rPr lang="en-US" err="1"/>
              <a:t>occaecat</a:t>
            </a:r>
            <a:r>
              <a:rPr lang="en-US"/>
              <a:t> </a:t>
            </a:r>
            <a:r>
              <a:rPr lang="en-US" err="1"/>
              <a:t>cupidatat</a:t>
            </a:r>
            <a:r>
              <a:rPr lang="en-US"/>
              <a:t> non </a:t>
            </a:r>
            <a:r>
              <a:rPr lang="en-US" err="1"/>
              <a:t>proident</a:t>
            </a:r>
            <a:r>
              <a:rPr lang="en-US"/>
              <a:t>, sunt in culpa qui </a:t>
            </a:r>
            <a:r>
              <a:rPr lang="en-US" err="1"/>
              <a:t>officia</a:t>
            </a:r>
            <a:r>
              <a:rPr lang="en-US"/>
              <a:t> </a:t>
            </a:r>
            <a:r>
              <a:rPr lang="en-US" err="1"/>
              <a:t>deserunt</a:t>
            </a:r>
            <a:r>
              <a:rPr lang="en-US"/>
              <a:t> </a:t>
            </a:r>
            <a:r>
              <a:rPr lang="en-US" err="1"/>
              <a:t>mollit</a:t>
            </a:r>
            <a:r>
              <a:rPr lang="en-US"/>
              <a:t> </a:t>
            </a:r>
            <a:r>
              <a:rPr lang="en-US" err="1"/>
              <a:t>anim</a:t>
            </a:r>
            <a:r>
              <a:rPr lang="en-US"/>
              <a:t> id </a:t>
            </a: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laborum</a:t>
            </a:r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24125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cial Content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00% Stripe">
            <a:extLst>
              <a:ext uri="{FF2B5EF4-FFF2-40B4-BE49-F238E27FC236}">
                <a16:creationId xmlns:a16="http://schemas.microsoft.com/office/drawing/2014/main" id="{768D5808-0601-CFA1-ECB4-20EE91E32236}"/>
              </a:ext>
            </a:extLst>
          </p:cNvPr>
          <p:cNvSpPr>
            <a:spLocks noGrp="1" noRot="1" noChangeAspect="1" noMove="1" noResize="1"/>
          </p:cNvSpPr>
          <p:nvPr userDrawn="1"/>
        </p:nvSpPr>
        <p:spPr bwMode="ltGray">
          <a:xfrm>
            <a:off x="0" y="0"/>
            <a:ext cx="12192000" cy="6857845"/>
          </a:xfrm>
          <a:prstGeom prst="rect">
            <a:avLst/>
          </a:prstGeom>
          <a:blipFill dpi="0"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 l="3814" r="6036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5C0787E2-82A1-9698-B70D-388920516C1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6605C61B-1C53-2644-8B26-3D798E595467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7E730E-F1FA-57DE-B7B0-B35D6B07D75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Text Placeholder Section Title">
            <a:extLst>
              <a:ext uri="{FF2B5EF4-FFF2-40B4-BE49-F238E27FC236}">
                <a16:creationId xmlns:a16="http://schemas.microsoft.com/office/drawing/2014/main" id="{4F4ADB8E-CC00-AFB7-C822-46F24E2B3A2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69626" y="441471"/>
            <a:ext cx="1616423" cy="245748"/>
          </a:xfrm>
        </p:spPr>
        <p:txBody>
          <a:bodyPr wrap="none" anchor="t"/>
          <a:lstStyle>
            <a:lvl1pPr marL="0" indent="0">
              <a:buNone/>
              <a:defRPr sz="1100" b="0" i="0">
                <a:solidFill>
                  <a:schemeClr val="bg2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25" name="Title Placeholder">
            <a:extLst>
              <a:ext uri="{FF2B5EF4-FFF2-40B4-BE49-F238E27FC236}">
                <a16:creationId xmlns:a16="http://schemas.microsoft.com/office/drawing/2014/main" id="{E8FC39EE-5F3F-F1AA-7202-5CF7DF01BC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69626" y="743670"/>
            <a:ext cx="2858486" cy="106848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3000"/>
            </a:lvl1pPr>
          </a:lstStyle>
          <a:p>
            <a:r>
              <a:rPr lang="en-US"/>
              <a:t>Click to write a slide title that fits in 3 lines.</a:t>
            </a:r>
          </a:p>
        </p:txBody>
      </p:sp>
      <p:sp>
        <p:nvSpPr>
          <p:cNvPr id="26" name="Text Placeholder Subtitle">
            <a:extLst>
              <a:ext uri="{FF2B5EF4-FFF2-40B4-BE49-F238E27FC236}">
                <a16:creationId xmlns:a16="http://schemas.microsoft.com/office/drawing/2014/main" id="{E90FED71-744C-64E5-EAB3-06FE2A33FF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69626" y="1898553"/>
            <a:ext cx="2858486" cy="539847"/>
          </a:xfrm>
        </p:spPr>
        <p:txBody>
          <a:bodyPr rIns="0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write a subtitle that is 1-2 lines long. </a:t>
            </a:r>
          </a:p>
        </p:txBody>
      </p:sp>
      <p:sp>
        <p:nvSpPr>
          <p:cNvPr id="30" name="Text Placeholder Body">
            <a:extLst>
              <a:ext uri="{FF2B5EF4-FFF2-40B4-BE49-F238E27FC236}">
                <a16:creationId xmlns:a16="http://schemas.microsoft.com/office/drawing/2014/main" id="{BA687A48-0B3C-7B75-FCD0-73249615EE4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69627" y="2691502"/>
            <a:ext cx="2858486" cy="3113986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cillum</a:t>
            </a:r>
            <a:r>
              <a:rPr lang="en-US"/>
              <a:t> dolore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fugiat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pariatur</a:t>
            </a:r>
            <a:r>
              <a:rPr lang="en-US"/>
              <a:t>. </a:t>
            </a:r>
            <a:r>
              <a:rPr lang="en-US" err="1"/>
              <a:t>Excepteur</a:t>
            </a:r>
            <a:r>
              <a:rPr lang="en-US"/>
              <a:t> </a:t>
            </a:r>
            <a:r>
              <a:rPr lang="en-US" err="1"/>
              <a:t>sint</a:t>
            </a:r>
            <a:r>
              <a:rPr lang="en-US"/>
              <a:t> </a:t>
            </a:r>
            <a:r>
              <a:rPr lang="en-US" err="1"/>
              <a:t>occaecat</a:t>
            </a:r>
            <a:r>
              <a:rPr lang="en-US"/>
              <a:t> </a:t>
            </a:r>
            <a:r>
              <a:rPr lang="en-US" err="1"/>
              <a:t>cupidatat</a:t>
            </a:r>
            <a:r>
              <a:rPr lang="en-US"/>
              <a:t> non </a:t>
            </a:r>
            <a:r>
              <a:rPr lang="en-US" err="1"/>
              <a:t>proident</a:t>
            </a:r>
            <a:r>
              <a:rPr lang="en-US"/>
              <a:t>, sunt in culpa qui </a:t>
            </a:r>
            <a:r>
              <a:rPr lang="en-US" err="1"/>
              <a:t>officia</a:t>
            </a:r>
            <a:r>
              <a:rPr lang="en-US"/>
              <a:t> </a:t>
            </a:r>
            <a:r>
              <a:rPr lang="en-US" err="1"/>
              <a:t>deserunt</a:t>
            </a:r>
            <a:r>
              <a:rPr lang="en-US"/>
              <a:t> </a:t>
            </a:r>
            <a:r>
              <a:rPr lang="en-US" err="1"/>
              <a:t>mollit</a:t>
            </a:r>
            <a:r>
              <a:rPr lang="en-US"/>
              <a:t> </a:t>
            </a:r>
            <a:r>
              <a:rPr lang="en-US" err="1"/>
              <a:t>anim</a:t>
            </a:r>
            <a:r>
              <a:rPr lang="en-US"/>
              <a:t> id </a:t>
            </a: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laborum</a:t>
            </a:r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27224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cial Content 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100% Stripe">
            <a:extLst>
              <a:ext uri="{FF2B5EF4-FFF2-40B4-BE49-F238E27FC236}">
                <a16:creationId xmlns:a16="http://schemas.microsoft.com/office/drawing/2014/main" id="{715FE892-E39A-E260-BEF0-443B9DB3D43B}"/>
              </a:ext>
            </a:extLst>
          </p:cNvPr>
          <p:cNvSpPr>
            <a:spLocks noGrp="1" noRot="1" noChangeAspect="1" noMove="1" noResize="1"/>
          </p:cNvSpPr>
          <p:nvPr userDrawn="1"/>
        </p:nvSpPr>
        <p:spPr bwMode="ltGray">
          <a:xfrm>
            <a:off x="0" y="0"/>
            <a:ext cx="12192000" cy="6857845"/>
          </a:xfrm>
          <a:prstGeom prst="rect">
            <a:avLst/>
          </a:prstGeom>
          <a:blipFill dpi="0"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 l="67031" t="-65248" r="-2857" b="65248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5C0787E2-82A1-9698-B70D-388920516C1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6605C61B-1C53-2644-8B26-3D798E595467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1A30408C-AF8B-8A3A-0162-ECD54E547FB6}"/>
              </a:ext>
            </a:extLst>
          </p:cNvPr>
          <p:cNvSpPr>
            <a:spLocks noGrp="1"/>
          </p:cNvSpPr>
          <p:nvPr>
            <p:ph type="ftr" sz="quarter" idx="4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Section Title">
            <a:extLst>
              <a:ext uri="{FF2B5EF4-FFF2-40B4-BE49-F238E27FC236}">
                <a16:creationId xmlns:a16="http://schemas.microsoft.com/office/drawing/2014/main" id="{597050B1-A26B-B348-EFC5-17E814BA79A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441471"/>
            <a:ext cx="1616423" cy="245748"/>
          </a:xfrm>
        </p:spPr>
        <p:txBody>
          <a:bodyPr wrap="none" anchor="t"/>
          <a:lstStyle>
            <a:lvl1pPr marL="0" indent="0">
              <a:buNone/>
              <a:defRPr sz="1100" b="0" i="0">
                <a:solidFill>
                  <a:schemeClr val="bg2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3" name="Title Placeholder">
            <a:extLst>
              <a:ext uri="{FF2B5EF4-FFF2-40B4-BE49-F238E27FC236}">
                <a16:creationId xmlns:a16="http://schemas.microsoft.com/office/drawing/2014/main" id="{9D8678CA-682B-979C-CD30-A10F07F5B6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743670"/>
            <a:ext cx="9166825" cy="106848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3000"/>
            </a:lvl1pPr>
          </a:lstStyle>
          <a:p>
            <a:r>
              <a:rPr lang="en-US"/>
              <a:t>Click to write a slide title that fits in 3 lines.</a:t>
            </a:r>
          </a:p>
        </p:txBody>
      </p:sp>
      <p:sp>
        <p:nvSpPr>
          <p:cNvPr id="4" name="Text Placeholder Subtitle">
            <a:extLst>
              <a:ext uri="{FF2B5EF4-FFF2-40B4-BE49-F238E27FC236}">
                <a16:creationId xmlns:a16="http://schemas.microsoft.com/office/drawing/2014/main" id="{589BAA20-F6BF-9B17-CC05-EDEA542E0A3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1898553"/>
            <a:ext cx="9166825" cy="539847"/>
          </a:xfrm>
        </p:spPr>
        <p:txBody>
          <a:bodyPr rIns="0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write a subtitle that is 1-2 lines long. </a:t>
            </a:r>
          </a:p>
        </p:txBody>
      </p:sp>
      <p:sp>
        <p:nvSpPr>
          <p:cNvPr id="10" name="Text Placeholder Subhead 1">
            <a:extLst>
              <a:ext uri="{FF2B5EF4-FFF2-40B4-BE49-F238E27FC236}">
                <a16:creationId xmlns:a16="http://schemas.microsoft.com/office/drawing/2014/main" id="{8F45DC4B-E54A-7DD6-5DCE-8AA49500916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7200" y="2934502"/>
            <a:ext cx="1718278" cy="246221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600" b="1" i="0">
                <a:latin typeface="+mj-lt"/>
              </a:defRPr>
            </a:lvl1pPr>
            <a:lvl2pPr marL="502920" indent="0">
              <a:buNone/>
              <a:defRPr sz="1100"/>
            </a:lvl2pPr>
            <a:lvl3pPr marL="960120" indent="0">
              <a:buNone/>
              <a:defRPr sz="1100"/>
            </a:lvl3pPr>
            <a:lvl4pPr marL="1417320" indent="0">
              <a:buNone/>
              <a:defRPr sz="1100"/>
            </a:lvl4pPr>
            <a:lvl5pPr marL="1874520" indent="0">
              <a:buNone/>
              <a:defRPr sz="1100"/>
            </a:lvl5pPr>
          </a:lstStyle>
          <a:p>
            <a:pPr lvl="0"/>
            <a:r>
              <a:rPr lang="en-US"/>
              <a:t>Body subtitle</a:t>
            </a:r>
          </a:p>
        </p:txBody>
      </p:sp>
      <p:sp>
        <p:nvSpPr>
          <p:cNvPr id="9" name="Text Placeholder Body 1">
            <a:extLst>
              <a:ext uri="{FF2B5EF4-FFF2-40B4-BE49-F238E27FC236}">
                <a16:creationId xmlns:a16="http://schemas.microsoft.com/office/drawing/2014/main" id="{C22A7759-7B08-66FA-EEB8-23B82B0EDDC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7200" y="3276227"/>
            <a:ext cx="1718278" cy="2232398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endParaRPr lang="en-US"/>
          </a:p>
        </p:txBody>
      </p:sp>
      <p:sp>
        <p:nvSpPr>
          <p:cNvPr id="12" name="Text Placeholder Subhead 2">
            <a:extLst>
              <a:ext uri="{FF2B5EF4-FFF2-40B4-BE49-F238E27FC236}">
                <a16:creationId xmlns:a16="http://schemas.microsoft.com/office/drawing/2014/main" id="{6C90B9F2-F4CA-2849-AC01-CE6EB6808B3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369064" y="2934502"/>
            <a:ext cx="1718278" cy="246221"/>
          </a:xfrm>
        </p:spPr>
        <p:txBody>
          <a:bodyPr vert="horz" lIns="0" tIns="0" rIns="0" bIns="0" rtlCol="0">
            <a:noAutofit/>
          </a:bodyPr>
          <a:lstStyle>
            <a:lvl1pPr>
              <a:defRPr lang="en-US" sz="1600" b="1">
                <a:latin typeface="+mj-lt"/>
              </a:defRPr>
            </a:lvl1pPr>
          </a:lstStyle>
          <a:p>
            <a:pPr lvl="0"/>
            <a:r>
              <a:rPr lang="en-US"/>
              <a:t>Body subtitle</a:t>
            </a:r>
          </a:p>
        </p:txBody>
      </p:sp>
      <p:sp>
        <p:nvSpPr>
          <p:cNvPr id="11" name="Text Placeholder Body 2">
            <a:extLst>
              <a:ext uri="{FF2B5EF4-FFF2-40B4-BE49-F238E27FC236}">
                <a16:creationId xmlns:a16="http://schemas.microsoft.com/office/drawing/2014/main" id="{251EB063-6D50-B534-0000-A85587FEBB9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369064" y="3276227"/>
            <a:ext cx="1718278" cy="2232398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endParaRPr lang="en-US"/>
          </a:p>
        </p:txBody>
      </p:sp>
      <p:sp>
        <p:nvSpPr>
          <p:cNvPr id="14" name="Text Placeholder Subhead 3">
            <a:extLst>
              <a:ext uri="{FF2B5EF4-FFF2-40B4-BE49-F238E27FC236}">
                <a16:creationId xmlns:a16="http://schemas.microsoft.com/office/drawing/2014/main" id="{C747A4E7-9EF8-AAE5-FF17-97DB6068C7D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280928" y="2934502"/>
            <a:ext cx="1718278" cy="246221"/>
          </a:xfrm>
        </p:spPr>
        <p:txBody>
          <a:bodyPr vert="horz" lIns="0" tIns="0" rIns="0" bIns="0" rtlCol="0">
            <a:noAutofit/>
          </a:bodyPr>
          <a:lstStyle>
            <a:lvl1pPr>
              <a:defRPr lang="en-US" sz="1600" b="1">
                <a:latin typeface="+mj-lt"/>
              </a:defRPr>
            </a:lvl1pPr>
          </a:lstStyle>
          <a:p>
            <a:pPr lvl="0"/>
            <a:r>
              <a:rPr lang="en-US"/>
              <a:t>Body subtitle</a:t>
            </a:r>
          </a:p>
        </p:txBody>
      </p:sp>
      <p:sp>
        <p:nvSpPr>
          <p:cNvPr id="13" name="Text Placeholder Body 3">
            <a:extLst>
              <a:ext uri="{FF2B5EF4-FFF2-40B4-BE49-F238E27FC236}">
                <a16:creationId xmlns:a16="http://schemas.microsoft.com/office/drawing/2014/main" id="{EE3EC1B5-FF10-E813-D713-EF4595D59F1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280928" y="3276227"/>
            <a:ext cx="1718278" cy="2232398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endParaRPr lang="en-US"/>
          </a:p>
        </p:txBody>
      </p:sp>
      <p:sp>
        <p:nvSpPr>
          <p:cNvPr id="16" name="Text Placeholder Subhead 4">
            <a:extLst>
              <a:ext uri="{FF2B5EF4-FFF2-40B4-BE49-F238E27FC236}">
                <a16:creationId xmlns:a16="http://schemas.microsoft.com/office/drawing/2014/main" id="{5E74D773-1F99-3E88-5950-B9BC6B4AF2D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192792" y="2934502"/>
            <a:ext cx="1718278" cy="246221"/>
          </a:xfrm>
        </p:spPr>
        <p:txBody>
          <a:bodyPr vert="horz" lIns="0" tIns="0" rIns="0" bIns="0" rtlCol="0">
            <a:noAutofit/>
          </a:bodyPr>
          <a:lstStyle>
            <a:lvl1pPr>
              <a:defRPr lang="en-US" sz="1600" b="1">
                <a:latin typeface="+mj-lt"/>
              </a:defRPr>
            </a:lvl1pPr>
          </a:lstStyle>
          <a:p>
            <a:pPr lvl="0"/>
            <a:r>
              <a:rPr lang="en-US"/>
              <a:t>Body subtitle</a:t>
            </a:r>
          </a:p>
        </p:txBody>
      </p:sp>
      <p:sp>
        <p:nvSpPr>
          <p:cNvPr id="15" name="Text Placeholder Body 4">
            <a:extLst>
              <a:ext uri="{FF2B5EF4-FFF2-40B4-BE49-F238E27FC236}">
                <a16:creationId xmlns:a16="http://schemas.microsoft.com/office/drawing/2014/main" id="{915FBD73-F4E4-6C3D-EEDE-6E116F5C950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192792" y="3276227"/>
            <a:ext cx="1718278" cy="2232398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endParaRPr lang="en-US"/>
          </a:p>
        </p:txBody>
      </p:sp>
      <p:sp>
        <p:nvSpPr>
          <p:cNvPr id="18" name="Text Placeholder Subhead 5">
            <a:extLst>
              <a:ext uri="{FF2B5EF4-FFF2-40B4-BE49-F238E27FC236}">
                <a16:creationId xmlns:a16="http://schemas.microsoft.com/office/drawing/2014/main" id="{8716AFDE-E8C9-F809-747F-198849EC9B67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104656" y="2934502"/>
            <a:ext cx="1718278" cy="246221"/>
          </a:xfrm>
        </p:spPr>
        <p:txBody>
          <a:bodyPr vert="horz" lIns="0" tIns="0" rIns="0" bIns="0" rtlCol="0">
            <a:noAutofit/>
          </a:bodyPr>
          <a:lstStyle>
            <a:lvl1pPr>
              <a:defRPr lang="en-US" sz="1600" b="1">
                <a:latin typeface="+mj-lt"/>
              </a:defRPr>
            </a:lvl1pPr>
          </a:lstStyle>
          <a:p>
            <a:pPr lvl="0"/>
            <a:r>
              <a:rPr lang="en-US"/>
              <a:t>Body subtitle</a:t>
            </a:r>
          </a:p>
        </p:txBody>
      </p:sp>
      <p:sp>
        <p:nvSpPr>
          <p:cNvPr id="17" name="Text Placeholder Body 5">
            <a:extLst>
              <a:ext uri="{FF2B5EF4-FFF2-40B4-BE49-F238E27FC236}">
                <a16:creationId xmlns:a16="http://schemas.microsoft.com/office/drawing/2014/main" id="{626B2A26-145B-2E8A-4F16-C4166C060AA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104656" y="3276227"/>
            <a:ext cx="1718278" cy="2232398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endParaRPr lang="en-US"/>
          </a:p>
        </p:txBody>
      </p:sp>
      <p:sp>
        <p:nvSpPr>
          <p:cNvPr id="20" name="Text Placeholder Subhead 6">
            <a:extLst>
              <a:ext uri="{FF2B5EF4-FFF2-40B4-BE49-F238E27FC236}">
                <a16:creationId xmlns:a16="http://schemas.microsoft.com/office/drawing/2014/main" id="{7C8BE245-A0B3-6520-D60A-4F997AD7B65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016522" y="2934502"/>
            <a:ext cx="1718278" cy="246221"/>
          </a:xfrm>
        </p:spPr>
        <p:txBody>
          <a:bodyPr vert="horz" lIns="0" tIns="0" rIns="0" bIns="0" rtlCol="0">
            <a:noAutofit/>
          </a:bodyPr>
          <a:lstStyle>
            <a:lvl1pPr>
              <a:defRPr lang="en-US" sz="1600" b="1">
                <a:latin typeface="+mj-lt"/>
              </a:defRPr>
            </a:lvl1pPr>
          </a:lstStyle>
          <a:p>
            <a:pPr lvl="0"/>
            <a:r>
              <a:rPr lang="en-US"/>
              <a:t>Body subtitle</a:t>
            </a:r>
          </a:p>
        </p:txBody>
      </p:sp>
      <p:sp>
        <p:nvSpPr>
          <p:cNvPr id="19" name="Text Placeholder Body 6">
            <a:extLst>
              <a:ext uri="{FF2B5EF4-FFF2-40B4-BE49-F238E27FC236}">
                <a16:creationId xmlns:a16="http://schemas.microsoft.com/office/drawing/2014/main" id="{E846F70D-A193-A749-9126-DB8F619981C8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016522" y="3276227"/>
            <a:ext cx="1718278" cy="2232398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788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1000% Stripe">
            <a:extLst>
              <a:ext uri="{FF2B5EF4-FFF2-40B4-BE49-F238E27FC236}">
                <a16:creationId xmlns:a16="http://schemas.microsoft.com/office/drawing/2014/main" id="{88316B89-6DD6-DFE0-993F-2BD268336069}"/>
              </a:ext>
            </a:extLst>
          </p:cNvPr>
          <p:cNvSpPr>
            <a:spLocks noGrp="1" noRot="1" noChangeAspect="1" noMove="1" noResize="1"/>
          </p:cNvSpPr>
          <p:nvPr userDrawn="1"/>
        </p:nvSpPr>
        <p:spPr bwMode="ltGray">
          <a:xfrm>
            <a:off x="0" y="0"/>
            <a:ext cx="12192000" cy="68580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131069" t="14918" r="-10585" b="-692398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Title Placeholder">
            <a:extLst>
              <a:ext uri="{FF2B5EF4-FFF2-40B4-BE49-F238E27FC236}">
                <a16:creationId xmlns:a16="http://schemas.microsoft.com/office/drawing/2014/main" id="{D6872559-2221-7948-988C-BD799DA81A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10301" y="2949677"/>
            <a:ext cx="5524499" cy="95368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>
              <a:lnSpc>
                <a:spcPct val="75000"/>
              </a:lnSpc>
              <a:defRPr sz="6200" b="1" i="0">
                <a:latin typeface="+mj-lt"/>
              </a:defRPr>
            </a:lvl1pPr>
          </a:lstStyle>
          <a:p>
            <a:r>
              <a:rPr lang="en-US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9174223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ogo 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1000% Stripe">
            <a:extLst>
              <a:ext uri="{FF2B5EF4-FFF2-40B4-BE49-F238E27FC236}">
                <a16:creationId xmlns:a16="http://schemas.microsoft.com/office/drawing/2014/main" id="{D95A311B-A27A-3299-76E4-EEB8C4FF1BF7}"/>
              </a:ext>
            </a:extLst>
          </p:cNvPr>
          <p:cNvSpPr>
            <a:spLocks noGrp="1" noRot="1" noChangeAspect="1" noMove="1" noResize="1"/>
          </p:cNvSpPr>
          <p:nvPr userDrawn="1"/>
        </p:nvSpPr>
        <p:spPr bwMode="ltGray">
          <a:xfrm>
            <a:off x="0" y="0"/>
            <a:ext cx="12192000" cy="68580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131069" t="14918" r="-10585" b="-692398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8" name="HP Logo">
            <a:extLst>
              <a:ext uri="{FF2B5EF4-FFF2-40B4-BE49-F238E27FC236}">
                <a16:creationId xmlns:a16="http://schemas.microsoft.com/office/drawing/2014/main" id="{A3BFCA15-BE7A-64C7-6EB6-9BE14A87C7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67210" y="3418998"/>
            <a:ext cx="919655" cy="919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46020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5C0787E2-82A1-9698-B70D-388920516C1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6605C61B-1C53-2644-8B26-3D798E595467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ooter Placeholder">
            <a:extLst>
              <a:ext uri="{FF2B5EF4-FFF2-40B4-BE49-F238E27FC236}">
                <a16:creationId xmlns:a16="http://schemas.microsoft.com/office/drawing/2014/main" id="{BB7C1AC3-524E-8C33-270F-E7C99278D2E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Section Title">
            <a:extLst>
              <a:ext uri="{FF2B5EF4-FFF2-40B4-BE49-F238E27FC236}">
                <a16:creationId xmlns:a16="http://schemas.microsoft.com/office/drawing/2014/main" id="{0902B79E-E8A3-1BAE-158B-16C1F7CF358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441471"/>
            <a:ext cx="1616423" cy="245748"/>
          </a:xfrm>
        </p:spPr>
        <p:txBody>
          <a:bodyPr wrap="none" anchor="t"/>
          <a:lstStyle>
            <a:lvl1pPr marL="0" indent="0">
              <a:buNone/>
              <a:defRPr sz="1100" b="0" i="0">
                <a:solidFill>
                  <a:schemeClr val="bg2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4" name="Title Placeholder">
            <a:extLst>
              <a:ext uri="{FF2B5EF4-FFF2-40B4-BE49-F238E27FC236}">
                <a16:creationId xmlns:a16="http://schemas.microsoft.com/office/drawing/2014/main" id="{75188F2D-77F8-2852-93EB-92CC83AE8C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743671"/>
            <a:ext cx="11279734" cy="3933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3000"/>
            </a:lvl1pPr>
          </a:lstStyle>
          <a:p>
            <a:r>
              <a:rPr lang="en-US"/>
              <a:t>Click to write a slide title that fits in 1 line</a:t>
            </a:r>
          </a:p>
        </p:txBody>
      </p:sp>
      <p:sp>
        <p:nvSpPr>
          <p:cNvPr id="3" name="Content Placeholder">
            <a:extLst>
              <a:ext uri="{FF2B5EF4-FFF2-40B4-BE49-F238E27FC236}">
                <a16:creationId xmlns:a16="http://schemas.microsoft.com/office/drawing/2014/main" id="{27B96E57-9D49-C002-D5FE-433D28189E8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" y="1790700"/>
            <a:ext cx="5491163" cy="4014788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  <a:lvl6pPr>
              <a:defRPr lang="en-US" dirty="0"/>
            </a:lvl6pPr>
            <a:lvl7pPr>
              <a:defRPr lang="en-US" dirty="0"/>
            </a:lvl7pPr>
            <a:lvl8pPr>
              <a:defRPr/>
            </a:lvl8pPr>
            <a:lvl9pPr>
              <a:lnSpc>
                <a:spcPct val="90000"/>
              </a:lnSpc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39156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5C0787E2-82A1-9698-B70D-388920516C1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6605C61B-1C53-2644-8B26-3D798E595467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00421F85-12B9-6441-D6A9-97835AF76DCD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 Placeholder Section Title">
            <a:extLst>
              <a:ext uri="{FF2B5EF4-FFF2-40B4-BE49-F238E27FC236}">
                <a16:creationId xmlns:a16="http://schemas.microsoft.com/office/drawing/2014/main" id="{45A8C35D-FEC5-EA44-C336-68090247F4F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441471"/>
            <a:ext cx="1616423" cy="245748"/>
          </a:xfrm>
        </p:spPr>
        <p:txBody>
          <a:bodyPr wrap="none" anchor="t"/>
          <a:lstStyle>
            <a:lvl1pPr marL="0" indent="0">
              <a:buNone/>
              <a:defRPr sz="1100" b="0" i="0">
                <a:solidFill>
                  <a:schemeClr val="bg2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8" name="Title Placeholder">
            <a:extLst>
              <a:ext uri="{FF2B5EF4-FFF2-40B4-BE49-F238E27FC236}">
                <a16:creationId xmlns:a16="http://schemas.microsoft.com/office/drawing/2014/main" id="{BBA1204C-2645-E356-4F3D-1EF7904D4D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743671"/>
            <a:ext cx="11278800" cy="3933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3000"/>
            </a:lvl1pPr>
          </a:lstStyle>
          <a:p>
            <a:r>
              <a:rPr lang="en-US"/>
              <a:t>Click to write a slide title that fits in 1 line</a:t>
            </a:r>
          </a:p>
        </p:txBody>
      </p:sp>
      <p:sp>
        <p:nvSpPr>
          <p:cNvPr id="4" name="Text Placeholder Subtitle">
            <a:extLst>
              <a:ext uri="{FF2B5EF4-FFF2-40B4-BE49-F238E27FC236}">
                <a16:creationId xmlns:a16="http://schemas.microsoft.com/office/drawing/2014/main" id="{F39E5016-CC21-E5AE-DD36-FC1CA650571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8730" y="1136970"/>
            <a:ext cx="11278800" cy="295967"/>
          </a:xfrm>
        </p:spPr>
        <p:txBody>
          <a:bodyPr rIns="0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write a subtitle that fits in one line.</a:t>
            </a:r>
          </a:p>
        </p:txBody>
      </p:sp>
      <p:sp>
        <p:nvSpPr>
          <p:cNvPr id="3" name="Content Placeholder">
            <a:extLst>
              <a:ext uri="{FF2B5EF4-FFF2-40B4-BE49-F238E27FC236}">
                <a16:creationId xmlns:a16="http://schemas.microsoft.com/office/drawing/2014/main" id="{099B6F11-4885-0DE9-0E99-3B9E79CC6DC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57200" y="1790700"/>
            <a:ext cx="5491163" cy="4014788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  <a:lvl6pPr>
              <a:defRPr lang="en-US" dirty="0"/>
            </a:lvl6pPr>
            <a:lvl7pPr>
              <a:defRPr lang="en-US" dirty="0"/>
            </a:lvl7pPr>
            <a:lvl8pPr>
              <a:defRPr/>
            </a:lvl8pPr>
            <a:lvl9pPr>
              <a:lnSpc>
                <a:spcPct val="90000"/>
              </a:lnSpc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04291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5C0787E2-82A1-9698-B70D-388920516C1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6605C61B-1C53-2644-8B26-3D798E595467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05B0E2F6-24DE-0884-D261-519B68A9730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Section Title">
            <a:extLst>
              <a:ext uri="{FF2B5EF4-FFF2-40B4-BE49-F238E27FC236}">
                <a16:creationId xmlns:a16="http://schemas.microsoft.com/office/drawing/2014/main" id="{7C39A41C-2A31-66E4-F679-EB0D2040C54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441471"/>
            <a:ext cx="1616423" cy="245748"/>
          </a:xfrm>
        </p:spPr>
        <p:txBody>
          <a:bodyPr wrap="none" anchor="t"/>
          <a:lstStyle>
            <a:lvl1pPr marL="0" indent="0">
              <a:buNone/>
              <a:defRPr sz="1100" b="0" i="0">
                <a:solidFill>
                  <a:schemeClr val="bg2">
                    <a:lumMod val="50000"/>
                  </a:schemeClr>
                </a:solidFill>
                <a:latin typeface="HP Forma DJR Office" pitchFamily="2" charset="77"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3" name="Title Placeholder">
            <a:extLst>
              <a:ext uri="{FF2B5EF4-FFF2-40B4-BE49-F238E27FC236}">
                <a16:creationId xmlns:a16="http://schemas.microsoft.com/office/drawing/2014/main" id="{08AC38AE-33C4-2144-8AE8-E321E9BA52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743671"/>
            <a:ext cx="11278800" cy="62018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3000"/>
            </a:lvl1pPr>
          </a:lstStyle>
          <a:p>
            <a:r>
              <a:rPr lang="en-US"/>
              <a:t>Click to write a slide title that fits in 2 lines if you need more space to explain your idea.</a:t>
            </a:r>
          </a:p>
        </p:txBody>
      </p:sp>
      <p:sp>
        <p:nvSpPr>
          <p:cNvPr id="2" name="Text Placeholder Subtitle">
            <a:extLst>
              <a:ext uri="{FF2B5EF4-FFF2-40B4-BE49-F238E27FC236}">
                <a16:creationId xmlns:a16="http://schemas.microsoft.com/office/drawing/2014/main" id="{AB164EB7-64B7-6185-24C3-8199AED2D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8729" y="1489708"/>
            <a:ext cx="11278800" cy="29596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write a subtitle that fits in one line.</a:t>
            </a:r>
          </a:p>
        </p:txBody>
      </p:sp>
      <p:sp>
        <p:nvSpPr>
          <p:cNvPr id="7" name="Content Placeholder">
            <a:extLst>
              <a:ext uri="{FF2B5EF4-FFF2-40B4-BE49-F238E27FC236}">
                <a16:creationId xmlns:a16="http://schemas.microsoft.com/office/drawing/2014/main" id="{193E429C-2EF8-B9CB-A477-44FA6A73F09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57200" y="2207622"/>
            <a:ext cx="5491163" cy="3597865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  <a:lvl6pPr>
              <a:defRPr lang="en-US" dirty="0"/>
            </a:lvl6pPr>
            <a:lvl7pPr>
              <a:defRPr lang="en-US" dirty="0"/>
            </a:lvl7pPr>
            <a:lvl8pPr>
              <a:defRPr/>
            </a:lvl8pPr>
            <a:lvl9pPr>
              <a:lnSpc>
                <a:spcPct val="90000"/>
              </a:lnSpc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365840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5C0787E2-82A1-9698-B70D-388920516C1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6605C61B-1C53-2644-8B26-3D798E595467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037A497F-4224-2320-B8F7-09AB5609A8F8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 Placeholder Section Title">
            <a:extLst>
              <a:ext uri="{FF2B5EF4-FFF2-40B4-BE49-F238E27FC236}">
                <a16:creationId xmlns:a16="http://schemas.microsoft.com/office/drawing/2014/main" id="{45A8C35D-FEC5-EA44-C336-68090247F4F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441471"/>
            <a:ext cx="1616423" cy="245748"/>
          </a:xfrm>
        </p:spPr>
        <p:txBody>
          <a:bodyPr wrap="none" anchor="t"/>
          <a:lstStyle>
            <a:lvl1pPr marL="0" indent="0">
              <a:buNone/>
              <a:defRPr sz="1100" b="0" i="0">
                <a:solidFill>
                  <a:schemeClr val="bg2">
                    <a:lumMod val="50000"/>
                  </a:schemeClr>
                </a:solidFill>
                <a:latin typeface="HP Forma DJR Office" pitchFamily="2" charset="77"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8" name="Title Placeholder">
            <a:extLst>
              <a:ext uri="{FF2B5EF4-FFF2-40B4-BE49-F238E27FC236}">
                <a16:creationId xmlns:a16="http://schemas.microsoft.com/office/drawing/2014/main" id="{BBA1204C-2645-E356-4F3D-1EF7904D4D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743671"/>
            <a:ext cx="11278800" cy="3933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3000"/>
            </a:lvl1pPr>
          </a:lstStyle>
          <a:p>
            <a:r>
              <a:rPr lang="en-US"/>
              <a:t>Click to write a slide title that fits in 1 line</a:t>
            </a:r>
          </a:p>
        </p:txBody>
      </p:sp>
      <p:sp>
        <p:nvSpPr>
          <p:cNvPr id="7" name="Text Placeholder Subtitle">
            <a:extLst>
              <a:ext uri="{FF2B5EF4-FFF2-40B4-BE49-F238E27FC236}">
                <a16:creationId xmlns:a16="http://schemas.microsoft.com/office/drawing/2014/main" id="{348E0F53-7312-3463-2CB1-A370E828A96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1136970"/>
            <a:ext cx="11278800" cy="29596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write a subtitle that fits in one line.</a:t>
            </a:r>
          </a:p>
        </p:txBody>
      </p:sp>
      <p:sp>
        <p:nvSpPr>
          <p:cNvPr id="3" name="Text Placeholder Subhead">
            <a:extLst>
              <a:ext uri="{FF2B5EF4-FFF2-40B4-BE49-F238E27FC236}">
                <a16:creationId xmlns:a16="http://schemas.microsoft.com/office/drawing/2014/main" id="{74BBF8D5-D0AE-13E9-5DEC-29503C9F67F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7200" y="1760400"/>
            <a:ext cx="3562350" cy="217476"/>
          </a:xfrm>
        </p:spPr>
        <p:txBody>
          <a:bodyPr rIns="147600"/>
          <a:lstStyle>
            <a:lvl1pPr marL="0" indent="0">
              <a:lnSpc>
                <a:spcPct val="100000"/>
              </a:lnSpc>
              <a:buNone/>
              <a:defRPr sz="1600" b="1" i="0">
                <a:latin typeface="+mj-lt"/>
              </a:defRPr>
            </a:lvl1pPr>
            <a:lvl2pPr marL="502920" indent="0">
              <a:buNone/>
              <a:defRPr sz="1100"/>
            </a:lvl2pPr>
            <a:lvl3pPr marL="960120" indent="0">
              <a:buNone/>
              <a:defRPr sz="1100"/>
            </a:lvl3pPr>
            <a:lvl4pPr marL="1417320" indent="0">
              <a:buNone/>
              <a:defRPr sz="1100"/>
            </a:lvl4pPr>
            <a:lvl5pPr marL="1874520" indent="0">
              <a:buNone/>
              <a:defRPr sz="1100"/>
            </a:lvl5pPr>
          </a:lstStyle>
          <a:p>
            <a:pPr lvl="0"/>
            <a:r>
              <a:rPr lang="en-US"/>
              <a:t>Body copy subtitle that fits in one line</a:t>
            </a:r>
          </a:p>
        </p:txBody>
      </p:sp>
      <p:sp>
        <p:nvSpPr>
          <p:cNvPr id="2" name="Text Placeholder Body">
            <a:extLst>
              <a:ext uri="{FF2B5EF4-FFF2-40B4-BE49-F238E27FC236}">
                <a16:creationId xmlns:a16="http://schemas.microsoft.com/office/drawing/2014/main" id="{8596D0EC-D6DF-3830-B23E-3670D2ECC72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098800"/>
            <a:ext cx="3562350" cy="3706688"/>
          </a:xfrm>
        </p:spPr>
        <p:txBody>
          <a:bodyPr vert="horz" lIns="0" tIns="0" rIns="147600" bIns="0" rtlCol="0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cillum</a:t>
            </a:r>
            <a:r>
              <a:rPr lang="en-US"/>
              <a:t> dolore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fugiat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pariatur</a:t>
            </a:r>
            <a:r>
              <a:rPr lang="en-US"/>
              <a:t>. </a:t>
            </a:r>
            <a:r>
              <a:rPr lang="en-US" err="1"/>
              <a:t>Excepteur</a:t>
            </a:r>
            <a:r>
              <a:rPr lang="en-US"/>
              <a:t> </a:t>
            </a:r>
            <a:r>
              <a:rPr lang="en-US" err="1"/>
              <a:t>sint</a:t>
            </a:r>
            <a:r>
              <a:rPr lang="en-US"/>
              <a:t> </a:t>
            </a:r>
            <a:r>
              <a:rPr lang="en-US" err="1"/>
              <a:t>occaecat</a:t>
            </a:r>
            <a:r>
              <a:rPr lang="en-US"/>
              <a:t> </a:t>
            </a:r>
            <a:r>
              <a:rPr lang="en-US" err="1"/>
              <a:t>cupidatat</a:t>
            </a:r>
            <a:r>
              <a:rPr lang="en-US"/>
              <a:t> non </a:t>
            </a:r>
            <a:r>
              <a:rPr lang="en-US" err="1"/>
              <a:t>proident</a:t>
            </a:r>
            <a:r>
              <a:rPr lang="en-US"/>
              <a:t>, sunt in culpa qui </a:t>
            </a:r>
            <a:r>
              <a:rPr lang="en-US" err="1"/>
              <a:t>officia</a:t>
            </a:r>
            <a:r>
              <a:rPr lang="en-US"/>
              <a:t> </a:t>
            </a:r>
            <a:r>
              <a:rPr lang="en-US" err="1"/>
              <a:t>deserunt</a:t>
            </a:r>
            <a:r>
              <a:rPr lang="en-US"/>
              <a:t> </a:t>
            </a:r>
            <a:r>
              <a:rPr lang="en-US" err="1"/>
              <a:t>mollit</a:t>
            </a:r>
            <a:r>
              <a:rPr lang="en-US"/>
              <a:t> </a:t>
            </a:r>
            <a:r>
              <a:rPr lang="en-US" err="1"/>
              <a:t>anim</a:t>
            </a:r>
            <a:r>
              <a:rPr lang="en-US"/>
              <a:t> id </a:t>
            </a: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laborum</a:t>
            </a:r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16021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">
            <a:extLst>
              <a:ext uri="{FF2B5EF4-FFF2-40B4-BE49-F238E27FC236}">
                <a16:creationId xmlns:a16="http://schemas.microsoft.com/office/drawing/2014/main" id="{AF298246-878D-BA5B-62D1-6214A583508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6"/>
          </p:nvPr>
        </p:nvSpPr>
        <p:spPr>
          <a:xfrm>
            <a:off x="457200" y="1793876"/>
            <a:ext cx="5491163" cy="4008732"/>
          </a:xfrm>
          <a:solidFill>
            <a:schemeClr val="bg1">
              <a:lumMod val="75000"/>
            </a:schemeClr>
          </a:solidFill>
        </p:spPr>
        <p:txBody>
          <a:bodyPr anchor="ctr"/>
          <a:lstStyle>
            <a:lvl1pPr marL="4572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5C0787E2-82A1-9698-B70D-388920516C1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6605C61B-1C53-2644-8B26-3D798E595467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Footer Placeholder">
            <a:extLst>
              <a:ext uri="{FF2B5EF4-FFF2-40B4-BE49-F238E27FC236}">
                <a16:creationId xmlns:a16="http://schemas.microsoft.com/office/drawing/2014/main" id="{AB4CEFF3-4703-70F8-96B0-BF8AB4C22C8B}"/>
              </a:ext>
            </a:extLst>
          </p:cNvPr>
          <p:cNvSpPr>
            <a:spLocks noGrp="1"/>
          </p:cNvSpPr>
          <p:nvPr>
            <p:ph type="ftr" sz="quarter" idx="3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Section Title">
            <a:extLst>
              <a:ext uri="{FF2B5EF4-FFF2-40B4-BE49-F238E27FC236}">
                <a16:creationId xmlns:a16="http://schemas.microsoft.com/office/drawing/2014/main" id="{B3F36132-EF79-2728-C551-EFAB7FF45F1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441471"/>
            <a:ext cx="1616423" cy="245748"/>
          </a:xfrm>
        </p:spPr>
        <p:txBody>
          <a:bodyPr wrap="none" anchor="t"/>
          <a:lstStyle>
            <a:lvl1pPr marL="0" indent="0">
              <a:buNone/>
              <a:defRPr sz="1100" b="0" i="0">
                <a:solidFill>
                  <a:schemeClr val="bg2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5" name="Title Placeholder">
            <a:extLst>
              <a:ext uri="{FF2B5EF4-FFF2-40B4-BE49-F238E27FC236}">
                <a16:creationId xmlns:a16="http://schemas.microsoft.com/office/drawing/2014/main" id="{BDB3EA29-5ECB-38B3-A159-887F3DA477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743671"/>
            <a:ext cx="11278800" cy="3933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3000"/>
            </a:lvl1pPr>
          </a:lstStyle>
          <a:p>
            <a:r>
              <a:rPr lang="en-US"/>
              <a:t>Click to write a slide title that fits in 1 line</a:t>
            </a:r>
          </a:p>
        </p:txBody>
      </p:sp>
      <p:sp>
        <p:nvSpPr>
          <p:cNvPr id="28" name="Text Placeholder Subtitle">
            <a:extLst>
              <a:ext uri="{FF2B5EF4-FFF2-40B4-BE49-F238E27FC236}">
                <a16:creationId xmlns:a16="http://schemas.microsoft.com/office/drawing/2014/main" id="{BFEF618A-5698-C4E8-4397-B91D1B92D2E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99" y="1136970"/>
            <a:ext cx="11278800" cy="29596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write a subtitle that fits in one line.</a:t>
            </a:r>
          </a:p>
        </p:txBody>
      </p:sp>
      <p:sp>
        <p:nvSpPr>
          <p:cNvPr id="3" name="Text Placeholder Subhead 1">
            <a:extLst>
              <a:ext uri="{FF2B5EF4-FFF2-40B4-BE49-F238E27FC236}">
                <a16:creationId xmlns:a16="http://schemas.microsoft.com/office/drawing/2014/main" id="{F41E4278-8CE3-B68C-9891-D2BCD228A37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43639" y="1758587"/>
            <a:ext cx="1633536" cy="217476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600" b="1" i="0">
                <a:latin typeface="+mj-lt"/>
              </a:defRPr>
            </a:lvl1pPr>
            <a:lvl2pPr marL="502920" indent="0">
              <a:buNone/>
              <a:defRPr sz="1100"/>
            </a:lvl2pPr>
            <a:lvl3pPr marL="960120" indent="0">
              <a:buNone/>
              <a:defRPr sz="1100"/>
            </a:lvl3pPr>
            <a:lvl4pPr marL="1417320" indent="0">
              <a:buNone/>
              <a:defRPr sz="1100"/>
            </a:lvl4pPr>
            <a:lvl5pPr marL="1874520" indent="0">
              <a:buNone/>
              <a:defRPr sz="1100"/>
            </a:lvl5pPr>
          </a:lstStyle>
          <a:p>
            <a:pPr lvl="0"/>
            <a:r>
              <a:rPr lang="en-US"/>
              <a:t>Body subtitle</a:t>
            </a:r>
          </a:p>
        </p:txBody>
      </p:sp>
      <p:sp>
        <p:nvSpPr>
          <p:cNvPr id="2" name="Text Placeholder Body 1">
            <a:extLst>
              <a:ext uri="{FF2B5EF4-FFF2-40B4-BE49-F238E27FC236}">
                <a16:creationId xmlns:a16="http://schemas.microsoft.com/office/drawing/2014/main" id="{6D9F4D9B-D6EB-9569-E5A9-3DA4161B27B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243639" y="2096885"/>
            <a:ext cx="1633536" cy="1544924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endParaRPr lang="en-US"/>
          </a:p>
        </p:txBody>
      </p:sp>
      <p:sp>
        <p:nvSpPr>
          <p:cNvPr id="7" name="Text Placeholder Subhead 2">
            <a:extLst>
              <a:ext uri="{FF2B5EF4-FFF2-40B4-BE49-F238E27FC236}">
                <a16:creationId xmlns:a16="http://schemas.microsoft.com/office/drawing/2014/main" id="{E6779A25-9066-206D-6BF3-99E5AB410CB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172452" y="1758587"/>
            <a:ext cx="1633536" cy="217476"/>
          </a:xfrm>
        </p:spPr>
        <p:txBody>
          <a:bodyPr vert="horz" lIns="0" tIns="0" rIns="0" bIns="0" rtlCol="0">
            <a:noAutofit/>
          </a:bodyPr>
          <a:lstStyle>
            <a:lvl1pPr>
              <a:defRPr lang="en-US" sz="1600" b="1">
                <a:latin typeface="+mj-lt"/>
              </a:defRPr>
            </a:lvl1pPr>
          </a:lstStyle>
          <a:p>
            <a:pPr lvl="0"/>
            <a:r>
              <a:rPr lang="en-US"/>
              <a:t>Body subtitle</a:t>
            </a:r>
          </a:p>
        </p:txBody>
      </p:sp>
      <p:sp>
        <p:nvSpPr>
          <p:cNvPr id="4" name="Text Placeholder Body 2">
            <a:extLst>
              <a:ext uri="{FF2B5EF4-FFF2-40B4-BE49-F238E27FC236}">
                <a16:creationId xmlns:a16="http://schemas.microsoft.com/office/drawing/2014/main" id="{535664BA-E1D4-1639-AE7D-DD8AABD305A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72452" y="2096885"/>
            <a:ext cx="1633536" cy="1544924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endParaRPr lang="en-US"/>
          </a:p>
        </p:txBody>
      </p:sp>
      <p:sp>
        <p:nvSpPr>
          <p:cNvPr id="10" name="Text Placeholder Subhead 3">
            <a:extLst>
              <a:ext uri="{FF2B5EF4-FFF2-40B4-BE49-F238E27FC236}">
                <a16:creationId xmlns:a16="http://schemas.microsoft.com/office/drawing/2014/main" id="{665376A9-97DC-795D-7763-9CA2D8CCD6D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0101263" y="1758587"/>
            <a:ext cx="1633536" cy="217476"/>
          </a:xfrm>
        </p:spPr>
        <p:txBody>
          <a:bodyPr vert="horz" lIns="0" tIns="0" rIns="0" bIns="0" rtlCol="0">
            <a:noAutofit/>
          </a:bodyPr>
          <a:lstStyle>
            <a:lvl1pPr>
              <a:defRPr lang="en-US" sz="1600" b="1">
                <a:latin typeface="+mj-lt"/>
              </a:defRPr>
            </a:lvl1pPr>
          </a:lstStyle>
          <a:p>
            <a:pPr lvl="0"/>
            <a:r>
              <a:rPr lang="en-US"/>
              <a:t>Body subtitle</a:t>
            </a:r>
          </a:p>
        </p:txBody>
      </p:sp>
      <p:sp>
        <p:nvSpPr>
          <p:cNvPr id="9" name="Text Placeholder Body 3">
            <a:extLst>
              <a:ext uri="{FF2B5EF4-FFF2-40B4-BE49-F238E27FC236}">
                <a16:creationId xmlns:a16="http://schemas.microsoft.com/office/drawing/2014/main" id="{6B52A46E-3260-F849-9C0F-5DB160986C4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0101263" y="2096885"/>
            <a:ext cx="1633536" cy="1544924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endParaRPr lang="en-US"/>
          </a:p>
        </p:txBody>
      </p:sp>
      <p:sp>
        <p:nvSpPr>
          <p:cNvPr id="12" name="Text Placeholder Subhead 4">
            <a:extLst>
              <a:ext uri="{FF2B5EF4-FFF2-40B4-BE49-F238E27FC236}">
                <a16:creationId xmlns:a16="http://schemas.microsoft.com/office/drawing/2014/main" id="{D3946EC2-38F5-78CF-2DF0-BBF07E9E6B4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243639" y="3919386"/>
            <a:ext cx="1633536" cy="217476"/>
          </a:xfrm>
        </p:spPr>
        <p:txBody>
          <a:bodyPr vert="horz" lIns="0" tIns="0" rIns="0" bIns="0" rtlCol="0">
            <a:noAutofit/>
          </a:bodyPr>
          <a:lstStyle>
            <a:lvl1pPr>
              <a:defRPr lang="en-US" sz="1600" b="1">
                <a:latin typeface="+mj-lt"/>
              </a:defRPr>
            </a:lvl1pPr>
          </a:lstStyle>
          <a:p>
            <a:pPr lvl="0"/>
            <a:r>
              <a:rPr lang="en-US"/>
              <a:t>Body subtitle</a:t>
            </a:r>
          </a:p>
        </p:txBody>
      </p:sp>
      <p:sp>
        <p:nvSpPr>
          <p:cNvPr id="11" name="Text Placeholder Body 4">
            <a:extLst>
              <a:ext uri="{FF2B5EF4-FFF2-40B4-BE49-F238E27FC236}">
                <a16:creationId xmlns:a16="http://schemas.microsoft.com/office/drawing/2014/main" id="{3421E364-6AC5-46CA-54BB-2E7C589EC2F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43639" y="4257684"/>
            <a:ext cx="1633536" cy="1544924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endParaRPr lang="en-US"/>
          </a:p>
        </p:txBody>
      </p:sp>
      <p:sp>
        <p:nvSpPr>
          <p:cNvPr id="27" name="Text Placeholder Subhead 5">
            <a:extLst>
              <a:ext uri="{FF2B5EF4-FFF2-40B4-BE49-F238E27FC236}">
                <a16:creationId xmlns:a16="http://schemas.microsoft.com/office/drawing/2014/main" id="{0FBA1A53-4A19-104C-5B3B-94AC2412EA0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172452" y="3919386"/>
            <a:ext cx="1633536" cy="217476"/>
          </a:xfrm>
        </p:spPr>
        <p:txBody>
          <a:bodyPr vert="horz" lIns="0" tIns="0" rIns="0" bIns="0" rtlCol="0">
            <a:noAutofit/>
          </a:bodyPr>
          <a:lstStyle>
            <a:lvl1pPr>
              <a:defRPr lang="en-US" sz="1600" b="1">
                <a:latin typeface="+mj-lt"/>
              </a:defRPr>
            </a:lvl1pPr>
          </a:lstStyle>
          <a:p>
            <a:pPr lvl="0"/>
            <a:r>
              <a:rPr lang="en-US"/>
              <a:t>Body subtitle</a:t>
            </a:r>
          </a:p>
        </p:txBody>
      </p:sp>
      <p:sp>
        <p:nvSpPr>
          <p:cNvPr id="13" name="Text Placeholder Body 5">
            <a:extLst>
              <a:ext uri="{FF2B5EF4-FFF2-40B4-BE49-F238E27FC236}">
                <a16:creationId xmlns:a16="http://schemas.microsoft.com/office/drawing/2014/main" id="{262F0E29-8654-ECA5-18B1-DAD3CB560C7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172452" y="4257684"/>
            <a:ext cx="1633536" cy="1544924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endParaRPr lang="en-US"/>
          </a:p>
        </p:txBody>
      </p:sp>
      <p:sp>
        <p:nvSpPr>
          <p:cNvPr id="30" name="Text Placeholder Subhead 6">
            <a:extLst>
              <a:ext uri="{FF2B5EF4-FFF2-40B4-BE49-F238E27FC236}">
                <a16:creationId xmlns:a16="http://schemas.microsoft.com/office/drawing/2014/main" id="{B7B4F202-C8EF-7975-D17F-85E0E8AE4BD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101263" y="3919386"/>
            <a:ext cx="1633536" cy="217476"/>
          </a:xfrm>
        </p:spPr>
        <p:txBody>
          <a:bodyPr vert="horz" lIns="0" tIns="0" rIns="0" bIns="0" rtlCol="0">
            <a:noAutofit/>
          </a:bodyPr>
          <a:lstStyle>
            <a:lvl1pPr>
              <a:defRPr lang="en-US" sz="1600" b="1">
                <a:latin typeface="+mj-lt"/>
              </a:defRPr>
            </a:lvl1pPr>
          </a:lstStyle>
          <a:p>
            <a:pPr lvl="0"/>
            <a:r>
              <a:rPr lang="en-US"/>
              <a:t>Body subtitle</a:t>
            </a:r>
          </a:p>
        </p:txBody>
      </p:sp>
      <p:sp>
        <p:nvSpPr>
          <p:cNvPr id="29" name="Text Placeholder Body 6">
            <a:extLst>
              <a:ext uri="{FF2B5EF4-FFF2-40B4-BE49-F238E27FC236}">
                <a16:creationId xmlns:a16="http://schemas.microsoft.com/office/drawing/2014/main" id="{FB60F6A8-DFEB-349C-213B-23B9B7ABC49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0101263" y="4257684"/>
            <a:ext cx="1633536" cy="1544924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10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5C0787E2-82A1-9698-B70D-388920516C1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6605C61B-1C53-2644-8B26-3D798E595467}" type="slidenum">
              <a:rPr lang="en-US" smtClean="0"/>
              <a:t>‹#›</a:t>
            </a:fld>
            <a:endParaRPr lang="en-US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A189DCF0-04FE-7110-FA5B-E473EE0F5487}"/>
              </a:ext>
            </a:extLst>
          </p:cNvPr>
          <p:cNvSpPr>
            <a:spLocks noGrp="1"/>
          </p:cNvSpPr>
          <p:nvPr>
            <p:ph type="ftr" sz="quarter" idx="5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Title Placeholder">
            <a:extLst>
              <a:ext uri="{FF2B5EF4-FFF2-40B4-BE49-F238E27FC236}">
                <a16:creationId xmlns:a16="http://schemas.microsoft.com/office/drawing/2014/main" id="{8E0EBA0D-2160-4EAA-484C-FEDAEB6665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743671"/>
            <a:ext cx="11278800" cy="3933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3000"/>
            </a:lvl1pPr>
          </a:lstStyle>
          <a:p>
            <a:r>
              <a:rPr lang="en-US"/>
              <a:t>Click to write a slide title that fits in 1 line</a:t>
            </a:r>
          </a:p>
        </p:txBody>
      </p:sp>
      <p:sp>
        <p:nvSpPr>
          <p:cNvPr id="12" name="Text Placeholder Section Title">
            <a:extLst>
              <a:ext uri="{FF2B5EF4-FFF2-40B4-BE49-F238E27FC236}">
                <a16:creationId xmlns:a16="http://schemas.microsoft.com/office/drawing/2014/main" id="{04DFCA9F-55D2-8A8B-4521-6284641C412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441471"/>
            <a:ext cx="1616423" cy="245748"/>
          </a:xfrm>
        </p:spPr>
        <p:txBody>
          <a:bodyPr wrap="none" anchor="t"/>
          <a:lstStyle>
            <a:lvl1pPr marL="0" indent="0">
              <a:buNone/>
              <a:defRPr sz="1100" b="0" i="0">
                <a:solidFill>
                  <a:schemeClr val="bg2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46" name="Text Placeholder Subtitle">
            <a:extLst>
              <a:ext uri="{FF2B5EF4-FFF2-40B4-BE49-F238E27FC236}">
                <a16:creationId xmlns:a16="http://schemas.microsoft.com/office/drawing/2014/main" id="{64CBA579-76CF-8EA2-BF00-E6605F2EAE6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99" y="1136970"/>
            <a:ext cx="11278800" cy="29596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write a subtitle that fits in one line.</a:t>
            </a:r>
          </a:p>
        </p:txBody>
      </p:sp>
      <p:sp>
        <p:nvSpPr>
          <p:cNvPr id="48" name="Text Placeholder Subhead 1">
            <a:extLst>
              <a:ext uri="{FF2B5EF4-FFF2-40B4-BE49-F238E27FC236}">
                <a16:creationId xmlns:a16="http://schemas.microsoft.com/office/drawing/2014/main" id="{05E45D0E-FAD1-9C48-3F63-24893ADABB2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57199" y="1758587"/>
            <a:ext cx="1633539" cy="217476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600" b="1" i="0">
                <a:latin typeface="+mj-lt"/>
              </a:defRPr>
            </a:lvl1pPr>
            <a:lvl2pPr marL="502920" indent="0">
              <a:buNone/>
              <a:defRPr sz="1100"/>
            </a:lvl2pPr>
            <a:lvl3pPr marL="960120" indent="0">
              <a:buNone/>
              <a:defRPr sz="1100"/>
            </a:lvl3pPr>
            <a:lvl4pPr marL="1417320" indent="0">
              <a:buNone/>
              <a:defRPr sz="1100"/>
            </a:lvl4pPr>
            <a:lvl5pPr marL="1874520" indent="0">
              <a:buNone/>
              <a:defRPr sz="1100"/>
            </a:lvl5pPr>
          </a:lstStyle>
          <a:p>
            <a:pPr lvl="0"/>
            <a:r>
              <a:rPr lang="en-US"/>
              <a:t>Body subtitle</a:t>
            </a:r>
          </a:p>
        </p:txBody>
      </p:sp>
      <p:sp>
        <p:nvSpPr>
          <p:cNvPr id="47" name="Text Placeholder Body 1">
            <a:extLst>
              <a:ext uri="{FF2B5EF4-FFF2-40B4-BE49-F238E27FC236}">
                <a16:creationId xmlns:a16="http://schemas.microsoft.com/office/drawing/2014/main" id="{3EB862C2-5B5F-68DE-BF11-24F5E8E9A295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57199" y="2096885"/>
            <a:ext cx="1633539" cy="1544924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endParaRPr lang="en-US"/>
          </a:p>
        </p:txBody>
      </p:sp>
      <p:sp>
        <p:nvSpPr>
          <p:cNvPr id="50" name="Text Placeholder Subhead 2">
            <a:extLst>
              <a:ext uri="{FF2B5EF4-FFF2-40B4-BE49-F238E27FC236}">
                <a16:creationId xmlns:a16="http://schemas.microsoft.com/office/drawing/2014/main" id="{DF5B1B65-1A7B-C645-F7D0-DA8769288E5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2384435" y="1758587"/>
            <a:ext cx="1633539" cy="217476"/>
          </a:xfrm>
        </p:spPr>
        <p:txBody>
          <a:bodyPr vert="horz" lIns="0" tIns="0" rIns="0" bIns="0" rtlCol="0">
            <a:noAutofit/>
          </a:bodyPr>
          <a:lstStyle>
            <a:lvl1pPr>
              <a:defRPr lang="en-US" sz="1600" b="1">
                <a:latin typeface="+mj-lt"/>
              </a:defRPr>
            </a:lvl1pPr>
          </a:lstStyle>
          <a:p>
            <a:pPr lvl="0"/>
            <a:r>
              <a:rPr lang="en-US"/>
              <a:t>Body subtitle</a:t>
            </a:r>
          </a:p>
        </p:txBody>
      </p:sp>
      <p:sp>
        <p:nvSpPr>
          <p:cNvPr id="49" name="Text Placeholder Body 2">
            <a:extLst>
              <a:ext uri="{FF2B5EF4-FFF2-40B4-BE49-F238E27FC236}">
                <a16:creationId xmlns:a16="http://schemas.microsoft.com/office/drawing/2014/main" id="{BB0A18CE-5619-177C-1C35-C22227BECDE0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384435" y="2096885"/>
            <a:ext cx="1633539" cy="1544924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endParaRPr lang="en-US"/>
          </a:p>
        </p:txBody>
      </p:sp>
      <p:sp>
        <p:nvSpPr>
          <p:cNvPr id="52" name="Text Placeholder Subhead 3">
            <a:extLst>
              <a:ext uri="{FF2B5EF4-FFF2-40B4-BE49-F238E27FC236}">
                <a16:creationId xmlns:a16="http://schemas.microsoft.com/office/drawing/2014/main" id="{893D1B72-FFB4-2FBE-A855-2EB4D506D194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314825" y="1758587"/>
            <a:ext cx="1633539" cy="217476"/>
          </a:xfrm>
        </p:spPr>
        <p:txBody>
          <a:bodyPr vert="horz" lIns="0" tIns="0" rIns="0" bIns="0" rtlCol="0">
            <a:noAutofit/>
          </a:bodyPr>
          <a:lstStyle>
            <a:lvl1pPr>
              <a:defRPr lang="en-US" sz="1600" b="1">
                <a:latin typeface="+mj-lt"/>
              </a:defRPr>
            </a:lvl1pPr>
          </a:lstStyle>
          <a:p>
            <a:pPr lvl="0"/>
            <a:r>
              <a:rPr lang="en-US"/>
              <a:t>Body subtitle</a:t>
            </a:r>
          </a:p>
        </p:txBody>
      </p:sp>
      <p:sp>
        <p:nvSpPr>
          <p:cNvPr id="51" name="Text Placeholder Body 3">
            <a:extLst>
              <a:ext uri="{FF2B5EF4-FFF2-40B4-BE49-F238E27FC236}">
                <a16:creationId xmlns:a16="http://schemas.microsoft.com/office/drawing/2014/main" id="{363796DF-FF84-E6DC-2CA6-3E8D06C8B58B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314825" y="2096885"/>
            <a:ext cx="1633539" cy="1544924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endParaRPr lang="en-US"/>
          </a:p>
        </p:txBody>
      </p:sp>
      <p:sp>
        <p:nvSpPr>
          <p:cNvPr id="27" name="Text Placeholder Subhead 4">
            <a:extLst>
              <a:ext uri="{FF2B5EF4-FFF2-40B4-BE49-F238E27FC236}">
                <a16:creationId xmlns:a16="http://schemas.microsoft.com/office/drawing/2014/main" id="{40A490C7-CC7B-8F06-D77F-0E5787298F6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43638" y="1758587"/>
            <a:ext cx="1633539" cy="217476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600" b="1" i="0">
                <a:latin typeface="+mj-lt"/>
              </a:defRPr>
            </a:lvl1pPr>
            <a:lvl2pPr marL="502920" indent="0">
              <a:buNone/>
              <a:defRPr sz="1100"/>
            </a:lvl2pPr>
            <a:lvl3pPr marL="960120" indent="0">
              <a:buNone/>
              <a:defRPr sz="1100"/>
            </a:lvl3pPr>
            <a:lvl4pPr marL="1417320" indent="0">
              <a:buNone/>
              <a:defRPr sz="1100"/>
            </a:lvl4pPr>
            <a:lvl5pPr marL="1874520" indent="0">
              <a:buNone/>
              <a:defRPr sz="1100"/>
            </a:lvl5pPr>
          </a:lstStyle>
          <a:p>
            <a:pPr lvl="0"/>
            <a:r>
              <a:rPr lang="en-US"/>
              <a:t>Body subtitle</a:t>
            </a:r>
          </a:p>
        </p:txBody>
      </p:sp>
      <p:sp>
        <p:nvSpPr>
          <p:cNvPr id="26" name="Text Placeholder Body 4">
            <a:extLst>
              <a:ext uri="{FF2B5EF4-FFF2-40B4-BE49-F238E27FC236}">
                <a16:creationId xmlns:a16="http://schemas.microsoft.com/office/drawing/2014/main" id="{0FC5BBB7-042E-6709-3DDD-753ACC0C9D4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243638" y="2096885"/>
            <a:ext cx="1633539" cy="1544924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endParaRPr lang="en-US"/>
          </a:p>
        </p:txBody>
      </p:sp>
      <p:sp>
        <p:nvSpPr>
          <p:cNvPr id="29" name="Text Placeholder Subhead 5">
            <a:extLst>
              <a:ext uri="{FF2B5EF4-FFF2-40B4-BE49-F238E27FC236}">
                <a16:creationId xmlns:a16="http://schemas.microsoft.com/office/drawing/2014/main" id="{9A53B5F2-EBB6-5CE9-7B3A-CEE19704B19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172451" y="1758587"/>
            <a:ext cx="1633539" cy="217476"/>
          </a:xfrm>
        </p:spPr>
        <p:txBody>
          <a:bodyPr vert="horz" lIns="0" tIns="0" rIns="0" bIns="0" rtlCol="0">
            <a:noAutofit/>
          </a:bodyPr>
          <a:lstStyle>
            <a:lvl1pPr>
              <a:defRPr lang="en-US" sz="1600" b="1">
                <a:latin typeface="+mj-lt"/>
              </a:defRPr>
            </a:lvl1pPr>
          </a:lstStyle>
          <a:p>
            <a:pPr lvl="0"/>
            <a:r>
              <a:rPr lang="en-US"/>
              <a:t>Body subtitle</a:t>
            </a:r>
          </a:p>
        </p:txBody>
      </p:sp>
      <p:sp>
        <p:nvSpPr>
          <p:cNvPr id="28" name="Text Placeholder Body 5">
            <a:extLst>
              <a:ext uri="{FF2B5EF4-FFF2-40B4-BE49-F238E27FC236}">
                <a16:creationId xmlns:a16="http://schemas.microsoft.com/office/drawing/2014/main" id="{5254FDF7-4630-8CC2-C032-EE8877C4A84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72451" y="2096885"/>
            <a:ext cx="1633539" cy="1544924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endParaRPr lang="en-US"/>
          </a:p>
        </p:txBody>
      </p:sp>
      <p:sp>
        <p:nvSpPr>
          <p:cNvPr id="31" name="Text Placeholder Subhead 6">
            <a:extLst>
              <a:ext uri="{FF2B5EF4-FFF2-40B4-BE49-F238E27FC236}">
                <a16:creationId xmlns:a16="http://schemas.microsoft.com/office/drawing/2014/main" id="{4E0BC98E-D36F-1C01-A8D9-930B3FD81AC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0101264" y="1758587"/>
            <a:ext cx="1633539" cy="217476"/>
          </a:xfrm>
        </p:spPr>
        <p:txBody>
          <a:bodyPr vert="horz" lIns="0" tIns="0" rIns="0" bIns="0" rtlCol="0">
            <a:noAutofit/>
          </a:bodyPr>
          <a:lstStyle>
            <a:lvl1pPr>
              <a:defRPr lang="en-US" sz="1600" b="1">
                <a:latin typeface="+mj-lt"/>
              </a:defRPr>
            </a:lvl1pPr>
          </a:lstStyle>
          <a:p>
            <a:pPr lvl="0"/>
            <a:r>
              <a:rPr lang="en-US"/>
              <a:t>Body subtitle</a:t>
            </a:r>
          </a:p>
        </p:txBody>
      </p:sp>
      <p:sp>
        <p:nvSpPr>
          <p:cNvPr id="30" name="Text Placeholder Body 6">
            <a:extLst>
              <a:ext uri="{FF2B5EF4-FFF2-40B4-BE49-F238E27FC236}">
                <a16:creationId xmlns:a16="http://schemas.microsoft.com/office/drawing/2014/main" id="{197CBA45-70A9-A0BD-21BD-B0A0503C489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0101264" y="2096885"/>
            <a:ext cx="1633539" cy="1544924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endParaRPr lang="en-US"/>
          </a:p>
        </p:txBody>
      </p:sp>
      <p:sp>
        <p:nvSpPr>
          <p:cNvPr id="54" name="Text Placeholder Subhead 7">
            <a:extLst>
              <a:ext uri="{FF2B5EF4-FFF2-40B4-BE49-F238E27FC236}">
                <a16:creationId xmlns:a16="http://schemas.microsoft.com/office/drawing/2014/main" id="{AFA46116-7C2C-7633-DF4F-B58BA6DE2F19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57199" y="3919386"/>
            <a:ext cx="1633539" cy="217476"/>
          </a:xfrm>
        </p:spPr>
        <p:txBody>
          <a:bodyPr vert="horz" lIns="0" tIns="0" rIns="0" bIns="0" rtlCol="0">
            <a:noAutofit/>
          </a:bodyPr>
          <a:lstStyle>
            <a:lvl1pPr>
              <a:defRPr lang="en-US" sz="1600" b="1">
                <a:latin typeface="+mj-lt"/>
              </a:defRPr>
            </a:lvl1pPr>
          </a:lstStyle>
          <a:p>
            <a:pPr lvl="0"/>
            <a:r>
              <a:rPr lang="en-US"/>
              <a:t>Body subtitle</a:t>
            </a:r>
          </a:p>
        </p:txBody>
      </p:sp>
      <p:sp>
        <p:nvSpPr>
          <p:cNvPr id="53" name="Text Placeholder Body 7">
            <a:extLst>
              <a:ext uri="{FF2B5EF4-FFF2-40B4-BE49-F238E27FC236}">
                <a16:creationId xmlns:a16="http://schemas.microsoft.com/office/drawing/2014/main" id="{8D7183CB-D173-A589-589C-442075BF000B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457199" y="4257684"/>
            <a:ext cx="1633539" cy="1544924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endParaRPr lang="en-US"/>
          </a:p>
        </p:txBody>
      </p:sp>
      <p:sp>
        <p:nvSpPr>
          <p:cNvPr id="56" name="Text Placeholder Subhead 8">
            <a:extLst>
              <a:ext uri="{FF2B5EF4-FFF2-40B4-BE49-F238E27FC236}">
                <a16:creationId xmlns:a16="http://schemas.microsoft.com/office/drawing/2014/main" id="{3DC74516-2172-D2A5-7D88-312920125BFC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2384435" y="3919386"/>
            <a:ext cx="1633539" cy="217476"/>
          </a:xfrm>
        </p:spPr>
        <p:txBody>
          <a:bodyPr vert="horz" lIns="0" tIns="0" rIns="0" bIns="0" rtlCol="0">
            <a:noAutofit/>
          </a:bodyPr>
          <a:lstStyle>
            <a:lvl1pPr>
              <a:defRPr lang="en-US" sz="1600" b="1">
                <a:latin typeface="+mj-lt"/>
              </a:defRPr>
            </a:lvl1pPr>
          </a:lstStyle>
          <a:p>
            <a:pPr lvl="0"/>
            <a:r>
              <a:rPr lang="en-US"/>
              <a:t>Body subtitle</a:t>
            </a:r>
          </a:p>
        </p:txBody>
      </p:sp>
      <p:sp>
        <p:nvSpPr>
          <p:cNvPr id="55" name="Text Placeholder Body 8">
            <a:extLst>
              <a:ext uri="{FF2B5EF4-FFF2-40B4-BE49-F238E27FC236}">
                <a16:creationId xmlns:a16="http://schemas.microsoft.com/office/drawing/2014/main" id="{186263C1-4672-42EA-2413-445735BE57E7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2384435" y="4257684"/>
            <a:ext cx="1633539" cy="1544924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endParaRPr lang="en-US"/>
          </a:p>
        </p:txBody>
      </p:sp>
      <p:sp>
        <p:nvSpPr>
          <p:cNvPr id="58" name="Text Placeholder Subhead 9">
            <a:extLst>
              <a:ext uri="{FF2B5EF4-FFF2-40B4-BE49-F238E27FC236}">
                <a16:creationId xmlns:a16="http://schemas.microsoft.com/office/drawing/2014/main" id="{C71007DD-1C4E-04E8-2DD2-2C9EAE00FF19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4314825" y="3919386"/>
            <a:ext cx="1633539" cy="217476"/>
          </a:xfrm>
        </p:spPr>
        <p:txBody>
          <a:bodyPr vert="horz" lIns="0" tIns="0" rIns="0" bIns="0" rtlCol="0">
            <a:noAutofit/>
          </a:bodyPr>
          <a:lstStyle>
            <a:lvl1pPr>
              <a:defRPr lang="en-US" sz="1600" b="1">
                <a:latin typeface="+mj-lt"/>
              </a:defRPr>
            </a:lvl1pPr>
          </a:lstStyle>
          <a:p>
            <a:pPr lvl="0"/>
            <a:r>
              <a:rPr lang="en-US"/>
              <a:t>Body subtitle</a:t>
            </a:r>
          </a:p>
        </p:txBody>
      </p:sp>
      <p:sp>
        <p:nvSpPr>
          <p:cNvPr id="57" name="Text Placeholder Body 9">
            <a:extLst>
              <a:ext uri="{FF2B5EF4-FFF2-40B4-BE49-F238E27FC236}">
                <a16:creationId xmlns:a16="http://schemas.microsoft.com/office/drawing/2014/main" id="{8AF842DA-B357-EB33-892E-A8A351D1AD6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4314825" y="4257684"/>
            <a:ext cx="1633539" cy="1544924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endParaRPr lang="en-US"/>
          </a:p>
        </p:txBody>
      </p:sp>
      <p:sp>
        <p:nvSpPr>
          <p:cNvPr id="33" name="Text Placeholder Subhead 10">
            <a:extLst>
              <a:ext uri="{FF2B5EF4-FFF2-40B4-BE49-F238E27FC236}">
                <a16:creationId xmlns:a16="http://schemas.microsoft.com/office/drawing/2014/main" id="{8E484D84-132E-71EF-0A5C-1B713AD0000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243638" y="3919386"/>
            <a:ext cx="1633539" cy="217476"/>
          </a:xfrm>
        </p:spPr>
        <p:txBody>
          <a:bodyPr vert="horz" lIns="0" tIns="0" rIns="0" bIns="0" rtlCol="0">
            <a:noAutofit/>
          </a:bodyPr>
          <a:lstStyle>
            <a:lvl1pPr>
              <a:defRPr lang="en-US" sz="1600" b="1">
                <a:latin typeface="+mj-lt"/>
              </a:defRPr>
            </a:lvl1pPr>
          </a:lstStyle>
          <a:p>
            <a:pPr lvl="0"/>
            <a:r>
              <a:rPr lang="en-US"/>
              <a:t>Body subtitle</a:t>
            </a:r>
          </a:p>
        </p:txBody>
      </p:sp>
      <p:sp>
        <p:nvSpPr>
          <p:cNvPr id="32" name="Text Placeholder Body 10">
            <a:extLst>
              <a:ext uri="{FF2B5EF4-FFF2-40B4-BE49-F238E27FC236}">
                <a16:creationId xmlns:a16="http://schemas.microsoft.com/office/drawing/2014/main" id="{9A4A6DC2-0154-7415-E980-C05AA6062A2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43638" y="4257684"/>
            <a:ext cx="1633539" cy="1544924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endParaRPr lang="en-US"/>
          </a:p>
        </p:txBody>
      </p:sp>
      <p:sp>
        <p:nvSpPr>
          <p:cNvPr id="35" name="Text Placeholder Subhead 11">
            <a:extLst>
              <a:ext uri="{FF2B5EF4-FFF2-40B4-BE49-F238E27FC236}">
                <a16:creationId xmlns:a16="http://schemas.microsoft.com/office/drawing/2014/main" id="{0CC5B1D5-3C25-E672-0317-41553EE697F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172451" y="3919386"/>
            <a:ext cx="1633539" cy="217476"/>
          </a:xfrm>
        </p:spPr>
        <p:txBody>
          <a:bodyPr vert="horz" lIns="0" tIns="0" rIns="0" bIns="0" rtlCol="0">
            <a:noAutofit/>
          </a:bodyPr>
          <a:lstStyle>
            <a:lvl1pPr>
              <a:defRPr lang="en-US" sz="1600" b="1">
                <a:latin typeface="+mj-lt"/>
              </a:defRPr>
            </a:lvl1pPr>
          </a:lstStyle>
          <a:p>
            <a:pPr lvl="0"/>
            <a:r>
              <a:rPr lang="en-US"/>
              <a:t>Body subtitle</a:t>
            </a:r>
          </a:p>
        </p:txBody>
      </p:sp>
      <p:sp>
        <p:nvSpPr>
          <p:cNvPr id="34" name="Text Placeholder Body 11">
            <a:extLst>
              <a:ext uri="{FF2B5EF4-FFF2-40B4-BE49-F238E27FC236}">
                <a16:creationId xmlns:a16="http://schemas.microsoft.com/office/drawing/2014/main" id="{5CBE3926-059E-5097-032A-D392DBF3A56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172451" y="4257684"/>
            <a:ext cx="1633539" cy="1544924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endParaRPr lang="en-US"/>
          </a:p>
        </p:txBody>
      </p:sp>
      <p:sp>
        <p:nvSpPr>
          <p:cNvPr id="45" name="Text Placeholder Subhead 12">
            <a:extLst>
              <a:ext uri="{FF2B5EF4-FFF2-40B4-BE49-F238E27FC236}">
                <a16:creationId xmlns:a16="http://schemas.microsoft.com/office/drawing/2014/main" id="{24BC0FFA-90C9-DDA9-CEBD-38376F36EF6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101264" y="3919386"/>
            <a:ext cx="1633539" cy="217476"/>
          </a:xfrm>
        </p:spPr>
        <p:txBody>
          <a:bodyPr vert="horz" lIns="0" tIns="0" rIns="0" bIns="0" rtlCol="0">
            <a:noAutofit/>
          </a:bodyPr>
          <a:lstStyle>
            <a:lvl1pPr>
              <a:defRPr lang="en-US" sz="1600" b="1">
                <a:latin typeface="+mj-lt"/>
              </a:defRPr>
            </a:lvl1pPr>
          </a:lstStyle>
          <a:p>
            <a:pPr lvl="0"/>
            <a:r>
              <a:rPr lang="en-US"/>
              <a:t>Body subtitle</a:t>
            </a:r>
          </a:p>
        </p:txBody>
      </p:sp>
      <p:sp>
        <p:nvSpPr>
          <p:cNvPr id="36" name="Text Placeholder Body 12">
            <a:extLst>
              <a:ext uri="{FF2B5EF4-FFF2-40B4-BE49-F238E27FC236}">
                <a16:creationId xmlns:a16="http://schemas.microsoft.com/office/drawing/2014/main" id="{2AD0E6F5-6EE4-9AD4-5A3A-5E0CCBD95D7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0101264" y="4257684"/>
            <a:ext cx="1633539" cy="1544924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5675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5C0787E2-82A1-9698-B70D-388920516C1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6605C61B-1C53-2644-8B26-3D798E595467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2C2F812E-CC73-A441-8A91-4D97340C8AFE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Text Placeholder Section Title">
            <a:extLst>
              <a:ext uri="{FF2B5EF4-FFF2-40B4-BE49-F238E27FC236}">
                <a16:creationId xmlns:a16="http://schemas.microsoft.com/office/drawing/2014/main" id="{0E1EA1C5-4F42-4B9F-176F-574F81B60FD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441471"/>
            <a:ext cx="1616423" cy="245748"/>
          </a:xfrm>
        </p:spPr>
        <p:txBody>
          <a:bodyPr wrap="none" anchor="t"/>
          <a:lstStyle>
            <a:lvl1pPr marL="0" indent="0">
              <a:buNone/>
              <a:defRPr sz="1100" b="0" i="0">
                <a:solidFill>
                  <a:schemeClr val="bg2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11" name="Title Placeholder">
            <a:extLst>
              <a:ext uri="{FF2B5EF4-FFF2-40B4-BE49-F238E27FC236}">
                <a16:creationId xmlns:a16="http://schemas.microsoft.com/office/drawing/2014/main" id="{FACDE84F-7286-AC50-DFD3-1E8D43C30B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743671"/>
            <a:ext cx="11278800" cy="3933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3000"/>
            </a:lvl1pPr>
          </a:lstStyle>
          <a:p>
            <a:r>
              <a:rPr lang="en-US"/>
              <a:t>Click to write a slide title that fits in 1 line</a:t>
            </a:r>
          </a:p>
        </p:txBody>
      </p:sp>
      <p:sp>
        <p:nvSpPr>
          <p:cNvPr id="16" name="Text Placeholder Subtitle">
            <a:extLst>
              <a:ext uri="{FF2B5EF4-FFF2-40B4-BE49-F238E27FC236}">
                <a16:creationId xmlns:a16="http://schemas.microsoft.com/office/drawing/2014/main" id="{B33FC74B-CF3D-ABDB-8445-AA036B3E9F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99" y="1136970"/>
            <a:ext cx="11278800" cy="29596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write a subtitle that fits in one line.</a:t>
            </a:r>
          </a:p>
        </p:txBody>
      </p:sp>
      <p:sp>
        <p:nvSpPr>
          <p:cNvPr id="9" name="Text Placeholder Subhead 1">
            <a:extLst>
              <a:ext uri="{FF2B5EF4-FFF2-40B4-BE49-F238E27FC236}">
                <a16:creationId xmlns:a16="http://schemas.microsoft.com/office/drawing/2014/main" id="{D79D6C8B-3EC9-05CE-50E2-A49CC8B27ED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7200" y="1760400"/>
            <a:ext cx="3562350" cy="217476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600" b="1" i="0">
                <a:latin typeface="+mj-lt"/>
              </a:defRPr>
            </a:lvl1pPr>
            <a:lvl2pPr marL="502920" indent="0">
              <a:buNone/>
              <a:defRPr sz="1100"/>
            </a:lvl2pPr>
            <a:lvl3pPr marL="960120" indent="0">
              <a:buNone/>
              <a:defRPr sz="1100"/>
            </a:lvl3pPr>
            <a:lvl4pPr marL="1417320" indent="0">
              <a:buNone/>
              <a:defRPr sz="1100"/>
            </a:lvl4pPr>
            <a:lvl5pPr marL="1874520" indent="0">
              <a:buNone/>
              <a:defRPr sz="1100"/>
            </a:lvl5pPr>
          </a:lstStyle>
          <a:p>
            <a:pPr lvl="0"/>
            <a:r>
              <a:rPr lang="en-US"/>
              <a:t>Body copy subtitle that fits in one line</a:t>
            </a:r>
          </a:p>
        </p:txBody>
      </p:sp>
      <p:sp>
        <p:nvSpPr>
          <p:cNvPr id="3" name="Text Placeholder Body 1">
            <a:extLst>
              <a:ext uri="{FF2B5EF4-FFF2-40B4-BE49-F238E27FC236}">
                <a16:creationId xmlns:a16="http://schemas.microsoft.com/office/drawing/2014/main" id="{E6E9789E-133F-A211-8758-2396EF431F2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098800"/>
            <a:ext cx="3562350" cy="3706687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cillum</a:t>
            </a:r>
            <a:r>
              <a:rPr lang="en-US"/>
              <a:t> dolore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fugiat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pariatur</a:t>
            </a:r>
            <a:r>
              <a:rPr lang="en-US"/>
              <a:t>. </a:t>
            </a:r>
            <a:r>
              <a:rPr lang="en-US" err="1"/>
              <a:t>Excepteur</a:t>
            </a:r>
            <a:r>
              <a:rPr lang="en-US"/>
              <a:t> </a:t>
            </a:r>
            <a:r>
              <a:rPr lang="en-US" err="1"/>
              <a:t>sint</a:t>
            </a:r>
            <a:r>
              <a:rPr lang="en-US"/>
              <a:t> </a:t>
            </a:r>
            <a:r>
              <a:rPr lang="en-US" err="1"/>
              <a:t>occaecat</a:t>
            </a:r>
            <a:r>
              <a:rPr lang="en-US"/>
              <a:t> </a:t>
            </a:r>
            <a:r>
              <a:rPr lang="en-US" err="1"/>
              <a:t>cupidatat</a:t>
            </a:r>
            <a:r>
              <a:rPr lang="en-US"/>
              <a:t> non </a:t>
            </a:r>
            <a:r>
              <a:rPr lang="en-US" err="1"/>
              <a:t>proident</a:t>
            </a:r>
            <a:r>
              <a:rPr lang="en-US"/>
              <a:t>, sunt in culpa qui </a:t>
            </a:r>
            <a:r>
              <a:rPr lang="en-US" err="1"/>
              <a:t>officia</a:t>
            </a:r>
            <a:r>
              <a:rPr lang="en-US"/>
              <a:t> </a:t>
            </a:r>
            <a:r>
              <a:rPr lang="en-US" err="1"/>
              <a:t>deserunt</a:t>
            </a:r>
            <a:r>
              <a:rPr lang="en-US"/>
              <a:t> </a:t>
            </a:r>
            <a:r>
              <a:rPr lang="en-US" err="1"/>
              <a:t>mollit</a:t>
            </a:r>
            <a:r>
              <a:rPr lang="en-US"/>
              <a:t> </a:t>
            </a:r>
            <a:r>
              <a:rPr lang="en-US" err="1"/>
              <a:t>anim</a:t>
            </a:r>
            <a:r>
              <a:rPr lang="en-US"/>
              <a:t> id </a:t>
            </a: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laborum</a:t>
            </a:r>
            <a:r>
              <a:rPr lang="en-US"/>
              <a:t>.</a:t>
            </a:r>
          </a:p>
        </p:txBody>
      </p:sp>
      <p:sp>
        <p:nvSpPr>
          <p:cNvPr id="10" name="Text Placeholder Subhead 2">
            <a:extLst>
              <a:ext uri="{FF2B5EF4-FFF2-40B4-BE49-F238E27FC236}">
                <a16:creationId xmlns:a16="http://schemas.microsoft.com/office/drawing/2014/main" id="{4D15D9AA-E85E-CE54-8231-BE7F802F8B5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14825" y="1760400"/>
            <a:ext cx="3562350" cy="217476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600" b="1" i="0">
                <a:latin typeface="+mj-lt"/>
              </a:defRPr>
            </a:lvl1pPr>
            <a:lvl2pPr marL="502920" indent="0">
              <a:buNone/>
              <a:defRPr sz="1100"/>
            </a:lvl2pPr>
            <a:lvl3pPr marL="960120" indent="0">
              <a:buNone/>
              <a:defRPr sz="1100"/>
            </a:lvl3pPr>
            <a:lvl4pPr marL="1417320" indent="0">
              <a:buNone/>
              <a:defRPr sz="1100"/>
            </a:lvl4pPr>
            <a:lvl5pPr marL="1874520" indent="0">
              <a:buNone/>
              <a:defRPr sz="1100"/>
            </a:lvl5pPr>
          </a:lstStyle>
          <a:p>
            <a:pPr lvl="0"/>
            <a:r>
              <a:rPr lang="en-US"/>
              <a:t>Body copy subtitle that fits in one line</a:t>
            </a:r>
          </a:p>
        </p:txBody>
      </p:sp>
      <p:sp>
        <p:nvSpPr>
          <p:cNvPr id="5" name="Text Placeholder Body 2">
            <a:extLst>
              <a:ext uri="{FF2B5EF4-FFF2-40B4-BE49-F238E27FC236}">
                <a16:creationId xmlns:a16="http://schemas.microsoft.com/office/drawing/2014/main" id="{C9BDFBF2-77EA-F8A5-9AC1-EAEA56E90E3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314825" y="2098800"/>
            <a:ext cx="3562350" cy="3706687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cillum</a:t>
            </a:r>
            <a:r>
              <a:rPr lang="en-US"/>
              <a:t> dolore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fugiat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pariatur</a:t>
            </a:r>
            <a:r>
              <a:rPr lang="en-US"/>
              <a:t>. </a:t>
            </a:r>
            <a:r>
              <a:rPr lang="en-US" err="1"/>
              <a:t>Excepteur</a:t>
            </a:r>
            <a:r>
              <a:rPr lang="en-US"/>
              <a:t> </a:t>
            </a:r>
            <a:r>
              <a:rPr lang="en-US" err="1"/>
              <a:t>sint</a:t>
            </a:r>
            <a:r>
              <a:rPr lang="en-US"/>
              <a:t> </a:t>
            </a:r>
            <a:r>
              <a:rPr lang="en-US" err="1"/>
              <a:t>occaecat</a:t>
            </a:r>
            <a:r>
              <a:rPr lang="en-US"/>
              <a:t> </a:t>
            </a:r>
            <a:r>
              <a:rPr lang="en-US" err="1"/>
              <a:t>cupidatat</a:t>
            </a:r>
            <a:r>
              <a:rPr lang="en-US"/>
              <a:t> non </a:t>
            </a:r>
            <a:r>
              <a:rPr lang="en-US" err="1"/>
              <a:t>proident</a:t>
            </a:r>
            <a:r>
              <a:rPr lang="en-US"/>
              <a:t>, sunt in culpa qui </a:t>
            </a:r>
            <a:r>
              <a:rPr lang="en-US" err="1"/>
              <a:t>officia</a:t>
            </a:r>
            <a:r>
              <a:rPr lang="en-US"/>
              <a:t> </a:t>
            </a:r>
            <a:r>
              <a:rPr lang="en-US" err="1"/>
              <a:t>deserunt</a:t>
            </a:r>
            <a:r>
              <a:rPr lang="en-US"/>
              <a:t> </a:t>
            </a:r>
            <a:r>
              <a:rPr lang="en-US" err="1"/>
              <a:t>mollit</a:t>
            </a:r>
            <a:r>
              <a:rPr lang="en-US"/>
              <a:t> </a:t>
            </a:r>
            <a:r>
              <a:rPr lang="en-US" err="1"/>
              <a:t>anim</a:t>
            </a:r>
            <a:r>
              <a:rPr lang="en-US"/>
              <a:t> id </a:t>
            </a: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laborum</a:t>
            </a:r>
            <a:r>
              <a:rPr lang="en-US"/>
              <a:t>.</a:t>
            </a:r>
          </a:p>
        </p:txBody>
      </p:sp>
      <p:sp>
        <p:nvSpPr>
          <p:cNvPr id="14" name="Text Placeholder Subhead 3">
            <a:extLst>
              <a:ext uri="{FF2B5EF4-FFF2-40B4-BE49-F238E27FC236}">
                <a16:creationId xmlns:a16="http://schemas.microsoft.com/office/drawing/2014/main" id="{847CBC9A-67EF-7E8B-FCAE-4BA2369122E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172450" y="1760400"/>
            <a:ext cx="3562350" cy="217476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600" b="1" i="0">
                <a:latin typeface="+mj-lt"/>
              </a:defRPr>
            </a:lvl1pPr>
            <a:lvl2pPr marL="502920" indent="0">
              <a:buNone/>
              <a:defRPr sz="1100"/>
            </a:lvl2pPr>
            <a:lvl3pPr marL="960120" indent="0">
              <a:buNone/>
              <a:defRPr sz="1100"/>
            </a:lvl3pPr>
            <a:lvl4pPr marL="1417320" indent="0">
              <a:buNone/>
              <a:defRPr sz="1100"/>
            </a:lvl4pPr>
            <a:lvl5pPr marL="1874520" indent="0">
              <a:buNone/>
              <a:defRPr sz="1100"/>
            </a:lvl5pPr>
          </a:lstStyle>
          <a:p>
            <a:pPr lvl="0"/>
            <a:r>
              <a:rPr lang="en-US"/>
              <a:t>Body copy subtitle that fits in one line</a:t>
            </a:r>
          </a:p>
        </p:txBody>
      </p:sp>
      <p:sp>
        <p:nvSpPr>
          <p:cNvPr id="13" name="Text Placeholder Body 3">
            <a:extLst>
              <a:ext uri="{FF2B5EF4-FFF2-40B4-BE49-F238E27FC236}">
                <a16:creationId xmlns:a16="http://schemas.microsoft.com/office/drawing/2014/main" id="{2E5AD560-532D-C293-3A5B-C1D8DC86D19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72450" y="2098800"/>
            <a:ext cx="3562350" cy="3706687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cillum</a:t>
            </a:r>
            <a:r>
              <a:rPr lang="en-US"/>
              <a:t> dolore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fugiat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pariatur</a:t>
            </a:r>
            <a:r>
              <a:rPr lang="en-US"/>
              <a:t>. </a:t>
            </a:r>
            <a:r>
              <a:rPr lang="en-US" err="1"/>
              <a:t>Excepteur</a:t>
            </a:r>
            <a:r>
              <a:rPr lang="en-US"/>
              <a:t> </a:t>
            </a:r>
            <a:r>
              <a:rPr lang="en-US" err="1"/>
              <a:t>sint</a:t>
            </a:r>
            <a:r>
              <a:rPr lang="en-US"/>
              <a:t> </a:t>
            </a:r>
            <a:r>
              <a:rPr lang="en-US" err="1"/>
              <a:t>occaecat</a:t>
            </a:r>
            <a:r>
              <a:rPr lang="en-US"/>
              <a:t> </a:t>
            </a:r>
            <a:r>
              <a:rPr lang="en-US" err="1"/>
              <a:t>cupidatat</a:t>
            </a:r>
            <a:r>
              <a:rPr lang="en-US"/>
              <a:t> non </a:t>
            </a:r>
            <a:r>
              <a:rPr lang="en-US" err="1"/>
              <a:t>proident</a:t>
            </a:r>
            <a:r>
              <a:rPr lang="en-US"/>
              <a:t>, sunt in culpa qui </a:t>
            </a:r>
            <a:r>
              <a:rPr lang="en-US" err="1"/>
              <a:t>officia</a:t>
            </a:r>
            <a:r>
              <a:rPr lang="en-US"/>
              <a:t> </a:t>
            </a:r>
            <a:r>
              <a:rPr lang="en-US" err="1"/>
              <a:t>deserunt</a:t>
            </a:r>
            <a:r>
              <a:rPr lang="en-US"/>
              <a:t> </a:t>
            </a:r>
            <a:r>
              <a:rPr lang="en-US" err="1"/>
              <a:t>mollit</a:t>
            </a:r>
            <a:r>
              <a:rPr lang="en-US"/>
              <a:t> </a:t>
            </a:r>
            <a:r>
              <a:rPr lang="en-US" err="1"/>
              <a:t>anim</a:t>
            </a:r>
            <a:r>
              <a:rPr lang="en-US"/>
              <a:t> id </a:t>
            </a: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laborum</a:t>
            </a:r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48594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">
            <a:extLst>
              <a:ext uri="{FF2B5EF4-FFF2-40B4-BE49-F238E27FC236}">
                <a16:creationId xmlns:a16="http://schemas.microsoft.com/office/drawing/2014/main" id="{1411EF45-CE65-4A79-C73D-3FDEB40BFC7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6"/>
          </p:nvPr>
        </p:nvSpPr>
        <p:spPr>
          <a:xfrm>
            <a:off x="464958" y="1793876"/>
            <a:ext cx="5483405" cy="4011612"/>
          </a:xfrm>
          <a:solidFill>
            <a:schemeClr val="bg1">
              <a:lumMod val="75000"/>
            </a:schemeClr>
          </a:solidFill>
        </p:spPr>
        <p:txBody>
          <a:bodyPr anchor="ctr"/>
          <a:lstStyle>
            <a:lvl1pPr marL="4572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5C0787E2-82A1-9698-B70D-388920516C1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6605C61B-1C53-2644-8B26-3D798E595467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248E67AC-9672-5888-385A-39D58004A786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Text Placeholder Section Title">
            <a:extLst>
              <a:ext uri="{FF2B5EF4-FFF2-40B4-BE49-F238E27FC236}">
                <a16:creationId xmlns:a16="http://schemas.microsoft.com/office/drawing/2014/main" id="{7D6AE0A4-9859-6988-83CE-F7B4FEFFB86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441471"/>
            <a:ext cx="1616423" cy="245748"/>
          </a:xfrm>
        </p:spPr>
        <p:txBody>
          <a:bodyPr wrap="none" anchor="t"/>
          <a:lstStyle>
            <a:lvl1pPr marL="0" indent="0">
              <a:buNone/>
              <a:defRPr sz="1100" b="0" i="0">
                <a:solidFill>
                  <a:schemeClr val="bg2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11" name="Title Placeholder">
            <a:extLst>
              <a:ext uri="{FF2B5EF4-FFF2-40B4-BE49-F238E27FC236}">
                <a16:creationId xmlns:a16="http://schemas.microsoft.com/office/drawing/2014/main" id="{6F4FDF7F-2EC5-5DFE-9985-43FF747EB0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743671"/>
            <a:ext cx="11278800" cy="3933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3000"/>
            </a:lvl1pPr>
          </a:lstStyle>
          <a:p>
            <a:r>
              <a:rPr lang="en-US"/>
              <a:t>Click to write a slide title that fits in 1 line</a:t>
            </a:r>
          </a:p>
        </p:txBody>
      </p:sp>
      <p:sp>
        <p:nvSpPr>
          <p:cNvPr id="16" name="Text Placeholder Subtitle">
            <a:extLst>
              <a:ext uri="{FF2B5EF4-FFF2-40B4-BE49-F238E27FC236}">
                <a16:creationId xmlns:a16="http://schemas.microsoft.com/office/drawing/2014/main" id="{D641B31D-E6D1-04A4-BE3F-B71BED6220A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99" y="1136970"/>
            <a:ext cx="11278800" cy="29596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write a subtitle that fits in one line.</a:t>
            </a:r>
          </a:p>
        </p:txBody>
      </p:sp>
      <p:sp>
        <p:nvSpPr>
          <p:cNvPr id="9" name="Text Placeholder Subhead 1">
            <a:extLst>
              <a:ext uri="{FF2B5EF4-FFF2-40B4-BE49-F238E27FC236}">
                <a16:creationId xmlns:a16="http://schemas.microsoft.com/office/drawing/2014/main" id="{6588801F-2D2E-D646-FAFD-A03401D4A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236142" y="1760400"/>
            <a:ext cx="2598737" cy="217476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600" b="1" i="0">
                <a:latin typeface="+mj-lt"/>
              </a:defRPr>
            </a:lvl1pPr>
            <a:lvl2pPr marL="502920" indent="0">
              <a:buNone/>
              <a:defRPr sz="1100"/>
            </a:lvl2pPr>
            <a:lvl3pPr marL="960120" indent="0">
              <a:buNone/>
              <a:defRPr sz="1100"/>
            </a:lvl3pPr>
            <a:lvl4pPr marL="1417320" indent="0">
              <a:buNone/>
              <a:defRPr sz="1100"/>
            </a:lvl4pPr>
            <a:lvl5pPr marL="1874520" indent="0">
              <a:buNone/>
              <a:defRPr sz="1100"/>
            </a:lvl5pPr>
          </a:lstStyle>
          <a:p>
            <a:pPr lvl="0"/>
            <a:r>
              <a:rPr lang="en-US"/>
              <a:t>Body copy subtitle in one line</a:t>
            </a:r>
          </a:p>
        </p:txBody>
      </p:sp>
      <p:sp>
        <p:nvSpPr>
          <p:cNvPr id="3" name="Text Placeholder Body 1">
            <a:extLst>
              <a:ext uri="{FF2B5EF4-FFF2-40B4-BE49-F238E27FC236}">
                <a16:creationId xmlns:a16="http://schemas.microsoft.com/office/drawing/2014/main" id="{8FF1A7E0-28DC-B659-73E4-C1482FC07FB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43638" y="2098800"/>
            <a:ext cx="2598737" cy="3706688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cillum</a:t>
            </a:r>
            <a:r>
              <a:rPr lang="en-US"/>
              <a:t> dolore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fugiat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pariatur</a:t>
            </a:r>
            <a:r>
              <a:rPr lang="en-US"/>
              <a:t>. </a:t>
            </a:r>
            <a:r>
              <a:rPr lang="en-US" err="1"/>
              <a:t>Excepteur</a:t>
            </a:r>
            <a:r>
              <a:rPr lang="en-US"/>
              <a:t> </a:t>
            </a:r>
            <a:r>
              <a:rPr lang="en-US" err="1"/>
              <a:t>sint</a:t>
            </a:r>
            <a:r>
              <a:rPr lang="en-US"/>
              <a:t> </a:t>
            </a:r>
            <a:r>
              <a:rPr lang="en-US" err="1"/>
              <a:t>occaecat</a:t>
            </a:r>
            <a:r>
              <a:rPr lang="en-US"/>
              <a:t> </a:t>
            </a:r>
            <a:r>
              <a:rPr lang="en-US" err="1"/>
              <a:t>cupidatat</a:t>
            </a:r>
            <a:r>
              <a:rPr lang="en-US"/>
              <a:t> non </a:t>
            </a:r>
            <a:r>
              <a:rPr lang="en-US" err="1"/>
              <a:t>proident</a:t>
            </a:r>
            <a:r>
              <a:rPr lang="en-US"/>
              <a:t>, sunt in culpa qui </a:t>
            </a:r>
            <a:r>
              <a:rPr lang="en-US" err="1"/>
              <a:t>officia</a:t>
            </a:r>
            <a:r>
              <a:rPr lang="en-US"/>
              <a:t> </a:t>
            </a:r>
            <a:r>
              <a:rPr lang="en-US" err="1"/>
              <a:t>deserunt</a:t>
            </a:r>
            <a:r>
              <a:rPr lang="en-US"/>
              <a:t> </a:t>
            </a:r>
            <a:r>
              <a:rPr lang="en-US" err="1"/>
              <a:t>mollit</a:t>
            </a:r>
            <a:r>
              <a:rPr lang="en-US"/>
              <a:t> </a:t>
            </a:r>
            <a:r>
              <a:rPr lang="en-US" err="1"/>
              <a:t>anim</a:t>
            </a:r>
            <a:r>
              <a:rPr lang="en-US"/>
              <a:t> id </a:t>
            </a: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laborum</a:t>
            </a:r>
            <a:r>
              <a:rPr lang="en-US"/>
              <a:t>.</a:t>
            </a:r>
          </a:p>
        </p:txBody>
      </p:sp>
      <p:sp>
        <p:nvSpPr>
          <p:cNvPr id="13" name="Text Placeholder Subhead 2">
            <a:extLst>
              <a:ext uri="{FF2B5EF4-FFF2-40B4-BE49-F238E27FC236}">
                <a16:creationId xmlns:a16="http://schemas.microsoft.com/office/drawing/2014/main" id="{8C4008EC-9A51-4B27-EBBB-D765B355839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137650" y="1760400"/>
            <a:ext cx="2601413" cy="217476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600" b="1" i="0">
                <a:latin typeface="+mj-lt"/>
              </a:defRPr>
            </a:lvl1pPr>
            <a:lvl2pPr marL="502920" indent="0">
              <a:buNone/>
              <a:defRPr sz="1100"/>
            </a:lvl2pPr>
            <a:lvl3pPr marL="960120" indent="0">
              <a:buNone/>
              <a:defRPr sz="1100"/>
            </a:lvl3pPr>
            <a:lvl4pPr marL="1417320" indent="0">
              <a:buNone/>
              <a:defRPr sz="1100"/>
            </a:lvl4pPr>
            <a:lvl5pPr marL="1874520" indent="0">
              <a:buNone/>
              <a:defRPr sz="1100"/>
            </a:lvl5pPr>
          </a:lstStyle>
          <a:p>
            <a:pPr lvl="0"/>
            <a:r>
              <a:rPr lang="en-US"/>
              <a:t>Body copy subtitle in one line</a:t>
            </a:r>
          </a:p>
        </p:txBody>
      </p:sp>
      <p:sp>
        <p:nvSpPr>
          <p:cNvPr id="10" name="Text Placeholder Body 2">
            <a:extLst>
              <a:ext uri="{FF2B5EF4-FFF2-40B4-BE49-F238E27FC236}">
                <a16:creationId xmlns:a16="http://schemas.microsoft.com/office/drawing/2014/main" id="{55A51214-6219-C8DC-2EF2-5CAD19B1D48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37650" y="2098800"/>
            <a:ext cx="2601413" cy="3706688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cillum</a:t>
            </a:r>
            <a:r>
              <a:rPr lang="en-US"/>
              <a:t> dolore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fugiat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pariatur</a:t>
            </a:r>
            <a:r>
              <a:rPr lang="en-US"/>
              <a:t>. </a:t>
            </a:r>
            <a:r>
              <a:rPr lang="en-US" err="1"/>
              <a:t>Excepteur</a:t>
            </a:r>
            <a:r>
              <a:rPr lang="en-US"/>
              <a:t> </a:t>
            </a:r>
            <a:r>
              <a:rPr lang="en-US" err="1"/>
              <a:t>sint</a:t>
            </a:r>
            <a:r>
              <a:rPr lang="en-US"/>
              <a:t> </a:t>
            </a:r>
            <a:r>
              <a:rPr lang="en-US" err="1"/>
              <a:t>occaecat</a:t>
            </a:r>
            <a:r>
              <a:rPr lang="en-US"/>
              <a:t> </a:t>
            </a:r>
            <a:r>
              <a:rPr lang="en-US" err="1"/>
              <a:t>cupidatat</a:t>
            </a:r>
            <a:r>
              <a:rPr lang="en-US"/>
              <a:t> non </a:t>
            </a:r>
            <a:r>
              <a:rPr lang="en-US" err="1"/>
              <a:t>proident</a:t>
            </a:r>
            <a:r>
              <a:rPr lang="en-US"/>
              <a:t>, sunt in culpa qui </a:t>
            </a:r>
            <a:r>
              <a:rPr lang="en-US" err="1"/>
              <a:t>officia</a:t>
            </a:r>
            <a:r>
              <a:rPr lang="en-US"/>
              <a:t> </a:t>
            </a:r>
            <a:r>
              <a:rPr lang="en-US" err="1"/>
              <a:t>deserunt</a:t>
            </a:r>
            <a:r>
              <a:rPr lang="en-US"/>
              <a:t> </a:t>
            </a:r>
            <a:r>
              <a:rPr lang="en-US" err="1"/>
              <a:t>mollit</a:t>
            </a:r>
            <a:r>
              <a:rPr lang="en-US"/>
              <a:t> </a:t>
            </a:r>
            <a:r>
              <a:rPr lang="en-US" err="1"/>
              <a:t>anim</a:t>
            </a:r>
            <a:r>
              <a:rPr lang="en-US"/>
              <a:t> id </a:t>
            </a: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laborum</a:t>
            </a:r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58382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5C0787E2-82A1-9698-B70D-388920516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5C61B-1C53-2644-8B26-3D798E595467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EE625CA7-C6C5-FB64-07EF-628556582086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 Placeholder Section Title">
            <a:extLst>
              <a:ext uri="{FF2B5EF4-FFF2-40B4-BE49-F238E27FC236}">
                <a16:creationId xmlns:a16="http://schemas.microsoft.com/office/drawing/2014/main" id="{79AC53BE-639F-9DA4-E0D2-8986D917D0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441471"/>
            <a:ext cx="1616423" cy="245748"/>
          </a:xfrm>
        </p:spPr>
        <p:txBody>
          <a:bodyPr wrap="none" anchor="t"/>
          <a:lstStyle>
            <a:lvl1pPr marL="0" indent="0">
              <a:buNone/>
              <a:defRPr sz="1100" b="0" i="0">
                <a:solidFill>
                  <a:schemeClr val="bg2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8" name="Title Placeholder">
            <a:extLst>
              <a:ext uri="{FF2B5EF4-FFF2-40B4-BE49-F238E27FC236}">
                <a16:creationId xmlns:a16="http://schemas.microsoft.com/office/drawing/2014/main" id="{531D83CD-A88C-CDE0-B5C2-B8D1F325A87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743671"/>
            <a:ext cx="11278800" cy="3933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3000"/>
            </a:lvl1pPr>
          </a:lstStyle>
          <a:p>
            <a:r>
              <a:rPr lang="en-US"/>
              <a:t>Click to write a slide title that fits in 1 line</a:t>
            </a:r>
          </a:p>
        </p:txBody>
      </p:sp>
      <p:sp>
        <p:nvSpPr>
          <p:cNvPr id="3" name="Text Placeholder Subtitle">
            <a:extLst>
              <a:ext uri="{FF2B5EF4-FFF2-40B4-BE49-F238E27FC236}">
                <a16:creationId xmlns:a16="http://schemas.microsoft.com/office/drawing/2014/main" id="{1D45DD7F-11FD-F092-E843-9FF8A206405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99" y="1136970"/>
            <a:ext cx="11278800" cy="29596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write a subtitle that fits in one line.</a:t>
            </a:r>
          </a:p>
        </p:txBody>
      </p:sp>
      <p:sp>
        <p:nvSpPr>
          <p:cNvPr id="10" name="Picture Placeholder">
            <a:extLst>
              <a:ext uri="{FF2B5EF4-FFF2-40B4-BE49-F238E27FC236}">
                <a16:creationId xmlns:a16="http://schemas.microsoft.com/office/drawing/2014/main" id="{8BEF6367-5944-A1C3-4BA8-0598251B7BA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64958" y="1793875"/>
            <a:ext cx="5483405" cy="4011614"/>
          </a:xfrm>
          <a:solidFill>
            <a:schemeClr val="bg1">
              <a:lumMod val="75000"/>
            </a:schemeClr>
          </a:solidFill>
        </p:spPr>
        <p:txBody>
          <a:bodyPr anchor="ctr"/>
          <a:lstStyle>
            <a:lvl1pPr marL="4572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8" name="Picture Placeholder">
            <a:extLst>
              <a:ext uri="{FF2B5EF4-FFF2-40B4-BE49-F238E27FC236}">
                <a16:creationId xmlns:a16="http://schemas.microsoft.com/office/drawing/2014/main" id="{701ECA38-C64D-7788-5306-4723955DD2DA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6243638" y="1793875"/>
            <a:ext cx="2598737" cy="4011613"/>
          </a:xfrm>
          <a:solidFill>
            <a:schemeClr val="bg1">
              <a:lumMod val="75000"/>
            </a:schemeClr>
          </a:solidFill>
        </p:spPr>
        <p:txBody>
          <a:bodyPr anchor="ctr"/>
          <a:lstStyle>
            <a:lvl1pPr marL="4572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9" name="Text Placeholder Body">
            <a:extLst>
              <a:ext uri="{FF2B5EF4-FFF2-40B4-BE49-F238E27FC236}">
                <a16:creationId xmlns:a16="http://schemas.microsoft.com/office/drawing/2014/main" id="{6EC72C16-1B49-9BC9-CD89-3939687D62B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36063" y="2098801"/>
            <a:ext cx="2599936" cy="3706688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cillum</a:t>
            </a:r>
            <a:r>
              <a:rPr lang="en-US"/>
              <a:t> dolore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fugiat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pariatur</a:t>
            </a:r>
            <a:r>
              <a:rPr lang="en-US"/>
              <a:t>. </a:t>
            </a:r>
            <a:r>
              <a:rPr lang="en-US" err="1"/>
              <a:t>Excepteur</a:t>
            </a:r>
            <a:r>
              <a:rPr lang="en-US"/>
              <a:t> </a:t>
            </a:r>
            <a:r>
              <a:rPr lang="en-US" err="1"/>
              <a:t>sint</a:t>
            </a:r>
            <a:r>
              <a:rPr lang="en-US"/>
              <a:t> </a:t>
            </a:r>
            <a:r>
              <a:rPr lang="en-US" err="1"/>
              <a:t>occaecat</a:t>
            </a:r>
            <a:r>
              <a:rPr lang="en-US"/>
              <a:t> </a:t>
            </a:r>
            <a:r>
              <a:rPr lang="en-US" err="1"/>
              <a:t>cupidatat</a:t>
            </a:r>
            <a:r>
              <a:rPr lang="en-US"/>
              <a:t> non </a:t>
            </a:r>
            <a:r>
              <a:rPr lang="en-US" err="1"/>
              <a:t>proident</a:t>
            </a:r>
            <a:r>
              <a:rPr lang="en-US"/>
              <a:t>, sunt in culpa qui </a:t>
            </a:r>
            <a:r>
              <a:rPr lang="en-US" err="1"/>
              <a:t>officia</a:t>
            </a:r>
            <a:r>
              <a:rPr lang="en-US"/>
              <a:t> </a:t>
            </a:r>
            <a:r>
              <a:rPr lang="en-US" err="1"/>
              <a:t>deserunt</a:t>
            </a:r>
            <a:r>
              <a:rPr lang="en-US"/>
              <a:t> </a:t>
            </a:r>
            <a:r>
              <a:rPr lang="en-US" err="1"/>
              <a:t>mollit</a:t>
            </a:r>
            <a:r>
              <a:rPr lang="en-US"/>
              <a:t> </a:t>
            </a:r>
            <a:r>
              <a:rPr lang="en-US" err="1"/>
              <a:t>anim</a:t>
            </a:r>
            <a:r>
              <a:rPr lang="en-US"/>
              <a:t> id </a:t>
            </a: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laborum</a:t>
            </a:r>
            <a:r>
              <a:rPr lang="en-US"/>
              <a:t>.</a:t>
            </a:r>
          </a:p>
        </p:txBody>
      </p:sp>
      <p:sp>
        <p:nvSpPr>
          <p:cNvPr id="30" name="Text Placeholder Subhead">
            <a:extLst>
              <a:ext uri="{FF2B5EF4-FFF2-40B4-BE49-F238E27FC236}">
                <a16:creationId xmlns:a16="http://schemas.microsoft.com/office/drawing/2014/main" id="{3F7B9809-FD64-C515-EE38-0E2FD359898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136063" y="1760400"/>
            <a:ext cx="2599936" cy="217476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600" b="1" i="0">
                <a:latin typeface="+mj-lt"/>
              </a:defRPr>
            </a:lvl1pPr>
            <a:lvl2pPr marL="502920" indent="0">
              <a:buNone/>
              <a:defRPr sz="1100"/>
            </a:lvl2pPr>
            <a:lvl3pPr marL="960120" indent="0">
              <a:buNone/>
              <a:defRPr sz="1100"/>
            </a:lvl3pPr>
            <a:lvl4pPr marL="1417320" indent="0">
              <a:buNone/>
              <a:defRPr sz="1100"/>
            </a:lvl4pPr>
            <a:lvl5pPr marL="1874520" indent="0">
              <a:buNone/>
              <a:defRPr sz="1100"/>
            </a:lvl5pPr>
          </a:lstStyle>
          <a:p>
            <a:pPr lvl="0"/>
            <a:r>
              <a:rPr lang="en-US"/>
              <a:t>Body copy subtitle in one line</a:t>
            </a:r>
          </a:p>
        </p:txBody>
      </p:sp>
    </p:spTree>
    <p:extLst>
      <p:ext uri="{BB962C8B-B14F-4D97-AF65-F5344CB8AC3E}">
        <p14:creationId xmlns:p14="http://schemas.microsoft.com/office/powerpoint/2010/main" val="3588409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J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">
            <a:extLst>
              <a:ext uri="{FF2B5EF4-FFF2-40B4-BE49-F238E27FC236}">
                <a16:creationId xmlns:a16="http://schemas.microsoft.com/office/drawing/2014/main" id="{816A4763-C1B7-B3E7-DF98-3E2377D65FB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6"/>
          </p:nvPr>
        </p:nvSpPr>
        <p:spPr>
          <a:xfrm>
            <a:off x="6243637" y="1793876"/>
            <a:ext cx="5494941" cy="4011612"/>
          </a:xfrm>
          <a:solidFill>
            <a:schemeClr val="bg1">
              <a:lumMod val="75000"/>
            </a:schemeClr>
          </a:solidFill>
        </p:spPr>
        <p:txBody>
          <a:bodyPr anchor="ctr"/>
          <a:lstStyle>
            <a:lvl1pPr marL="4572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5C0787E2-82A1-9698-B70D-388920516C1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6605C61B-1C53-2644-8B26-3D798E595467}" type="slidenum">
              <a:rPr lang="en-US" smtClean="0"/>
              <a:t>‹#›</a:t>
            </a:fld>
            <a:endParaRPr lang="en-US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6DBA21DD-27F8-0972-D9A1-4DCB5C101DAF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 Placeholder Section Title">
            <a:extLst>
              <a:ext uri="{FF2B5EF4-FFF2-40B4-BE49-F238E27FC236}">
                <a16:creationId xmlns:a16="http://schemas.microsoft.com/office/drawing/2014/main" id="{27151D13-76D3-5CBB-3271-0D6AD6D137B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441471"/>
            <a:ext cx="1616423" cy="245748"/>
          </a:xfrm>
        </p:spPr>
        <p:txBody>
          <a:bodyPr wrap="none" anchor="t"/>
          <a:lstStyle>
            <a:lvl1pPr marL="0" indent="0">
              <a:buNone/>
              <a:defRPr sz="1100" b="0" i="0">
                <a:solidFill>
                  <a:schemeClr val="bg2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8" name="Title Placeholder">
            <a:extLst>
              <a:ext uri="{FF2B5EF4-FFF2-40B4-BE49-F238E27FC236}">
                <a16:creationId xmlns:a16="http://schemas.microsoft.com/office/drawing/2014/main" id="{3F8DAE0F-F11A-920A-0CCB-50C65987A72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199" y="743671"/>
            <a:ext cx="11278800" cy="3933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3000"/>
            </a:lvl1pPr>
          </a:lstStyle>
          <a:p>
            <a:r>
              <a:rPr lang="en-US"/>
              <a:t>Click to write a slide title that fits in 1 line</a:t>
            </a:r>
          </a:p>
        </p:txBody>
      </p:sp>
      <p:sp>
        <p:nvSpPr>
          <p:cNvPr id="17" name="Text Placeholder Subtitle">
            <a:extLst>
              <a:ext uri="{FF2B5EF4-FFF2-40B4-BE49-F238E27FC236}">
                <a16:creationId xmlns:a16="http://schemas.microsoft.com/office/drawing/2014/main" id="{99D6EBC0-F634-DDFB-97CD-47A7FBB43A4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99" y="1136970"/>
            <a:ext cx="11278800" cy="29596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write a subtitle that fits in one line.</a:t>
            </a:r>
          </a:p>
        </p:txBody>
      </p:sp>
      <p:sp>
        <p:nvSpPr>
          <p:cNvPr id="12" name="Text Placeholder Subhead 1">
            <a:extLst>
              <a:ext uri="{FF2B5EF4-FFF2-40B4-BE49-F238E27FC236}">
                <a16:creationId xmlns:a16="http://schemas.microsoft.com/office/drawing/2014/main" id="{EB74AB36-27D6-DA6F-CD6D-38D517D98E7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7199" y="1758910"/>
            <a:ext cx="2598739" cy="217476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600" b="1" i="0">
                <a:latin typeface="+mj-lt"/>
              </a:defRPr>
            </a:lvl1pPr>
            <a:lvl2pPr marL="502920" indent="0">
              <a:buNone/>
              <a:defRPr sz="1100"/>
            </a:lvl2pPr>
            <a:lvl3pPr marL="960120" indent="0">
              <a:buNone/>
              <a:defRPr sz="1100"/>
            </a:lvl3pPr>
            <a:lvl4pPr marL="1417320" indent="0">
              <a:buNone/>
              <a:defRPr sz="1100"/>
            </a:lvl4pPr>
            <a:lvl5pPr marL="1874520" indent="0">
              <a:buNone/>
              <a:defRPr sz="1100"/>
            </a:lvl5pPr>
          </a:lstStyle>
          <a:p>
            <a:pPr lvl="0"/>
            <a:r>
              <a:rPr lang="en-US"/>
              <a:t>Body copy subtitle in one line</a:t>
            </a:r>
          </a:p>
        </p:txBody>
      </p:sp>
      <p:sp>
        <p:nvSpPr>
          <p:cNvPr id="11" name="Text Placeholder Body 1">
            <a:extLst>
              <a:ext uri="{FF2B5EF4-FFF2-40B4-BE49-F238E27FC236}">
                <a16:creationId xmlns:a16="http://schemas.microsoft.com/office/drawing/2014/main" id="{FCE63746-ECB0-8EBF-0948-1B06FFC85E8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199" y="2098800"/>
            <a:ext cx="2598739" cy="3706687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cillum</a:t>
            </a:r>
            <a:r>
              <a:rPr lang="en-US"/>
              <a:t> dolore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fugiat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pariatur</a:t>
            </a:r>
            <a:r>
              <a:rPr lang="en-US"/>
              <a:t>. </a:t>
            </a:r>
            <a:r>
              <a:rPr lang="en-US" err="1"/>
              <a:t>Excepteur</a:t>
            </a:r>
            <a:r>
              <a:rPr lang="en-US"/>
              <a:t> </a:t>
            </a:r>
            <a:r>
              <a:rPr lang="en-US" err="1"/>
              <a:t>sint</a:t>
            </a:r>
            <a:r>
              <a:rPr lang="en-US"/>
              <a:t> </a:t>
            </a:r>
            <a:r>
              <a:rPr lang="en-US" err="1"/>
              <a:t>occaecat</a:t>
            </a:r>
            <a:r>
              <a:rPr lang="en-US"/>
              <a:t> </a:t>
            </a:r>
            <a:r>
              <a:rPr lang="en-US" err="1"/>
              <a:t>cupidatat</a:t>
            </a:r>
            <a:r>
              <a:rPr lang="en-US"/>
              <a:t> non </a:t>
            </a:r>
            <a:r>
              <a:rPr lang="en-US" err="1"/>
              <a:t>proident</a:t>
            </a:r>
            <a:r>
              <a:rPr lang="en-US"/>
              <a:t>, sunt in culpa qui </a:t>
            </a:r>
            <a:r>
              <a:rPr lang="en-US" err="1"/>
              <a:t>officia</a:t>
            </a:r>
            <a:r>
              <a:rPr lang="en-US"/>
              <a:t> </a:t>
            </a:r>
            <a:r>
              <a:rPr lang="en-US" err="1"/>
              <a:t>deserunt</a:t>
            </a:r>
            <a:r>
              <a:rPr lang="en-US"/>
              <a:t> </a:t>
            </a:r>
            <a:r>
              <a:rPr lang="en-US" err="1"/>
              <a:t>mollit</a:t>
            </a:r>
            <a:r>
              <a:rPr lang="en-US"/>
              <a:t> </a:t>
            </a:r>
            <a:r>
              <a:rPr lang="en-US" err="1"/>
              <a:t>anim</a:t>
            </a:r>
            <a:r>
              <a:rPr lang="en-US"/>
              <a:t> id </a:t>
            </a: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laborum</a:t>
            </a:r>
            <a:r>
              <a:rPr lang="en-US"/>
              <a:t>.</a:t>
            </a:r>
          </a:p>
        </p:txBody>
      </p:sp>
      <p:sp>
        <p:nvSpPr>
          <p:cNvPr id="15" name="Text Placeholder Subhead 2">
            <a:extLst>
              <a:ext uri="{FF2B5EF4-FFF2-40B4-BE49-F238E27FC236}">
                <a16:creationId xmlns:a16="http://schemas.microsoft.com/office/drawing/2014/main" id="{B8F300AF-81AD-DF5E-3EC5-0925DA200C9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349624" y="1758910"/>
            <a:ext cx="2598739" cy="217476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600" b="1" i="0">
                <a:latin typeface="+mj-lt"/>
              </a:defRPr>
            </a:lvl1pPr>
            <a:lvl2pPr marL="502920" indent="0">
              <a:buNone/>
              <a:defRPr sz="1100"/>
            </a:lvl2pPr>
            <a:lvl3pPr marL="960120" indent="0">
              <a:buNone/>
              <a:defRPr sz="1100"/>
            </a:lvl3pPr>
            <a:lvl4pPr marL="1417320" indent="0">
              <a:buNone/>
              <a:defRPr sz="1100"/>
            </a:lvl4pPr>
            <a:lvl5pPr marL="1874520" indent="0">
              <a:buNone/>
              <a:defRPr sz="1100"/>
            </a:lvl5pPr>
          </a:lstStyle>
          <a:p>
            <a:pPr lvl="0"/>
            <a:r>
              <a:rPr lang="en-US"/>
              <a:t>Body copy subtitle in one line</a:t>
            </a:r>
          </a:p>
        </p:txBody>
      </p:sp>
      <p:sp>
        <p:nvSpPr>
          <p:cNvPr id="14" name="Text Placeholder Body 2">
            <a:extLst>
              <a:ext uri="{FF2B5EF4-FFF2-40B4-BE49-F238E27FC236}">
                <a16:creationId xmlns:a16="http://schemas.microsoft.com/office/drawing/2014/main" id="{B6629329-E9D9-C6C2-BCE3-A5D1AF030B3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349624" y="2098800"/>
            <a:ext cx="2598739" cy="3706687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cillum</a:t>
            </a:r>
            <a:r>
              <a:rPr lang="en-US"/>
              <a:t> dolore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fugiat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pariatur</a:t>
            </a:r>
            <a:r>
              <a:rPr lang="en-US"/>
              <a:t>. </a:t>
            </a:r>
            <a:r>
              <a:rPr lang="en-US" err="1"/>
              <a:t>Excepteur</a:t>
            </a:r>
            <a:r>
              <a:rPr lang="en-US"/>
              <a:t> </a:t>
            </a:r>
            <a:r>
              <a:rPr lang="en-US" err="1"/>
              <a:t>sint</a:t>
            </a:r>
            <a:r>
              <a:rPr lang="en-US"/>
              <a:t> </a:t>
            </a:r>
            <a:r>
              <a:rPr lang="en-US" err="1"/>
              <a:t>occaecat</a:t>
            </a:r>
            <a:r>
              <a:rPr lang="en-US"/>
              <a:t> </a:t>
            </a:r>
            <a:r>
              <a:rPr lang="en-US" err="1"/>
              <a:t>cupidatat</a:t>
            </a:r>
            <a:r>
              <a:rPr lang="en-US"/>
              <a:t> non </a:t>
            </a:r>
            <a:r>
              <a:rPr lang="en-US" err="1"/>
              <a:t>proident</a:t>
            </a:r>
            <a:r>
              <a:rPr lang="en-US"/>
              <a:t>, sunt in culpa qui </a:t>
            </a:r>
            <a:r>
              <a:rPr lang="en-US" err="1"/>
              <a:t>officia</a:t>
            </a:r>
            <a:r>
              <a:rPr lang="en-US"/>
              <a:t> </a:t>
            </a:r>
            <a:r>
              <a:rPr lang="en-US" err="1"/>
              <a:t>deserunt</a:t>
            </a:r>
            <a:r>
              <a:rPr lang="en-US"/>
              <a:t> </a:t>
            </a:r>
            <a:r>
              <a:rPr lang="en-US" err="1"/>
              <a:t>mollit</a:t>
            </a:r>
            <a:r>
              <a:rPr lang="en-US"/>
              <a:t> </a:t>
            </a:r>
            <a:r>
              <a:rPr lang="en-US" err="1"/>
              <a:t>anim</a:t>
            </a:r>
            <a:r>
              <a:rPr lang="en-US"/>
              <a:t> id </a:t>
            </a: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laborum</a:t>
            </a:r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20764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5C0787E2-82A1-9698-B70D-388920516C1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6605C61B-1C53-2644-8B26-3D798E595467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C5C6ECBF-090F-46E3-A6E0-CF2EB8B2CBD9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ext Placeholder Section Title">
            <a:extLst>
              <a:ext uri="{FF2B5EF4-FFF2-40B4-BE49-F238E27FC236}">
                <a16:creationId xmlns:a16="http://schemas.microsoft.com/office/drawing/2014/main" id="{4ECDB7A8-FCD8-D792-5B7E-4CA12E6529D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441471"/>
            <a:ext cx="1616423" cy="245748"/>
          </a:xfrm>
        </p:spPr>
        <p:txBody>
          <a:bodyPr wrap="none" anchor="t"/>
          <a:lstStyle>
            <a:lvl1pPr marL="0" indent="0">
              <a:buNone/>
              <a:defRPr sz="1100" b="0" i="0">
                <a:solidFill>
                  <a:schemeClr val="bg2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8" name="Title Placeholder">
            <a:extLst>
              <a:ext uri="{FF2B5EF4-FFF2-40B4-BE49-F238E27FC236}">
                <a16:creationId xmlns:a16="http://schemas.microsoft.com/office/drawing/2014/main" id="{156E2288-14B9-8155-1611-B12517DFF0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743671"/>
            <a:ext cx="11278800" cy="3933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3000"/>
            </a:lvl1pPr>
          </a:lstStyle>
          <a:p>
            <a:r>
              <a:rPr lang="en-US"/>
              <a:t>Click to write a slide title that fits in 1 line</a:t>
            </a:r>
          </a:p>
        </p:txBody>
      </p:sp>
      <p:sp>
        <p:nvSpPr>
          <p:cNvPr id="5" name="Text Placeholder Subtitle">
            <a:extLst>
              <a:ext uri="{FF2B5EF4-FFF2-40B4-BE49-F238E27FC236}">
                <a16:creationId xmlns:a16="http://schemas.microsoft.com/office/drawing/2014/main" id="{F40FE8D2-7F9D-09D4-2377-40B66ACAABC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1136970"/>
            <a:ext cx="11278800" cy="29596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write a subtitle that fits in one line.</a:t>
            </a:r>
          </a:p>
        </p:txBody>
      </p:sp>
      <p:sp>
        <p:nvSpPr>
          <p:cNvPr id="9" name="Text Placeholder Subhead 1">
            <a:extLst>
              <a:ext uri="{FF2B5EF4-FFF2-40B4-BE49-F238E27FC236}">
                <a16:creationId xmlns:a16="http://schemas.microsoft.com/office/drawing/2014/main" id="{D79D6C8B-3EC9-05CE-50E2-A49CC8B27ED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7201" y="1760400"/>
            <a:ext cx="2598738" cy="217476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600" b="1" i="0">
                <a:latin typeface="+mj-lt"/>
              </a:defRPr>
            </a:lvl1pPr>
            <a:lvl2pPr marL="502920" indent="0">
              <a:buNone/>
              <a:defRPr sz="1100"/>
            </a:lvl2pPr>
            <a:lvl3pPr marL="960120" indent="0">
              <a:buNone/>
              <a:defRPr sz="1100"/>
            </a:lvl3pPr>
            <a:lvl4pPr marL="1417320" indent="0">
              <a:buNone/>
              <a:defRPr sz="1100"/>
            </a:lvl4pPr>
            <a:lvl5pPr marL="1874520" indent="0">
              <a:buNone/>
              <a:defRPr sz="1100"/>
            </a:lvl5pPr>
          </a:lstStyle>
          <a:p>
            <a:pPr lvl="0"/>
            <a:r>
              <a:rPr lang="en-US"/>
              <a:t>Body copy subtitle in one line</a:t>
            </a:r>
          </a:p>
        </p:txBody>
      </p:sp>
      <p:sp>
        <p:nvSpPr>
          <p:cNvPr id="3" name="Text Placeholder Body 1">
            <a:extLst>
              <a:ext uri="{FF2B5EF4-FFF2-40B4-BE49-F238E27FC236}">
                <a16:creationId xmlns:a16="http://schemas.microsoft.com/office/drawing/2014/main" id="{E6E9789E-133F-A211-8758-2396EF431F2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1" y="2098800"/>
            <a:ext cx="2598738" cy="3706688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cillum</a:t>
            </a:r>
            <a:r>
              <a:rPr lang="en-US"/>
              <a:t> dolore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fugiat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pariatur</a:t>
            </a:r>
            <a:r>
              <a:rPr lang="en-US"/>
              <a:t>. </a:t>
            </a:r>
            <a:r>
              <a:rPr lang="en-US" err="1"/>
              <a:t>Excepteur</a:t>
            </a:r>
            <a:r>
              <a:rPr lang="en-US"/>
              <a:t> </a:t>
            </a:r>
            <a:r>
              <a:rPr lang="en-US" err="1"/>
              <a:t>sint</a:t>
            </a:r>
            <a:r>
              <a:rPr lang="en-US"/>
              <a:t> </a:t>
            </a:r>
            <a:r>
              <a:rPr lang="en-US" err="1"/>
              <a:t>occaecat</a:t>
            </a:r>
            <a:r>
              <a:rPr lang="en-US"/>
              <a:t> </a:t>
            </a:r>
            <a:r>
              <a:rPr lang="en-US" err="1"/>
              <a:t>cupidatat</a:t>
            </a:r>
            <a:r>
              <a:rPr lang="en-US"/>
              <a:t> non </a:t>
            </a:r>
            <a:r>
              <a:rPr lang="en-US" err="1"/>
              <a:t>proident</a:t>
            </a:r>
            <a:r>
              <a:rPr lang="en-US"/>
              <a:t>, sunt in culpa qui </a:t>
            </a:r>
            <a:r>
              <a:rPr lang="en-US" err="1"/>
              <a:t>officia</a:t>
            </a:r>
            <a:r>
              <a:rPr lang="en-US"/>
              <a:t> </a:t>
            </a:r>
            <a:r>
              <a:rPr lang="en-US" err="1"/>
              <a:t>deserunt</a:t>
            </a:r>
            <a:r>
              <a:rPr lang="en-US"/>
              <a:t> </a:t>
            </a:r>
            <a:r>
              <a:rPr lang="en-US" err="1"/>
              <a:t>mollit</a:t>
            </a:r>
            <a:r>
              <a:rPr lang="en-US"/>
              <a:t> </a:t>
            </a:r>
            <a:r>
              <a:rPr lang="en-US" err="1"/>
              <a:t>anim</a:t>
            </a:r>
            <a:r>
              <a:rPr lang="en-US"/>
              <a:t> id </a:t>
            </a: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laborum</a:t>
            </a:r>
            <a:r>
              <a:rPr lang="en-US"/>
              <a:t>.</a:t>
            </a:r>
          </a:p>
        </p:txBody>
      </p:sp>
      <p:sp>
        <p:nvSpPr>
          <p:cNvPr id="12" name="Text Placeholder Subhead 2">
            <a:extLst>
              <a:ext uri="{FF2B5EF4-FFF2-40B4-BE49-F238E27FC236}">
                <a16:creationId xmlns:a16="http://schemas.microsoft.com/office/drawing/2014/main" id="{CDB6DA2B-981B-3CD9-CF03-FC21AD8FA3C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349626" y="1760400"/>
            <a:ext cx="2598738" cy="217476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600" b="1" i="0">
                <a:latin typeface="+mj-lt"/>
              </a:defRPr>
            </a:lvl1pPr>
            <a:lvl2pPr marL="502920" indent="0">
              <a:buNone/>
              <a:defRPr sz="1100"/>
            </a:lvl2pPr>
            <a:lvl3pPr marL="960120" indent="0">
              <a:buNone/>
              <a:defRPr sz="1100"/>
            </a:lvl3pPr>
            <a:lvl4pPr marL="1417320" indent="0">
              <a:buNone/>
              <a:defRPr sz="1100"/>
            </a:lvl4pPr>
            <a:lvl5pPr marL="1874520" indent="0">
              <a:buNone/>
              <a:defRPr sz="1100"/>
            </a:lvl5pPr>
          </a:lstStyle>
          <a:p>
            <a:pPr lvl="0"/>
            <a:r>
              <a:rPr lang="en-US"/>
              <a:t>Body copy subtitle in one line</a:t>
            </a:r>
          </a:p>
        </p:txBody>
      </p:sp>
      <p:sp>
        <p:nvSpPr>
          <p:cNvPr id="11" name="Text Placeholder Body 2">
            <a:extLst>
              <a:ext uri="{FF2B5EF4-FFF2-40B4-BE49-F238E27FC236}">
                <a16:creationId xmlns:a16="http://schemas.microsoft.com/office/drawing/2014/main" id="{67DE26CE-BA55-E07B-378C-F242275355F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349626" y="2098800"/>
            <a:ext cx="2598738" cy="3706688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cillum</a:t>
            </a:r>
            <a:r>
              <a:rPr lang="en-US"/>
              <a:t> dolore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fugiat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pariatur</a:t>
            </a:r>
            <a:r>
              <a:rPr lang="en-US"/>
              <a:t>. </a:t>
            </a:r>
            <a:r>
              <a:rPr lang="en-US" err="1"/>
              <a:t>Excepteur</a:t>
            </a:r>
            <a:r>
              <a:rPr lang="en-US"/>
              <a:t> </a:t>
            </a:r>
            <a:r>
              <a:rPr lang="en-US" err="1"/>
              <a:t>sint</a:t>
            </a:r>
            <a:r>
              <a:rPr lang="en-US"/>
              <a:t> </a:t>
            </a:r>
            <a:r>
              <a:rPr lang="en-US" err="1"/>
              <a:t>occaecat</a:t>
            </a:r>
            <a:r>
              <a:rPr lang="en-US"/>
              <a:t> </a:t>
            </a:r>
            <a:r>
              <a:rPr lang="en-US" err="1"/>
              <a:t>cupidatat</a:t>
            </a:r>
            <a:r>
              <a:rPr lang="en-US"/>
              <a:t> non </a:t>
            </a:r>
            <a:r>
              <a:rPr lang="en-US" err="1"/>
              <a:t>proident</a:t>
            </a:r>
            <a:r>
              <a:rPr lang="en-US"/>
              <a:t>, sunt in culpa qui </a:t>
            </a:r>
            <a:r>
              <a:rPr lang="en-US" err="1"/>
              <a:t>officia</a:t>
            </a:r>
            <a:r>
              <a:rPr lang="en-US"/>
              <a:t> </a:t>
            </a:r>
            <a:r>
              <a:rPr lang="en-US" err="1"/>
              <a:t>deserunt</a:t>
            </a:r>
            <a:r>
              <a:rPr lang="en-US"/>
              <a:t> </a:t>
            </a:r>
            <a:r>
              <a:rPr lang="en-US" err="1"/>
              <a:t>mollit</a:t>
            </a:r>
            <a:r>
              <a:rPr lang="en-US"/>
              <a:t> </a:t>
            </a:r>
            <a:r>
              <a:rPr lang="en-US" err="1"/>
              <a:t>anim</a:t>
            </a:r>
            <a:r>
              <a:rPr lang="en-US"/>
              <a:t> id </a:t>
            </a: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laborum</a:t>
            </a:r>
            <a:r>
              <a:rPr lang="en-US"/>
              <a:t>.</a:t>
            </a:r>
          </a:p>
        </p:txBody>
      </p:sp>
      <p:sp>
        <p:nvSpPr>
          <p:cNvPr id="16" name="Text Placeholder Subhead 3">
            <a:extLst>
              <a:ext uri="{FF2B5EF4-FFF2-40B4-BE49-F238E27FC236}">
                <a16:creationId xmlns:a16="http://schemas.microsoft.com/office/drawing/2014/main" id="{D0F72E69-7343-8B67-589B-1EBE25262B2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243638" y="1760400"/>
            <a:ext cx="2598738" cy="217476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600" b="1" i="0">
                <a:latin typeface="+mj-lt"/>
              </a:defRPr>
            </a:lvl1pPr>
            <a:lvl2pPr marL="502920" indent="0">
              <a:buNone/>
              <a:defRPr sz="1100"/>
            </a:lvl2pPr>
            <a:lvl3pPr marL="960120" indent="0">
              <a:buNone/>
              <a:defRPr sz="1100"/>
            </a:lvl3pPr>
            <a:lvl4pPr marL="1417320" indent="0">
              <a:buNone/>
              <a:defRPr sz="1100"/>
            </a:lvl4pPr>
            <a:lvl5pPr marL="1874520" indent="0">
              <a:buNone/>
              <a:defRPr sz="1100"/>
            </a:lvl5pPr>
          </a:lstStyle>
          <a:p>
            <a:pPr lvl="0"/>
            <a:r>
              <a:rPr lang="en-US"/>
              <a:t>Body copy subtitle in one line</a:t>
            </a:r>
          </a:p>
        </p:txBody>
      </p:sp>
      <p:sp>
        <p:nvSpPr>
          <p:cNvPr id="15" name="Text Placeholder Body 3">
            <a:extLst>
              <a:ext uri="{FF2B5EF4-FFF2-40B4-BE49-F238E27FC236}">
                <a16:creationId xmlns:a16="http://schemas.microsoft.com/office/drawing/2014/main" id="{EF3770D5-66FD-46CF-166E-D7490D6DFCA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43638" y="2098800"/>
            <a:ext cx="2598738" cy="3706688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cillum</a:t>
            </a:r>
            <a:r>
              <a:rPr lang="en-US"/>
              <a:t> dolore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fugiat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pariatur</a:t>
            </a:r>
            <a:r>
              <a:rPr lang="en-US"/>
              <a:t>. </a:t>
            </a:r>
            <a:r>
              <a:rPr lang="en-US" err="1"/>
              <a:t>Excepteur</a:t>
            </a:r>
            <a:r>
              <a:rPr lang="en-US"/>
              <a:t> </a:t>
            </a:r>
            <a:r>
              <a:rPr lang="en-US" err="1"/>
              <a:t>sint</a:t>
            </a:r>
            <a:r>
              <a:rPr lang="en-US"/>
              <a:t> </a:t>
            </a:r>
            <a:r>
              <a:rPr lang="en-US" err="1"/>
              <a:t>occaecat</a:t>
            </a:r>
            <a:r>
              <a:rPr lang="en-US"/>
              <a:t> </a:t>
            </a:r>
            <a:r>
              <a:rPr lang="en-US" err="1"/>
              <a:t>cupidatat</a:t>
            </a:r>
            <a:r>
              <a:rPr lang="en-US"/>
              <a:t> non </a:t>
            </a:r>
            <a:r>
              <a:rPr lang="en-US" err="1"/>
              <a:t>proident</a:t>
            </a:r>
            <a:r>
              <a:rPr lang="en-US"/>
              <a:t>, sunt in culpa qui </a:t>
            </a:r>
            <a:r>
              <a:rPr lang="en-US" err="1"/>
              <a:t>officia</a:t>
            </a:r>
            <a:r>
              <a:rPr lang="en-US"/>
              <a:t> </a:t>
            </a:r>
            <a:r>
              <a:rPr lang="en-US" err="1"/>
              <a:t>deserunt</a:t>
            </a:r>
            <a:r>
              <a:rPr lang="en-US"/>
              <a:t> </a:t>
            </a:r>
            <a:r>
              <a:rPr lang="en-US" err="1"/>
              <a:t>mollit</a:t>
            </a:r>
            <a:r>
              <a:rPr lang="en-US"/>
              <a:t> </a:t>
            </a:r>
            <a:r>
              <a:rPr lang="en-US" err="1"/>
              <a:t>anim</a:t>
            </a:r>
            <a:r>
              <a:rPr lang="en-US"/>
              <a:t> id </a:t>
            </a: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laborum</a:t>
            </a:r>
            <a:r>
              <a:rPr lang="en-US"/>
              <a:t>.</a:t>
            </a:r>
          </a:p>
        </p:txBody>
      </p:sp>
      <p:sp>
        <p:nvSpPr>
          <p:cNvPr id="18" name="Text Placeholder Subhead 4">
            <a:extLst>
              <a:ext uri="{FF2B5EF4-FFF2-40B4-BE49-F238E27FC236}">
                <a16:creationId xmlns:a16="http://schemas.microsoft.com/office/drawing/2014/main" id="{A66254AB-4B55-024E-D6B5-9D42A1129B4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136063" y="1760400"/>
            <a:ext cx="2598738" cy="217476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600" b="1" i="0">
                <a:latin typeface="+mj-lt"/>
              </a:defRPr>
            </a:lvl1pPr>
            <a:lvl2pPr marL="502920" indent="0">
              <a:buNone/>
              <a:defRPr sz="1100"/>
            </a:lvl2pPr>
            <a:lvl3pPr marL="960120" indent="0">
              <a:buNone/>
              <a:defRPr sz="1100"/>
            </a:lvl3pPr>
            <a:lvl4pPr marL="1417320" indent="0">
              <a:buNone/>
              <a:defRPr sz="1100"/>
            </a:lvl4pPr>
            <a:lvl5pPr marL="1874520" indent="0">
              <a:buNone/>
              <a:defRPr sz="1100"/>
            </a:lvl5pPr>
          </a:lstStyle>
          <a:p>
            <a:pPr lvl="0"/>
            <a:r>
              <a:rPr lang="en-US"/>
              <a:t>Body copy subtitle in one line</a:t>
            </a:r>
          </a:p>
        </p:txBody>
      </p:sp>
      <p:sp>
        <p:nvSpPr>
          <p:cNvPr id="17" name="Text Placeholder Body 4">
            <a:extLst>
              <a:ext uri="{FF2B5EF4-FFF2-40B4-BE49-F238E27FC236}">
                <a16:creationId xmlns:a16="http://schemas.microsoft.com/office/drawing/2014/main" id="{5D7CB70B-2E37-E983-04FD-C3D83E103C0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36063" y="2098800"/>
            <a:ext cx="2598738" cy="3706688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cillum</a:t>
            </a:r>
            <a:r>
              <a:rPr lang="en-US"/>
              <a:t> dolore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fugiat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pariatur</a:t>
            </a:r>
            <a:r>
              <a:rPr lang="en-US"/>
              <a:t>. </a:t>
            </a:r>
            <a:r>
              <a:rPr lang="en-US" err="1"/>
              <a:t>Excepteur</a:t>
            </a:r>
            <a:r>
              <a:rPr lang="en-US"/>
              <a:t> </a:t>
            </a:r>
            <a:r>
              <a:rPr lang="en-US" err="1"/>
              <a:t>sint</a:t>
            </a:r>
            <a:r>
              <a:rPr lang="en-US"/>
              <a:t> </a:t>
            </a:r>
            <a:r>
              <a:rPr lang="en-US" err="1"/>
              <a:t>occaecat</a:t>
            </a:r>
            <a:r>
              <a:rPr lang="en-US"/>
              <a:t> </a:t>
            </a:r>
            <a:r>
              <a:rPr lang="en-US" err="1"/>
              <a:t>cupidatat</a:t>
            </a:r>
            <a:r>
              <a:rPr lang="en-US"/>
              <a:t> non </a:t>
            </a:r>
            <a:r>
              <a:rPr lang="en-US" err="1"/>
              <a:t>proident</a:t>
            </a:r>
            <a:r>
              <a:rPr lang="en-US"/>
              <a:t>, sunt in culpa qui </a:t>
            </a:r>
            <a:r>
              <a:rPr lang="en-US" err="1"/>
              <a:t>officia</a:t>
            </a:r>
            <a:r>
              <a:rPr lang="en-US"/>
              <a:t> </a:t>
            </a:r>
            <a:r>
              <a:rPr lang="en-US" err="1"/>
              <a:t>deserunt</a:t>
            </a:r>
            <a:r>
              <a:rPr lang="en-US"/>
              <a:t> </a:t>
            </a:r>
            <a:r>
              <a:rPr lang="en-US" err="1"/>
              <a:t>mollit</a:t>
            </a:r>
            <a:r>
              <a:rPr lang="en-US"/>
              <a:t> </a:t>
            </a:r>
            <a:r>
              <a:rPr lang="en-US" err="1"/>
              <a:t>anim</a:t>
            </a:r>
            <a:r>
              <a:rPr lang="en-US"/>
              <a:t> id </a:t>
            </a: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laborum</a:t>
            </a:r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89958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5C0787E2-82A1-9698-B70D-388920516C1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6605C61B-1C53-2644-8B26-3D798E595467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76B93E66-927E-A9F2-C69C-5CCA3FFC0788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Section Title">
            <a:extLst>
              <a:ext uri="{FF2B5EF4-FFF2-40B4-BE49-F238E27FC236}">
                <a16:creationId xmlns:a16="http://schemas.microsoft.com/office/drawing/2014/main" id="{AD4DB068-BB8D-E5B5-3E30-C54901B12BF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441471"/>
            <a:ext cx="1616423" cy="245748"/>
          </a:xfrm>
        </p:spPr>
        <p:txBody>
          <a:bodyPr wrap="none" anchor="t"/>
          <a:lstStyle>
            <a:lvl1pPr marL="0" indent="0">
              <a:buNone/>
              <a:defRPr sz="1100" b="0" i="0">
                <a:solidFill>
                  <a:schemeClr val="bg2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5" name="Title Placeholder">
            <a:extLst>
              <a:ext uri="{FF2B5EF4-FFF2-40B4-BE49-F238E27FC236}">
                <a16:creationId xmlns:a16="http://schemas.microsoft.com/office/drawing/2014/main" id="{C12ABB6D-D979-FA01-F12B-147E65A8B6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743671"/>
            <a:ext cx="11278800" cy="3933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3000"/>
            </a:lvl1pPr>
          </a:lstStyle>
          <a:p>
            <a:r>
              <a:rPr lang="en-US"/>
              <a:t>Click to write a slide title that fits in 1 line</a:t>
            </a:r>
          </a:p>
        </p:txBody>
      </p:sp>
      <p:sp>
        <p:nvSpPr>
          <p:cNvPr id="3" name="Text Placeholder Subtitle">
            <a:extLst>
              <a:ext uri="{FF2B5EF4-FFF2-40B4-BE49-F238E27FC236}">
                <a16:creationId xmlns:a16="http://schemas.microsoft.com/office/drawing/2014/main" id="{685B15F6-92A4-64AE-2C3F-8A348C5CA62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8732" y="1136970"/>
            <a:ext cx="11278800" cy="29596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write a subtitle that fits in one line.</a:t>
            </a:r>
          </a:p>
        </p:txBody>
      </p:sp>
      <p:sp>
        <p:nvSpPr>
          <p:cNvPr id="22" name="Text Placeholder Subhead 1">
            <a:extLst>
              <a:ext uri="{FF2B5EF4-FFF2-40B4-BE49-F238E27FC236}">
                <a16:creationId xmlns:a16="http://schemas.microsoft.com/office/drawing/2014/main" id="{91B41DE3-8779-89FD-C0E6-4646C1B6D7F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8732" y="1760400"/>
            <a:ext cx="2597206" cy="217476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600" b="1" i="0">
                <a:latin typeface="+mj-lt"/>
              </a:defRPr>
            </a:lvl1pPr>
            <a:lvl2pPr marL="502920" indent="0">
              <a:buNone/>
              <a:defRPr sz="1100"/>
            </a:lvl2pPr>
            <a:lvl3pPr marL="960120" indent="0">
              <a:buNone/>
              <a:defRPr sz="1100"/>
            </a:lvl3pPr>
            <a:lvl4pPr marL="1417320" indent="0">
              <a:buNone/>
              <a:defRPr sz="1100"/>
            </a:lvl4pPr>
            <a:lvl5pPr marL="1874520" indent="0">
              <a:buNone/>
              <a:defRPr sz="1100"/>
            </a:lvl5pPr>
          </a:lstStyle>
          <a:p>
            <a:pPr lvl="0"/>
            <a:r>
              <a:rPr lang="en-US"/>
              <a:t>Body copy subtitle in one line</a:t>
            </a:r>
          </a:p>
        </p:txBody>
      </p:sp>
      <p:sp>
        <p:nvSpPr>
          <p:cNvPr id="21" name="Text Placeholder Body 1">
            <a:extLst>
              <a:ext uri="{FF2B5EF4-FFF2-40B4-BE49-F238E27FC236}">
                <a16:creationId xmlns:a16="http://schemas.microsoft.com/office/drawing/2014/main" id="{5207B5BD-8D52-FE07-1FFD-F1DCA90757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8732" y="2098366"/>
            <a:ext cx="2597206" cy="1754326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re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cillum</a:t>
            </a:r>
            <a:r>
              <a:rPr lang="en-US"/>
              <a:t> dolore</a:t>
            </a:r>
          </a:p>
        </p:txBody>
      </p:sp>
      <p:sp>
        <p:nvSpPr>
          <p:cNvPr id="24" name="Text Placeholder Subhead 2">
            <a:extLst>
              <a:ext uri="{FF2B5EF4-FFF2-40B4-BE49-F238E27FC236}">
                <a16:creationId xmlns:a16="http://schemas.microsoft.com/office/drawing/2014/main" id="{9CA7DEF1-473B-928E-23C3-6999D254BB8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349625" y="1760400"/>
            <a:ext cx="2597206" cy="217476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600" b="1" i="0">
                <a:latin typeface="+mj-lt"/>
              </a:defRPr>
            </a:lvl1pPr>
            <a:lvl2pPr marL="502920" indent="0">
              <a:buNone/>
              <a:defRPr sz="1100"/>
            </a:lvl2pPr>
            <a:lvl3pPr marL="960120" indent="0">
              <a:buNone/>
              <a:defRPr sz="1100"/>
            </a:lvl3pPr>
            <a:lvl4pPr marL="1417320" indent="0">
              <a:buNone/>
              <a:defRPr sz="1100"/>
            </a:lvl4pPr>
            <a:lvl5pPr marL="1874520" indent="0">
              <a:buNone/>
              <a:defRPr sz="1100"/>
            </a:lvl5pPr>
          </a:lstStyle>
          <a:p>
            <a:pPr lvl="0"/>
            <a:r>
              <a:rPr lang="en-US"/>
              <a:t>Body copy subtitle in one line</a:t>
            </a:r>
          </a:p>
        </p:txBody>
      </p:sp>
      <p:sp>
        <p:nvSpPr>
          <p:cNvPr id="23" name="Text Placeholder Body 2">
            <a:extLst>
              <a:ext uri="{FF2B5EF4-FFF2-40B4-BE49-F238E27FC236}">
                <a16:creationId xmlns:a16="http://schemas.microsoft.com/office/drawing/2014/main" id="{E6E82780-C694-5CFD-9E60-0674FA260E5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349625" y="2098366"/>
            <a:ext cx="2597206" cy="1754326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re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cillum</a:t>
            </a:r>
            <a:r>
              <a:rPr lang="en-US"/>
              <a:t> dolore</a:t>
            </a:r>
          </a:p>
        </p:txBody>
      </p:sp>
      <p:sp>
        <p:nvSpPr>
          <p:cNvPr id="26" name="Text Placeholder Subhead 3">
            <a:extLst>
              <a:ext uri="{FF2B5EF4-FFF2-40B4-BE49-F238E27FC236}">
                <a16:creationId xmlns:a16="http://schemas.microsoft.com/office/drawing/2014/main" id="{B69C559B-D0A0-0C07-2831-5CBC0FB35FC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245169" y="1760400"/>
            <a:ext cx="2597206" cy="217476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600" b="1" i="0">
                <a:latin typeface="+mj-lt"/>
              </a:defRPr>
            </a:lvl1pPr>
            <a:lvl2pPr marL="502920" indent="0">
              <a:buNone/>
              <a:defRPr sz="1100"/>
            </a:lvl2pPr>
            <a:lvl3pPr marL="960120" indent="0">
              <a:buNone/>
              <a:defRPr sz="1100"/>
            </a:lvl3pPr>
            <a:lvl4pPr marL="1417320" indent="0">
              <a:buNone/>
              <a:defRPr sz="1100"/>
            </a:lvl4pPr>
            <a:lvl5pPr marL="1874520" indent="0">
              <a:buNone/>
              <a:defRPr sz="1100"/>
            </a:lvl5pPr>
          </a:lstStyle>
          <a:p>
            <a:pPr lvl="0"/>
            <a:r>
              <a:rPr lang="en-US"/>
              <a:t>Body copy subtitle in one line</a:t>
            </a:r>
          </a:p>
        </p:txBody>
      </p:sp>
      <p:sp>
        <p:nvSpPr>
          <p:cNvPr id="25" name="Text Placeholder Body 3">
            <a:extLst>
              <a:ext uri="{FF2B5EF4-FFF2-40B4-BE49-F238E27FC236}">
                <a16:creationId xmlns:a16="http://schemas.microsoft.com/office/drawing/2014/main" id="{1F313D10-A03B-DB24-FDA9-F7AEAA6A908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45169" y="2098366"/>
            <a:ext cx="2597206" cy="1754326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re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cillum</a:t>
            </a:r>
            <a:r>
              <a:rPr lang="en-US"/>
              <a:t> dolore</a:t>
            </a:r>
          </a:p>
        </p:txBody>
      </p:sp>
      <p:sp>
        <p:nvSpPr>
          <p:cNvPr id="28" name="Text Placeholder Subhead 4">
            <a:extLst>
              <a:ext uri="{FF2B5EF4-FFF2-40B4-BE49-F238E27FC236}">
                <a16:creationId xmlns:a16="http://schemas.microsoft.com/office/drawing/2014/main" id="{0103AB85-C5FF-262F-D0E7-7AF4B7529CD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140713" y="1760400"/>
            <a:ext cx="2597206" cy="217476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600" b="1" i="0">
                <a:latin typeface="+mj-lt"/>
              </a:defRPr>
            </a:lvl1pPr>
            <a:lvl2pPr marL="502920" indent="0">
              <a:buNone/>
              <a:defRPr sz="1100"/>
            </a:lvl2pPr>
            <a:lvl3pPr marL="960120" indent="0">
              <a:buNone/>
              <a:defRPr sz="1100"/>
            </a:lvl3pPr>
            <a:lvl4pPr marL="1417320" indent="0">
              <a:buNone/>
              <a:defRPr sz="1100"/>
            </a:lvl4pPr>
            <a:lvl5pPr marL="1874520" indent="0">
              <a:buNone/>
              <a:defRPr sz="1100"/>
            </a:lvl5pPr>
          </a:lstStyle>
          <a:p>
            <a:pPr lvl="0"/>
            <a:r>
              <a:rPr lang="en-US"/>
              <a:t>Body copy subtitle in one line</a:t>
            </a:r>
          </a:p>
        </p:txBody>
      </p:sp>
      <p:sp>
        <p:nvSpPr>
          <p:cNvPr id="27" name="Text Placeholder Body 4">
            <a:extLst>
              <a:ext uri="{FF2B5EF4-FFF2-40B4-BE49-F238E27FC236}">
                <a16:creationId xmlns:a16="http://schemas.microsoft.com/office/drawing/2014/main" id="{74B11379-D5D3-19B3-FCDE-E0E4DC3297F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40713" y="2098366"/>
            <a:ext cx="2597206" cy="1754326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re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cillum</a:t>
            </a:r>
            <a:r>
              <a:rPr lang="en-US"/>
              <a:t> dolore</a:t>
            </a:r>
          </a:p>
        </p:txBody>
      </p:sp>
      <p:sp>
        <p:nvSpPr>
          <p:cNvPr id="14" name="Content Placeholder stat 1">
            <a:extLst>
              <a:ext uri="{FF2B5EF4-FFF2-40B4-BE49-F238E27FC236}">
                <a16:creationId xmlns:a16="http://schemas.microsoft.com/office/drawing/2014/main" id="{48A234D7-3BCF-4DD3-2032-3C158A699099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453422" y="4091241"/>
            <a:ext cx="2602516" cy="1713600"/>
          </a:xfrm>
          <a:solidFill>
            <a:schemeClr val="tx2"/>
          </a:solidFill>
        </p:spPr>
        <p:txBody>
          <a:bodyPr wrap="square" lIns="182880" tIns="182880" rIns="274320" bIns="182880" rtlCol="0" anchor="t" anchorCtr="0">
            <a:normAutofit/>
          </a:bodyPr>
          <a:lstStyle>
            <a:lvl1pPr>
              <a:defRPr lang="en-US" sz="5400" b="1" smtClean="0">
                <a:solidFill>
                  <a:schemeClr val="bg1"/>
                </a:solidFill>
                <a:latin typeface="HP Forma DJR Office Medium" pitchFamily="2" charset="77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/>
            <a:r>
              <a:rPr lang="en-US"/>
              <a:t>100%</a:t>
            </a:r>
          </a:p>
        </p:txBody>
      </p:sp>
      <p:sp>
        <p:nvSpPr>
          <p:cNvPr id="16" name="Text Placeholder stat 1">
            <a:extLst>
              <a:ext uri="{FF2B5EF4-FFF2-40B4-BE49-F238E27FC236}">
                <a16:creationId xmlns:a16="http://schemas.microsoft.com/office/drawing/2014/main" id="{0A735761-384C-9EAA-A20E-73E4ACB0B89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3422" y="5033946"/>
            <a:ext cx="2602800" cy="770895"/>
          </a:xfrm>
          <a:solidFill>
            <a:schemeClr val="tx2"/>
          </a:solidFill>
        </p:spPr>
        <p:txBody>
          <a:bodyPr lIns="183600" tIns="183600" rIns="183600" bIns="183600"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Place your statistic over this block</a:t>
            </a:r>
          </a:p>
        </p:txBody>
      </p:sp>
      <p:sp>
        <p:nvSpPr>
          <p:cNvPr id="17" name="Content Placeholder stat 2">
            <a:extLst>
              <a:ext uri="{FF2B5EF4-FFF2-40B4-BE49-F238E27FC236}">
                <a16:creationId xmlns:a16="http://schemas.microsoft.com/office/drawing/2014/main" id="{1A4684EF-2822-D692-0D39-C351F8EC3AF4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3349625" y="4091241"/>
            <a:ext cx="2602516" cy="1713600"/>
          </a:xfrm>
          <a:solidFill>
            <a:schemeClr val="tx2"/>
          </a:solidFill>
        </p:spPr>
        <p:txBody>
          <a:bodyPr wrap="square" lIns="182880" tIns="182880" rIns="274320" bIns="182880" rtlCol="0" anchor="t" anchorCtr="0">
            <a:normAutofit/>
          </a:bodyPr>
          <a:lstStyle>
            <a:lvl1pPr>
              <a:defRPr lang="en-US" sz="5400" b="1" smtClean="0">
                <a:solidFill>
                  <a:schemeClr val="bg1"/>
                </a:solidFill>
                <a:latin typeface="HP Forma DJR Office Medium" pitchFamily="2" charset="77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/>
            <a:r>
              <a:rPr lang="en-US"/>
              <a:t>100%</a:t>
            </a:r>
          </a:p>
        </p:txBody>
      </p:sp>
      <p:sp>
        <p:nvSpPr>
          <p:cNvPr id="18" name="Text Placeholder stat 2">
            <a:extLst>
              <a:ext uri="{FF2B5EF4-FFF2-40B4-BE49-F238E27FC236}">
                <a16:creationId xmlns:a16="http://schemas.microsoft.com/office/drawing/2014/main" id="{DB8BF7F2-2B1C-955B-D446-8DCB99F3277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349625" y="5033946"/>
            <a:ext cx="2602800" cy="770895"/>
          </a:xfrm>
          <a:solidFill>
            <a:schemeClr val="tx2"/>
          </a:solidFill>
        </p:spPr>
        <p:txBody>
          <a:bodyPr lIns="183600" tIns="183600" rIns="183600" bIns="183600"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Place your statistic over this block</a:t>
            </a:r>
          </a:p>
        </p:txBody>
      </p:sp>
      <p:sp>
        <p:nvSpPr>
          <p:cNvPr id="19" name="Content Placeholder stat 3">
            <a:extLst>
              <a:ext uri="{FF2B5EF4-FFF2-40B4-BE49-F238E27FC236}">
                <a16:creationId xmlns:a16="http://schemas.microsoft.com/office/drawing/2014/main" id="{9D668F54-C01D-0BB4-3BEF-3E639BD61F01}"/>
              </a:ext>
            </a:extLst>
          </p:cNvPr>
          <p:cNvSpPr>
            <a:spLocks noGrp="1"/>
          </p:cNvSpPr>
          <p:nvPr>
            <p:ph sz="quarter" idx="29" hasCustomPrompt="1"/>
          </p:nvPr>
        </p:nvSpPr>
        <p:spPr>
          <a:xfrm>
            <a:off x="6243638" y="4091241"/>
            <a:ext cx="2602516" cy="1713600"/>
          </a:xfrm>
          <a:solidFill>
            <a:schemeClr val="tx2"/>
          </a:solidFill>
        </p:spPr>
        <p:txBody>
          <a:bodyPr wrap="square" lIns="182880" tIns="182880" rIns="274320" bIns="182880" rtlCol="0" anchor="t" anchorCtr="0">
            <a:normAutofit/>
          </a:bodyPr>
          <a:lstStyle>
            <a:lvl1pPr>
              <a:defRPr lang="en-US" sz="5400" b="1" smtClean="0">
                <a:solidFill>
                  <a:schemeClr val="bg1"/>
                </a:solidFill>
                <a:latin typeface="HP Forma DJR Office Medium" pitchFamily="2" charset="77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/>
            <a:r>
              <a:rPr lang="en-US"/>
              <a:t>100%</a:t>
            </a:r>
          </a:p>
        </p:txBody>
      </p:sp>
      <p:sp>
        <p:nvSpPr>
          <p:cNvPr id="20" name="Text Placeholder stat 3">
            <a:extLst>
              <a:ext uri="{FF2B5EF4-FFF2-40B4-BE49-F238E27FC236}">
                <a16:creationId xmlns:a16="http://schemas.microsoft.com/office/drawing/2014/main" id="{3BABE8ED-D729-C9B1-8E96-BBEFDFF3255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243638" y="5033946"/>
            <a:ext cx="2602800" cy="770895"/>
          </a:xfrm>
          <a:solidFill>
            <a:schemeClr val="tx2"/>
          </a:solidFill>
        </p:spPr>
        <p:txBody>
          <a:bodyPr lIns="183600" tIns="183600" rIns="183600" bIns="183600"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Place your statistic over this block</a:t>
            </a:r>
          </a:p>
        </p:txBody>
      </p:sp>
      <p:sp>
        <p:nvSpPr>
          <p:cNvPr id="29" name="Content Placeholder stat 4">
            <a:extLst>
              <a:ext uri="{FF2B5EF4-FFF2-40B4-BE49-F238E27FC236}">
                <a16:creationId xmlns:a16="http://schemas.microsoft.com/office/drawing/2014/main" id="{0C382C80-767C-CD18-B847-2FDD4A391DEB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9131999" y="4091241"/>
            <a:ext cx="2602516" cy="1713600"/>
          </a:xfrm>
          <a:solidFill>
            <a:schemeClr val="tx2"/>
          </a:solidFill>
        </p:spPr>
        <p:txBody>
          <a:bodyPr wrap="square" lIns="182880" tIns="182880" rIns="274320" bIns="182880" rtlCol="0" anchor="t" anchorCtr="0">
            <a:normAutofit/>
          </a:bodyPr>
          <a:lstStyle>
            <a:lvl1pPr>
              <a:defRPr lang="en-US" sz="5400" b="1" smtClean="0">
                <a:solidFill>
                  <a:schemeClr val="bg1"/>
                </a:solidFill>
                <a:latin typeface="HP Forma DJR Office Medium" pitchFamily="2" charset="77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/>
            <a:r>
              <a:rPr lang="en-US"/>
              <a:t>100%</a:t>
            </a:r>
          </a:p>
        </p:txBody>
      </p:sp>
      <p:sp>
        <p:nvSpPr>
          <p:cNvPr id="30" name="Text Placeholder stat 4">
            <a:extLst>
              <a:ext uri="{FF2B5EF4-FFF2-40B4-BE49-F238E27FC236}">
                <a16:creationId xmlns:a16="http://schemas.microsoft.com/office/drawing/2014/main" id="{DCEB8B98-DD56-83B9-A5A2-A560DDF167E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131999" y="5033946"/>
            <a:ext cx="2602800" cy="770895"/>
          </a:xfrm>
          <a:solidFill>
            <a:schemeClr val="tx2"/>
          </a:solidFill>
        </p:spPr>
        <p:txBody>
          <a:bodyPr lIns="183600" tIns="183600" rIns="183600" bIns="183600"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Place your statistic over this block</a:t>
            </a:r>
          </a:p>
        </p:txBody>
      </p:sp>
    </p:spTree>
    <p:extLst>
      <p:ext uri="{BB962C8B-B14F-4D97-AF65-F5344CB8AC3E}">
        <p14:creationId xmlns:p14="http://schemas.microsoft.com/office/powerpoint/2010/main" val="1303542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">
            <a:extLst>
              <a:ext uri="{FF2B5EF4-FFF2-40B4-BE49-F238E27FC236}">
                <a16:creationId xmlns:a16="http://schemas.microsoft.com/office/drawing/2014/main" id="{5C0787E2-82A1-9698-B70D-388920516C1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6605C61B-1C53-2644-8B26-3D798E595467}" type="slidenum">
              <a:rPr lang="en-US" smtClean="0"/>
              <a:t>‹#›</a:t>
            </a:fld>
            <a:endParaRPr lang="en-US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2D5D48B7-1F02-9E62-55B4-8AA41B511DC2}"/>
              </a:ext>
            </a:extLst>
          </p:cNvPr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Text Placeholder Section Title">
            <a:extLst>
              <a:ext uri="{FF2B5EF4-FFF2-40B4-BE49-F238E27FC236}">
                <a16:creationId xmlns:a16="http://schemas.microsoft.com/office/drawing/2014/main" id="{3EED6FE6-DBE9-7775-0CA1-ACC71415562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441471"/>
            <a:ext cx="1616423" cy="245748"/>
          </a:xfrm>
        </p:spPr>
        <p:txBody>
          <a:bodyPr wrap="none" anchor="t"/>
          <a:lstStyle>
            <a:lvl1pPr marL="0" indent="0">
              <a:buNone/>
              <a:defRPr sz="1100" b="0" i="0">
                <a:solidFill>
                  <a:schemeClr val="bg2">
                    <a:lumMod val="50000"/>
                  </a:schemeClr>
                </a:solidFill>
                <a:latin typeface="HP Forma DJR Office" pitchFamily="2" charset="77"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11" name="Title Placeholder">
            <a:extLst>
              <a:ext uri="{FF2B5EF4-FFF2-40B4-BE49-F238E27FC236}">
                <a16:creationId xmlns:a16="http://schemas.microsoft.com/office/drawing/2014/main" id="{CDEF7001-23B7-3A12-BA72-A5F97663AB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743671"/>
            <a:ext cx="11278800" cy="393300"/>
          </a:xfrm>
          <a:prstGeom prst="rect">
            <a:avLst/>
          </a:prstGeom>
        </p:spPr>
        <p:txBody>
          <a:bodyPr vert="horz" lIns="0" tIns="0" rIns="91440" bIns="0" rtlCol="0" anchor="t">
            <a:noAutofit/>
          </a:bodyPr>
          <a:lstStyle>
            <a:lvl1pPr>
              <a:defRPr sz="3000"/>
            </a:lvl1pPr>
          </a:lstStyle>
          <a:p>
            <a:r>
              <a:rPr lang="en-US"/>
              <a:t>Click to write a slide title that fits in 1 line</a:t>
            </a:r>
          </a:p>
        </p:txBody>
      </p:sp>
      <p:sp>
        <p:nvSpPr>
          <p:cNvPr id="13" name="Text Placeholder Subtitle">
            <a:extLst>
              <a:ext uri="{FF2B5EF4-FFF2-40B4-BE49-F238E27FC236}">
                <a16:creationId xmlns:a16="http://schemas.microsoft.com/office/drawing/2014/main" id="{C0D036E8-9207-1523-A5E0-1A54AD15D50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1136970"/>
            <a:ext cx="11278800" cy="29596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write a subtitle that fits in one line.</a:t>
            </a:r>
          </a:p>
        </p:txBody>
      </p:sp>
      <p:sp>
        <p:nvSpPr>
          <p:cNvPr id="4" name="Picture Placeholder 1">
            <a:extLst>
              <a:ext uri="{FF2B5EF4-FFF2-40B4-BE49-F238E27FC236}">
                <a16:creationId xmlns:a16="http://schemas.microsoft.com/office/drawing/2014/main" id="{7304A729-DA45-32FD-0BCB-085D901DCFB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57706" y="1901037"/>
            <a:ext cx="2818800" cy="2797926"/>
          </a:xfrm>
          <a:solidFill>
            <a:schemeClr val="bg1">
              <a:lumMod val="75000"/>
            </a:schemeClr>
          </a:solidFill>
        </p:spPr>
        <p:txBody>
          <a:bodyPr anchor="ctr"/>
          <a:lstStyle>
            <a:lvl1pPr marL="4572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2" name="Text Placeholder Subhead 1">
            <a:extLst>
              <a:ext uri="{FF2B5EF4-FFF2-40B4-BE49-F238E27FC236}">
                <a16:creationId xmlns:a16="http://schemas.microsoft.com/office/drawing/2014/main" id="{91B41DE3-8779-89FD-C0E6-4646C1B6D7F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01907" y="4824274"/>
            <a:ext cx="2707054" cy="217476"/>
          </a:xfrm>
        </p:spPr>
        <p:txBody>
          <a:bodyPr/>
          <a:lstStyle>
            <a:lvl1pPr marL="45720" indent="0">
              <a:lnSpc>
                <a:spcPct val="100000"/>
              </a:lnSpc>
              <a:buNone/>
              <a:defRPr sz="1600" b="1" i="0">
                <a:latin typeface="HP Forma DJR Office Medium" pitchFamily="2" charset="77"/>
              </a:defRPr>
            </a:lvl1pPr>
            <a:lvl2pPr marL="502920" indent="0">
              <a:buNone/>
              <a:defRPr sz="1100"/>
            </a:lvl2pPr>
            <a:lvl3pPr marL="960120" indent="0">
              <a:buNone/>
              <a:defRPr sz="1100"/>
            </a:lvl3pPr>
            <a:lvl4pPr marL="1417320" indent="0">
              <a:buNone/>
              <a:defRPr sz="1100"/>
            </a:lvl4pPr>
            <a:lvl5pPr marL="1874520" indent="0">
              <a:buNone/>
              <a:defRPr sz="1100"/>
            </a:lvl5pPr>
          </a:lstStyle>
          <a:p>
            <a:pPr lvl="0"/>
            <a:r>
              <a:rPr lang="en-US"/>
              <a:t>Body copy subtitle in one line</a:t>
            </a:r>
          </a:p>
        </p:txBody>
      </p:sp>
      <p:sp>
        <p:nvSpPr>
          <p:cNvPr id="21" name="Text Placeholder Body 1">
            <a:extLst>
              <a:ext uri="{FF2B5EF4-FFF2-40B4-BE49-F238E27FC236}">
                <a16:creationId xmlns:a16="http://schemas.microsoft.com/office/drawing/2014/main" id="{5207B5BD-8D52-FE07-1FFD-F1DCA90757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1907" y="5145111"/>
            <a:ext cx="2707054" cy="575920"/>
          </a:xfrm>
        </p:spPr>
        <p:txBody>
          <a:bodyPr/>
          <a:lstStyle>
            <a:lvl1pPr marL="45720" indent="0">
              <a:lnSpc>
                <a:spcPct val="100000"/>
              </a:lnSpc>
              <a:buNone/>
              <a:defRPr sz="1100"/>
            </a:lvl1pPr>
            <a:lvl2pPr marL="502920" indent="0">
              <a:buNone/>
              <a:defRPr sz="1100"/>
            </a:lvl2pPr>
            <a:lvl3pPr marL="960120" indent="0">
              <a:buNone/>
              <a:defRPr sz="1100"/>
            </a:lvl3pPr>
            <a:lvl4pPr marL="1417320" indent="0">
              <a:buNone/>
              <a:defRPr sz="1100"/>
            </a:lvl4pPr>
            <a:lvl5pPr marL="1874520" indent="0">
              <a:buNone/>
              <a:defRPr sz="1100"/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</a:t>
            </a:r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F10EDF5E-4793-8C7E-1BA7-33BA3A9C4A01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273301" y="1901037"/>
            <a:ext cx="2822699" cy="2797926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4572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9" name="Text Placeholder Subhead 2">
            <a:extLst>
              <a:ext uri="{FF2B5EF4-FFF2-40B4-BE49-F238E27FC236}">
                <a16:creationId xmlns:a16="http://schemas.microsoft.com/office/drawing/2014/main" id="{C42DB22F-D1B6-C34C-CBE0-F51D576B933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18771" y="4824274"/>
            <a:ext cx="2707054" cy="217476"/>
          </a:xfrm>
        </p:spPr>
        <p:txBody>
          <a:bodyPr/>
          <a:lstStyle>
            <a:lvl1pPr marL="45720" indent="0">
              <a:lnSpc>
                <a:spcPct val="100000"/>
              </a:lnSpc>
              <a:buNone/>
              <a:defRPr sz="1600" b="1" i="0">
                <a:latin typeface="HP Forma DJR Office Medium" pitchFamily="2" charset="77"/>
              </a:defRPr>
            </a:lvl1pPr>
            <a:lvl2pPr marL="502920" indent="0">
              <a:buNone/>
              <a:defRPr sz="1100"/>
            </a:lvl2pPr>
            <a:lvl3pPr marL="960120" indent="0">
              <a:buNone/>
              <a:defRPr sz="1100"/>
            </a:lvl3pPr>
            <a:lvl4pPr marL="1417320" indent="0">
              <a:buNone/>
              <a:defRPr sz="1100"/>
            </a:lvl4pPr>
            <a:lvl5pPr marL="1874520" indent="0">
              <a:buNone/>
              <a:defRPr sz="1100"/>
            </a:lvl5pPr>
          </a:lstStyle>
          <a:p>
            <a:pPr lvl="0"/>
            <a:r>
              <a:rPr lang="en-US"/>
              <a:t>Body copy subtitle in one line</a:t>
            </a:r>
          </a:p>
        </p:txBody>
      </p:sp>
      <p:sp>
        <p:nvSpPr>
          <p:cNvPr id="20" name="Text Placeholder Body 2">
            <a:extLst>
              <a:ext uri="{FF2B5EF4-FFF2-40B4-BE49-F238E27FC236}">
                <a16:creationId xmlns:a16="http://schemas.microsoft.com/office/drawing/2014/main" id="{76E5641A-EE68-9931-57CF-0569317651A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18771" y="5145111"/>
            <a:ext cx="2707054" cy="575920"/>
          </a:xfrm>
        </p:spPr>
        <p:txBody>
          <a:bodyPr/>
          <a:lstStyle>
            <a:lvl1pPr marL="45720" indent="0">
              <a:lnSpc>
                <a:spcPct val="100000"/>
              </a:lnSpc>
              <a:buNone/>
              <a:defRPr sz="1100"/>
            </a:lvl1pPr>
            <a:lvl2pPr marL="502920" indent="0">
              <a:buNone/>
              <a:defRPr sz="1100"/>
            </a:lvl2pPr>
            <a:lvl3pPr marL="960120" indent="0">
              <a:buNone/>
              <a:defRPr sz="1100"/>
            </a:lvl3pPr>
            <a:lvl4pPr marL="1417320" indent="0">
              <a:buNone/>
              <a:defRPr sz="1100"/>
            </a:lvl4pPr>
            <a:lvl5pPr marL="1874520" indent="0">
              <a:buNone/>
              <a:defRPr sz="1100"/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</a:t>
            </a:r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F9546FD9-8119-295E-1730-C618331ACD80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6096000" y="1901037"/>
            <a:ext cx="2818800" cy="2797926"/>
          </a:xfrm>
          <a:solidFill>
            <a:schemeClr val="bg1">
              <a:lumMod val="75000"/>
            </a:schemeClr>
          </a:solidFill>
        </p:spPr>
        <p:txBody>
          <a:bodyPr anchor="ctr"/>
          <a:lstStyle>
            <a:lvl1pPr marL="4572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1" name="Text Placeholder Subhead 3">
            <a:extLst>
              <a:ext uri="{FF2B5EF4-FFF2-40B4-BE49-F238E27FC236}">
                <a16:creationId xmlns:a16="http://schemas.microsoft.com/office/drawing/2014/main" id="{9E66EB15-C703-750D-0491-6BBCEF1D535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39529" y="4824274"/>
            <a:ext cx="2707054" cy="217476"/>
          </a:xfrm>
        </p:spPr>
        <p:txBody>
          <a:bodyPr/>
          <a:lstStyle>
            <a:lvl1pPr marL="45720" indent="0">
              <a:lnSpc>
                <a:spcPct val="100000"/>
              </a:lnSpc>
              <a:buNone/>
              <a:defRPr sz="1600" b="1" i="0">
                <a:latin typeface="HP Forma DJR Office Medium" pitchFamily="2" charset="77"/>
              </a:defRPr>
            </a:lvl1pPr>
            <a:lvl2pPr marL="502920" indent="0">
              <a:buNone/>
              <a:defRPr sz="1100"/>
            </a:lvl2pPr>
            <a:lvl3pPr marL="960120" indent="0">
              <a:buNone/>
              <a:defRPr sz="1100"/>
            </a:lvl3pPr>
            <a:lvl4pPr marL="1417320" indent="0">
              <a:buNone/>
              <a:defRPr sz="1100"/>
            </a:lvl4pPr>
            <a:lvl5pPr marL="1874520" indent="0">
              <a:buNone/>
              <a:defRPr sz="1100"/>
            </a:lvl5pPr>
          </a:lstStyle>
          <a:p>
            <a:pPr lvl="0"/>
            <a:r>
              <a:rPr lang="en-US"/>
              <a:t>Body copy subtitle in one line</a:t>
            </a:r>
          </a:p>
        </p:txBody>
      </p:sp>
      <p:sp>
        <p:nvSpPr>
          <p:cNvPr id="30" name="Text Placeholder Body 3">
            <a:extLst>
              <a:ext uri="{FF2B5EF4-FFF2-40B4-BE49-F238E27FC236}">
                <a16:creationId xmlns:a16="http://schemas.microsoft.com/office/drawing/2014/main" id="{EAA8CECE-12CF-293D-D71A-090EBC9604C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39529" y="5145111"/>
            <a:ext cx="2707054" cy="575920"/>
          </a:xfrm>
        </p:spPr>
        <p:txBody>
          <a:bodyPr/>
          <a:lstStyle>
            <a:lvl1pPr marL="45720" indent="0">
              <a:lnSpc>
                <a:spcPct val="100000"/>
              </a:lnSpc>
              <a:buNone/>
              <a:defRPr sz="1100"/>
            </a:lvl1pPr>
            <a:lvl2pPr marL="502920" indent="0">
              <a:buNone/>
              <a:defRPr sz="1100"/>
            </a:lvl2pPr>
            <a:lvl3pPr marL="960120" indent="0">
              <a:buNone/>
              <a:defRPr sz="1100"/>
            </a:lvl3pPr>
            <a:lvl4pPr marL="1417320" indent="0">
              <a:buNone/>
              <a:defRPr sz="1100"/>
            </a:lvl4pPr>
            <a:lvl5pPr marL="1874520" indent="0">
              <a:buNone/>
              <a:defRPr sz="1100"/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</a:t>
            </a:r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477A24E4-F7D9-9815-E293-20C9C8579356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8911595" y="1901037"/>
            <a:ext cx="2822400" cy="2797926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4572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2" name="Text Placeholder Body 4">
            <a:extLst>
              <a:ext uri="{FF2B5EF4-FFF2-40B4-BE49-F238E27FC236}">
                <a16:creationId xmlns:a16="http://schemas.microsoft.com/office/drawing/2014/main" id="{55EC4EE5-B9E2-6A68-8DD3-223573D9AE5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857930" y="5145111"/>
            <a:ext cx="2707054" cy="575920"/>
          </a:xfrm>
        </p:spPr>
        <p:txBody>
          <a:bodyPr/>
          <a:lstStyle>
            <a:lvl1pPr marL="45720" indent="0">
              <a:lnSpc>
                <a:spcPct val="100000"/>
              </a:lnSpc>
              <a:buNone/>
              <a:defRPr sz="1100"/>
            </a:lvl1pPr>
            <a:lvl2pPr marL="502920" indent="0">
              <a:buNone/>
              <a:defRPr sz="1100"/>
            </a:lvl2pPr>
            <a:lvl3pPr marL="960120" indent="0">
              <a:buNone/>
              <a:defRPr sz="1100"/>
            </a:lvl3pPr>
            <a:lvl4pPr marL="1417320" indent="0">
              <a:buNone/>
              <a:defRPr sz="1100"/>
            </a:lvl4pPr>
            <a:lvl5pPr marL="1874520" indent="0">
              <a:buNone/>
              <a:defRPr sz="1100"/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</a:t>
            </a:r>
          </a:p>
        </p:txBody>
      </p:sp>
      <p:sp>
        <p:nvSpPr>
          <p:cNvPr id="33" name="Text Placeholder Subhead 4">
            <a:extLst>
              <a:ext uri="{FF2B5EF4-FFF2-40B4-BE49-F238E27FC236}">
                <a16:creationId xmlns:a16="http://schemas.microsoft.com/office/drawing/2014/main" id="{69A52991-E9E0-9089-0102-BAFABF5CA93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857930" y="4824274"/>
            <a:ext cx="2707054" cy="217476"/>
          </a:xfrm>
        </p:spPr>
        <p:txBody>
          <a:bodyPr/>
          <a:lstStyle>
            <a:lvl1pPr marL="45720" indent="0">
              <a:lnSpc>
                <a:spcPct val="100000"/>
              </a:lnSpc>
              <a:buNone/>
              <a:defRPr sz="1600" b="1" i="0">
                <a:latin typeface="HP Forma DJR Office Medium" pitchFamily="2" charset="77"/>
              </a:defRPr>
            </a:lvl1pPr>
            <a:lvl2pPr marL="502920" indent="0">
              <a:buNone/>
              <a:defRPr sz="1100"/>
            </a:lvl2pPr>
            <a:lvl3pPr marL="960120" indent="0">
              <a:buNone/>
              <a:defRPr sz="1100"/>
            </a:lvl3pPr>
            <a:lvl4pPr marL="1417320" indent="0">
              <a:buNone/>
              <a:defRPr sz="1100"/>
            </a:lvl4pPr>
            <a:lvl5pPr marL="1874520" indent="0">
              <a:buNone/>
              <a:defRPr sz="1100"/>
            </a:lvl5pPr>
          </a:lstStyle>
          <a:p>
            <a:pPr lvl="0"/>
            <a:r>
              <a:rPr lang="en-US"/>
              <a:t>Body copy subtitle in one line</a:t>
            </a:r>
          </a:p>
        </p:txBody>
      </p:sp>
    </p:spTree>
    <p:extLst>
      <p:ext uri="{BB962C8B-B14F-4D97-AF65-F5344CB8AC3E}">
        <p14:creationId xmlns:p14="http://schemas.microsoft.com/office/powerpoint/2010/main" val="1856971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5C0787E2-82A1-9698-B70D-388920516C1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6605C61B-1C53-2644-8B26-3D798E595467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Footer Placeholder">
            <a:extLst>
              <a:ext uri="{FF2B5EF4-FFF2-40B4-BE49-F238E27FC236}">
                <a16:creationId xmlns:a16="http://schemas.microsoft.com/office/drawing/2014/main" id="{523B1A05-E185-7E4E-BF44-20D6031B8D25}"/>
              </a:ext>
            </a:extLst>
          </p:cNvPr>
          <p:cNvSpPr>
            <a:spLocks noGrp="1"/>
          </p:cNvSpPr>
          <p:nvPr>
            <p:ph type="ftr" sz="quarter" idx="3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ext Placeholder Section Title">
            <a:extLst>
              <a:ext uri="{FF2B5EF4-FFF2-40B4-BE49-F238E27FC236}">
                <a16:creationId xmlns:a16="http://schemas.microsoft.com/office/drawing/2014/main" id="{0ADAD9BC-9FDD-C6EB-3B7A-7AC31F655C2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441471"/>
            <a:ext cx="1616423" cy="245748"/>
          </a:xfrm>
        </p:spPr>
        <p:txBody>
          <a:bodyPr wrap="none" anchor="t"/>
          <a:lstStyle>
            <a:lvl1pPr marL="0" indent="0">
              <a:buNone/>
              <a:defRPr sz="1100" b="0" i="0">
                <a:solidFill>
                  <a:schemeClr val="bg2">
                    <a:lumMod val="50000"/>
                  </a:schemeClr>
                </a:solidFill>
                <a:latin typeface="HP Forma DJR Office" pitchFamily="2" charset="77"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8" name="Title Placeholder">
            <a:extLst>
              <a:ext uri="{FF2B5EF4-FFF2-40B4-BE49-F238E27FC236}">
                <a16:creationId xmlns:a16="http://schemas.microsoft.com/office/drawing/2014/main" id="{717650D2-20A9-3620-333B-46E27BD33A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743671"/>
            <a:ext cx="11278800" cy="393300"/>
          </a:xfrm>
          <a:prstGeom prst="rect">
            <a:avLst/>
          </a:prstGeom>
        </p:spPr>
        <p:txBody>
          <a:bodyPr vert="horz" lIns="0" tIns="0" rIns="91440" bIns="0" rtlCol="0" anchor="t">
            <a:noAutofit/>
          </a:bodyPr>
          <a:lstStyle>
            <a:lvl1pPr>
              <a:defRPr sz="3000"/>
            </a:lvl1pPr>
          </a:lstStyle>
          <a:p>
            <a:r>
              <a:rPr lang="en-US"/>
              <a:t>Click to write a slide title that fits in 1 line</a:t>
            </a:r>
          </a:p>
        </p:txBody>
      </p:sp>
      <p:sp>
        <p:nvSpPr>
          <p:cNvPr id="21" name="Text Placeholder Subtitle">
            <a:extLst>
              <a:ext uri="{FF2B5EF4-FFF2-40B4-BE49-F238E27FC236}">
                <a16:creationId xmlns:a16="http://schemas.microsoft.com/office/drawing/2014/main" id="{AFD3D560-3B40-C27A-03FE-DFB6D4DAC7D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1136970"/>
            <a:ext cx="11278800" cy="29596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write a subtitle that fits in one line.</a:t>
            </a:r>
          </a:p>
        </p:txBody>
      </p:sp>
      <p:sp>
        <p:nvSpPr>
          <p:cNvPr id="12" name="Text Placeholder Subhead 1">
            <a:extLst>
              <a:ext uri="{FF2B5EF4-FFF2-40B4-BE49-F238E27FC236}">
                <a16:creationId xmlns:a16="http://schemas.microsoft.com/office/drawing/2014/main" id="{EB74AB36-27D6-DA6F-CD6D-38D517D98E7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7200" y="1760400"/>
            <a:ext cx="2598738" cy="217476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600" b="1" i="0">
                <a:latin typeface="HP Forma DJR Office Medium" pitchFamily="2" charset="77"/>
              </a:defRPr>
            </a:lvl1pPr>
            <a:lvl2pPr marL="502920" indent="0">
              <a:buNone/>
              <a:defRPr sz="1100"/>
            </a:lvl2pPr>
            <a:lvl3pPr marL="960120" indent="0">
              <a:buNone/>
              <a:defRPr sz="1100"/>
            </a:lvl3pPr>
            <a:lvl4pPr marL="1417320" indent="0">
              <a:buNone/>
              <a:defRPr sz="1100"/>
            </a:lvl4pPr>
            <a:lvl5pPr marL="1874520" indent="0">
              <a:buNone/>
              <a:defRPr sz="1100"/>
            </a:lvl5pPr>
          </a:lstStyle>
          <a:p>
            <a:pPr lvl="0"/>
            <a:r>
              <a:rPr lang="en-US"/>
              <a:t>Body copy subtitle in one line</a:t>
            </a:r>
          </a:p>
        </p:txBody>
      </p:sp>
      <p:sp>
        <p:nvSpPr>
          <p:cNvPr id="11" name="Text Placeholder Body 1">
            <a:extLst>
              <a:ext uri="{FF2B5EF4-FFF2-40B4-BE49-F238E27FC236}">
                <a16:creationId xmlns:a16="http://schemas.microsoft.com/office/drawing/2014/main" id="{FCE63746-ECB0-8EBF-0948-1B06FFC85E8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098801"/>
            <a:ext cx="2598738" cy="3706688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cillum</a:t>
            </a:r>
            <a:r>
              <a:rPr lang="en-US"/>
              <a:t> dolore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fugiat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pariatur</a:t>
            </a:r>
            <a:r>
              <a:rPr lang="en-US"/>
              <a:t>. </a:t>
            </a:r>
            <a:r>
              <a:rPr lang="en-US" err="1"/>
              <a:t>Excepteur</a:t>
            </a:r>
            <a:r>
              <a:rPr lang="en-US"/>
              <a:t> </a:t>
            </a:r>
            <a:r>
              <a:rPr lang="en-US" err="1"/>
              <a:t>sint</a:t>
            </a:r>
            <a:r>
              <a:rPr lang="en-US"/>
              <a:t> </a:t>
            </a:r>
            <a:r>
              <a:rPr lang="en-US" err="1"/>
              <a:t>occaecat</a:t>
            </a:r>
            <a:r>
              <a:rPr lang="en-US"/>
              <a:t> </a:t>
            </a:r>
            <a:r>
              <a:rPr lang="en-US" err="1"/>
              <a:t>cupidatat</a:t>
            </a:r>
            <a:r>
              <a:rPr lang="en-US"/>
              <a:t> non </a:t>
            </a:r>
            <a:r>
              <a:rPr lang="en-US" err="1"/>
              <a:t>proident</a:t>
            </a:r>
            <a:r>
              <a:rPr lang="en-US"/>
              <a:t>, sunt in culpa qui </a:t>
            </a:r>
            <a:r>
              <a:rPr lang="en-US" err="1"/>
              <a:t>officia</a:t>
            </a:r>
            <a:r>
              <a:rPr lang="en-US"/>
              <a:t> </a:t>
            </a:r>
            <a:r>
              <a:rPr lang="en-US" err="1"/>
              <a:t>deserunt</a:t>
            </a:r>
            <a:r>
              <a:rPr lang="en-US"/>
              <a:t> </a:t>
            </a:r>
            <a:r>
              <a:rPr lang="en-US" err="1"/>
              <a:t>mollit</a:t>
            </a:r>
            <a:r>
              <a:rPr lang="en-US"/>
              <a:t> </a:t>
            </a:r>
            <a:r>
              <a:rPr lang="en-US" err="1"/>
              <a:t>anim</a:t>
            </a:r>
            <a:r>
              <a:rPr lang="en-US"/>
              <a:t> id </a:t>
            </a: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laborum</a:t>
            </a:r>
            <a:r>
              <a:rPr lang="en-US"/>
              <a:t>.</a:t>
            </a:r>
          </a:p>
        </p:txBody>
      </p:sp>
      <p:sp>
        <p:nvSpPr>
          <p:cNvPr id="15" name="Text Placeholder Subhead 2">
            <a:extLst>
              <a:ext uri="{FF2B5EF4-FFF2-40B4-BE49-F238E27FC236}">
                <a16:creationId xmlns:a16="http://schemas.microsoft.com/office/drawing/2014/main" id="{B8F300AF-81AD-DF5E-3EC5-0925DA200C9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349625" y="1760400"/>
            <a:ext cx="2598738" cy="217476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600" b="1" i="0">
                <a:latin typeface="HP Forma DJR Office Medium" pitchFamily="2" charset="77"/>
              </a:defRPr>
            </a:lvl1pPr>
            <a:lvl2pPr marL="502920" indent="0">
              <a:buNone/>
              <a:defRPr sz="1100"/>
            </a:lvl2pPr>
            <a:lvl3pPr marL="960120" indent="0">
              <a:buNone/>
              <a:defRPr sz="1100"/>
            </a:lvl3pPr>
            <a:lvl4pPr marL="1417320" indent="0">
              <a:buNone/>
              <a:defRPr sz="1100"/>
            </a:lvl4pPr>
            <a:lvl5pPr marL="1874520" indent="0">
              <a:buNone/>
              <a:defRPr sz="1100"/>
            </a:lvl5pPr>
          </a:lstStyle>
          <a:p>
            <a:pPr lvl="0"/>
            <a:r>
              <a:rPr lang="en-US"/>
              <a:t>Body copy subtitle in one line</a:t>
            </a:r>
          </a:p>
        </p:txBody>
      </p:sp>
      <p:sp>
        <p:nvSpPr>
          <p:cNvPr id="14" name="Text Placeholder Body 2">
            <a:extLst>
              <a:ext uri="{FF2B5EF4-FFF2-40B4-BE49-F238E27FC236}">
                <a16:creationId xmlns:a16="http://schemas.microsoft.com/office/drawing/2014/main" id="{B6629329-E9D9-C6C2-BCE3-A5D1AF030B3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349625" y="2098801"/>
            <a:ext cx="2598738" cy="3706688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cillum</a:t>
            </a:r>
            <a:r>
              <a:rPr lang="en-US"/>
              <a:t> dolore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fugiat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pariatur</a:t>
            </a:r>
            <a:r>
              <a:rPr lang="en-US"/>
              <a:t>. </a:t>
            </a:r>
            <a:r>
              <a:rPr lang="en-US" err="1"/>
              <a:t>Excepteur</a:t>
            </a:r>
            <a:r>
              <a:rPr lang="en-US"/>
              <a:t> </a:t>
            </a:r>
            <a:r>
              <a:rPr lang="en-US" err="1"/>
              <a:t>sint</a:t>
            </a:r>
            <a:r>
              <a:rPr lang="en-US"/>
              <a:t> </a:t>
            </a:r>
            <a:r>
              <a:rPr lang="en-US" err="1"/>
              <a:t>occaecat</a:t>
            </a:r>
            <a:r>
              <a:rPr lang="en-US"/>
              <a:t> </a:t>
            </a:r>
            <a:r>
              <a:rPr lang="en-US" err="1"/>
              <a:t>cupidatat</a:t>
            </a:r>
            <a:r>
              <a:rPr lang="en-US"/>
              <a:t> non </a:t>
            </a:r>
            <a:r>
              <a:rPr lang="en-US" err="1"/>
              <a:t>proident</a:t>
            </a:r>
            <a:r>
              <a:rPr lang="en-US"/>
              <a:t>, sunt in culpa qui </a:t>
            </a:r>
            <a:r>
              <a:rPr lang="en-US" err="1"/>
              <a:t>officia</a:t>
            </a:r>
            <a:r>
              <a:rPr lang="en-US"/>
              <a:t> </a:t>
            </a:r>
            <a:r>
              <a:rPr lang="en-US" err="1"/>
              <a:t>deserunt</a:t>
            </a:r>
            <a:r>
              <a:rPr lang="en-US"/>
              <a:t> </a:t>
            </a:r>
            <a:r>
              <a:rPr lang="en-US" err="1"/>
              <a:t>mollit</a:t>
            </a:r>
            <a:r>
              <a:rPr lang="en-US"/>
              <a:t> </a:t>
            </a:r>
            <a:r>
              <a:rPr lang="en-US" err="1"/>
              <a:t>anim</a:t>
            </a:r>
            <a:r>
              <a:rPr lang="en-US"/>
              <a:t> id </a:t>
            </a: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laborum</a:t>
            </a:r>
            <a:r>
              <a:rPr lang="en-US"/>
              <a:t>.</a:t>
            </a:r>
          </a:p>
        </p:txBody>
      </p:sp>
      <p:sp>
        <p:nvSpPr>
          <p:cNvPr id="3" name="Content Placeholder stat 1">
            <a:extLst>
              <a:ext uri="{FF2B5EF4-FFF2-40B4-BE49-F238E27FC236}">
                <a16:creationId xmlns:a16="http://schemas.microsoft.com/office/drawing/2014/main" id="{44FB7B3A-02DB-1B9E-3238-F2FEAC0A584F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6243638" y="1793875"/>
            <a:ext cx="2602516" cy="1713600"/>
          </a:xfrm>
          <a:solidFill>
            <a:schemeClr val="tx2"/>
          </a:solidFill>
        </p:spPr>
        <p:txBody>
          <a:bodyPr wrap="square" lIns="182880" tIns="182880" rIns="274320" bIns="182880" rtlCol="0" anchor="t" anchorCtr="0">
            <a:normAutofit/>
          </a:bodyPr>
          <a:lstStyle>
            <a:lvl1pPr>
              <a:defRPr lang="en-US" sz="5400" b="1" smtClean="0">
                <a:solidFill>
                  <a:schemeClr val="bg1"/>
                </a:solidFill>
                <a:latin typeface="HP Forma DJR Office Medium" pitchFamily="2" charset="77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/>
            <a:r>
              <a:rPr lang="en-US"/>
              <a:t>100%</a:t>
            </a:r>
          </a:p>
        </p:txBody>
      </p:sp>
      <p:sp>
        <p:nvSpPr>
          <p:cNvPr id="4" name="Text Placeholder stat 1">
            <a:extLst>
              <a:ext uri="{FF2B5EF4-FFF2-40B4-BE49-F238E27FC236}">
                <a16:creationId xmlns:a16="http://schemas.microsoft.com/office/drawing/2014/main" id="{F4863D4C-44E2-8CD3-6BAC-5D15567475E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243638" y="2736580"/>
            <a:ext cx="2602800" cy="770895"/>
          </a:xfrm>
          <a:solidFill>
            <a:schemeClr val="tx2"/>
          </a:solidFill>
        </p:spPr>
        <p:txBody>
          <a:bodyPr lIns="183600" tIns="183600" rIns="183600" bIns="183600"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Place your statistic over this block</a:t>
            </a:r>
          </a:p>
        </p:txBody>
      </p:sp>
      <p:sp>
        <p:nvSpPr>
          <p:cNvPr id="5" name="Content Placeholder stat 2">
            <a:extLst>
              <a:ext uri="{FF2B5EF4-FFF2-40B4-BE49-F238E27FC236}">
                <a16:creationId xmlns:a16="http://schemas.microsoft.com/office/drawing/2014/main" id="{4A04D824-BD1F-FF06-AC4E-6D81909577C8}"/>
              </a:ext>
            </a:extLst>
          </p:cNvPr>
          <p:cNvSpPr>
            <a:spLocks noGrp="1"/>
          </p:cNvSpPr>
          <p:nvPr>
            <p:ph sz="quarter" idx="33" hasCustomPrompt="1"/>
          </p:nvPr>
        </p:nvSpPr>
        <p:spPr>
          <a:xfrm>
            <a:off x="6243638" y="3713243"/>
            <a:ext cx="2602516" cy="1713600"/>
          </a:xfrm>
          <a:solidFill>
            <a:schemeClr val="tx2"/>
          </a:solidFill>
        </p:spPr>
        <p:txBody>
          <a:bodyPr wrap="square" lIns="182880" tIns="182880" rIns="274320" bIns="182880" rtlCol="0" anchor="t" anchorCtr="0">
            <a:normAutofit/>
          </a:bodyPr>
          <a:lstStyle>
            <a:lvl1pPr>
              <a:defRPr lang="en-US" sz="5400" b="1" smtClean="0">
                <a:solidFill>
                  <a:schemeClr val="bg1"/>
                </a:solidFill>
                <a:latin typeface="HP Forma DJR Office Medium" pitchFamily="2" charset="77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/>
            <a:r>
              <a:rPr lang="en-US"/>
              <a:t>100%</a:t>
            </a:r>
          </a:p>
        </p:txBody>
      </p:sp>
      <p:sp>
        <p:nvSpPr>
          <p:cNvPr id="7" name="Text Placeholder stat 2">
            <a:extLst>
              <a:ext uri="{FF2B5EF4-FFF2-40B4-BE49-F238E27FC236}">
                <a16:creationId xmlns:a16="http://schemas.microsoft.com/office/drawing/2014/main" id="{7B77D186-3E37-A99F-B583-D2BF63D1256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43638" y="4655948"/>
            <a:ext cx="2602800" cy="770895"/>
          </a:xfrm>
          <a:solidFill>
            <a:schemeClr val="tx2"/>
          </a:solidFill>
        </p:spPr>
        <p:txBody>
          <a:bodyPr lIns="183600" tIns="183600" rIns="183600" bIns="183600"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Place your statistic over this block</a:t>
            </a:r>
          </a:p>
        </p:txBody>
      </p:sp>
      <p:sp>
        <p:nvSpPr>
          <p:cNvPr id="9" name="Content Placeholder stat 3">
            <a:extLst>
              <a:ext uri="{FF2B5EF4-FFF2-40B4-BE49-F238E27FC236}">
                <a16:creationId xmlns:a16="http://schemas.microsoft.com/office/drawing/2014/main" id="{A5ABD5A8-F739-E7BA-9965-904E207A66F7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9136063" y="1793875"/>
            <a:ext cx="2602516" cy="1713600"/>
          </a:xfrm>
          <a:solidFill>
            <a:schemeClr val="tx1"/>
          </a:solidFill>
        </p:spPr>
        <p:txBody>
          <a:bodyPr wrap="square" lIns="182880" tIns="182880" rIns="274320" bIns="182880" rtlCol="0" anchor="t" anchorCtr="0">
            <a:normAutofit/>
          </a:bodyPr>
          <a:lstStyle>
            <a:lvl1pPr>
              <a:defRPr lang="en-US" sz="5400" b="1" smtClean="0">
                <a:solidFill>
                  <a:schemeClr val="bg1"/>
                </a:solidFill>
                <a:latin typeface="HP Forma DJR Office Medium" pitchFamily="2" charset="77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/>
            <a:r>
              <a:rPr lang="en-US"/>
              <a:t>100%</a:t>
            </a:r>
          </a:p>
        </p:txBody>
      </p:sp>
      <p:sp>
        <p:nvSpPr>
          <p:cNvPr id="16" name="Text Placeholder stat 3">
            <a:extLst>
              <a:ext uri="{FF2B5EF4-FFF2-40B4-BE49-F238E27FC236}">
                <a16:creationId xmlns:a16="http://schemas.microsoft.com/office/drawing/2014/main" id="{6A61DB59-854D-F220-1CD5-58F130138CC3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136063" y="2736580"/>
            <a:ext cx="2602800" cy="770895"/>
          </a:xfrm>
          <a:solidFill>
            <a:schemeClr val="tx1"/>
          </a:solidFill>
        </p:spPr>
        <p:txBody>
          <a:bodyPr lIns="183600" tIns="183600" rIns="183600" bIns="183600"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Place your statistic over this block</a:t>
            </a:r>
          </a:p>
        </p:txBody>
      </p:sp>
      <p:sp>
        <p:nvSpPr>
          <p:cNvPr id="17" name="Content Placeholder stat 4">
            <a:extLst>
              <a:ext uri="{FF2B5EF4-FFF2-40B4-BE49-F238E27FC236}">
                <a16:creationId xmlns:a16="http://schemas.microsoft.com/office/drawing/2014/main" id="{9E7D5289-E1C1-849B-6DA1-4197C9D9FBFE}"/>
              </a:ext>
            </a:extLst>
          </p:cNvPr>
          <p:cNvSpPr>
            <a:spLocks noGrp="1"/>
          </p:cNvSpPr>
          <p:nvPr>
            <p:ph sz="quarter" idx="37" hasCustomPrompt="1"/>
          </p:nvPr>
        </p:nvSpPr>
        <p:spPr>
          <a:xfrm>
            <a:off x="9136063" y="3713243"/>
            <a:ext cx="2602516" cy="1713600"/>
          </a:xfrm>
          <a:solidFill>
            <a:schemeClr val="tx1"/>
          </a:solidFill>
        </p:spPr>
        <p:txBody>
          <a:bodyPr wrap="square" lIns="182880" tIns="182880" rIns="274320" bIns="182880" rtlCol="0" anchor="t" anchorCtr="0">
            <a:normAutofit/>
          </a:bodyPr>
          <a:lstStyle>
            <a:lvl1pPr>
              <a:defRPr lang="en-US" sz="5400" b="1" smtClean="0">
                <a:solidFill>
                  <a:schemeClr val="bg1"/>
                </a:solidFill>
                <a:latin typeface="HP Forma DJR Office Medium" pitchFamily="2" charset="77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/>
            <a:r>
              <a:rPr lang="en-US"/>
              <a:t>100%</a:t>
            </a:r>
          </a:p>
        </p:txBody>
      </p:sp>
      <p:sp>
        <p:nvSpPr>
          <p:cNvPr id="22" name="Text Placeholder stat 4">
            <a:extLst>
              <a:ext uri="{FF2B5EF4-FFF2-40B4-BE49-F238E27FC236}">
                <a16:creationId xmlns:a16="http://schemas.microsoft.com/office/drawing/2014/main" id="{16A71F7B-0ED2-D885-C997-34CBCE634A90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36063" y="4655948"/>
            <a:ext cx="2602800" cy="770895"/>
          </a:xfrm>
          <a:solidFill>
            <a:schemeClr val="tx1"/>
          </a:solidFill>
        </p:spPr>
        <p:txBody>
          <a:bodyPr lIns="183600" tIns="183600" rIns="183600" bIns="183600"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Place your statistic over this block</a:t>
            </a:r>
          </a:p>
        </p:txBody>
      </p:sp>
    </p:spTree>
    <p:extLst>
      <p:ext uri="{BB962C8B-B14F-4D97-AF65-F5344CB8AC3E}">
        <p14:creationId xmlns:p14="http://schemas.microsoft.com/office/powerpoint/2010/main" val="29110142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5C0787E2-82A1-9698-B70D-388920516C1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6605C61B-1C53-2644-8B26-3D798E595467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61C94AAB-B813-5EAE-45E8-80378206FD2C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Text Placeholder Subtitle">
            <a:extLst>
              <a:ext uri="{FF2B5EF4-FFF2-40B4-BE49-F238E27FC236}">
                <a16:creationId xmlns:a16="http://schemas.microsoft.com/office/drawing/2014/main" id="{DD1D2675-0CE6-0E40-73C1-DAC4940DA87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1136970"/>
            <a:ext cx="11278800" cy="29596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write a subtitle that fits in one line.</a:t>
            </a:r>
          </a:p>
        </p:txBody>
      </p:sp>
      <p:sp>
        <p:nvSpPr>
          <p:cNvPr id="8" name="Title Placeholder">
            <a:extLst>
              <a:ext uri="{FF2B5EF4-FFF2-40B4-BE49-F238E27FC236}">
                <a16:creationId xmlns:a16="http://schemas.microsoft.com/office/drawing/2014/main" id="{BB1D5596-F08D-F3D8-B71E-0CE2BB2F95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743671"/>
            <a:ext cx="11278800" cy="393300"/>
          </a:xfrm>
          <a:prstGeom prst="rect">
            <a:avLst/>
          </a:prstGeom>
        </p:spPr>
        <p:txBody>
          <a:bodyPr vert="horz" lIns="0" tIns="0" rIns="91440" bIns="0" rtlCol="0" anchor="t">
            <a:noAutofit/>
          </a:bodyPr>
          <a:lstStyle>
            <a:lvl1pPr>
              <a:defRPr sz="3000"/>
            </a:lvl1pPr>
          </a:lstStyle>
          <a:p>
            <a:r>
              <a:rPr lang="en-US"/>
              <a:t>Click to write a slide title that fits in 1 line</a:t>
            </a:r>
          </a:p>
        </p:txBody>
      </p:sp>
      <p:sp>
        <p:nvSpPr>
          <p:cNvPr id="10" name="Text Placeholder Section Title">
            <a:extLst>
              <a:ext uri="{FF2B5EF4-FFF2-40B4-BE49-F238E27FC236}">
                <a16:creationId xmlns:a16="http://schemas.microsoft.com/office/drawing/2014/main" id="{2ABE90F4-11F1-1636-D404-59A80F1B4A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441471"/>
            <a:ext cx="1616423" cy="245748"/>
          </a:xfrm>
        </p:spPr>
        <p:txBody>
          <a:bodyPr wrap="none" anchor="t"/>
          <a:lstStyle>
            <a:lvl1pPr marL="0" indent="0">
              <a:buNone/>
              <a:defRPr sz="1100" b="0" i="0">
                <a:solidFill>
                  <a:schemeClr val="bg2">
                    <a:lumMod val="50000"/>
                  </a:schemeClr>
                </a:solidFill>
                <a:latin typeface="HP Forma DJR Office" pitchFamily="2" charset="77"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9" name="Text Placeholder Subhead 1">
            <a:extLst>
              <a:ext uri="{FF2B5EF4-FFF2-40B4-BE49-F238E27FC236}">
                <a16:creationId xmlns:a16="http://schemas.microsoft.com/office/drawing/2014/main" id="{D79D6C8B-3EC9-05CE-50E2-A49CC8B27ED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7200" y="1760400"/>
            <a:ext cx="5491163" cy="217476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600" b="1" i="0">
                <a:latin typeface="HP Forma DJR Office Medium" pitchFamily="2" charset="77"/>
              </a:defRPr>
            </a:lvl1pPr>
            <a:lvl2pPr marL="502920" indent="0">
              <a:buNone/>
              <a:defRPr sz="1100"/>
            </a:lvl2pPr>
            <a:lvl3pPr marL="960120" indent="0">
              <a:buNone/>
              <a:defRPr sz="1100"/>
            </a:lvl3pPr>
            <a:lvl4pPr marL="1417320" indent="0">
              <a:buNone/>
              <a:defRPr sz="1100"/>
            </a:lvl4pPr>
            <a:lvl5pPr marL="1874520" indent="0">
              <a:buNone/>
              <a:defRPr sz="1100"/>
            </a:lvl5pPr>
          </a:lstStyle>
          <a:p>
            <a:pPr lvl="0"/>
            <a:r>
              <a:rPr lang="en-US"/>
              <a:t>Body copy subtitle that fits in one line</a:t>
            </a:r>
          </a:p>
        </p:txBody>
      </p:sp>
      <p:sp>
        <p:nvSpPr>
          <p:cNvPr id="3" name="Text Placeholder Body 1">
            <a:extLst>
              <a:ext uri="{FF2B5EF4-FFF2-40B4-BE49-F238E27FC236}">
                <a16:creationId xmlns:a16="http://schemas.microsoft.com/office/drawing/2014/main" id="{E6E9789E-133F-A211-8758-2396EF431F2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098800"/>
            <a:ext cx="5491163" cy="3706688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cillum</a:t>
            </a:r>
            <a:r>
              <a:rPr lang="en-US"/>
              <a:t> dolore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fugiat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pariatur</a:t>
            </a:r>
            <a:r>
              <a:rPr lang="en-US"/>
              <a:t>. </a:t>
            </a:r>
            <a:r>
              <a:rPr lang="en-US" err="1"/>
              <a:t>Excepteur</a:t>
            </a:r>
            <a:r>
              <a:rPr lang="en-US"/>
              <a:t> </a:t>
            </a:r>
            <a:r>
              <a:rPr lang="en-US" err="1"/>
              <a:t>sint</a:t>
            </a:r>
            <a:r>
              <a:rPr lang="en-US"/>
              <a:t> </a:t>
            </a:r>
            <a:r>
              <a:rPr lang="en-US" err="1"/>
              <a:t>occaecat</a:t>
            </a:r>
            <a:r>
              <a:rPr lang="en-US"/>
              <a:t> </a:t>
            </a:r>
            <a:r>
              <a:rPr lang="en-US" err="1"/>
              <a:t>cupidatat</a:t>
            </a:r>
            <a:r>
              <a:rPr lang="en-US"/>
              <a:t> non </a:t>
            </a:r>
            <a:r>
              <a:rPr lang="en-US" err="1"/>
              <a:t>proident</a:t>
            </a:r>
            <a:r>
              <a:rPr lang="en-US"/>
              <a:t>, sunt in culpa qui </a:t>
            </a:r>
            <a:r>
              <a:rPr lang="en-US" err="1"/>
              <a:t>officia</a:t>
            </a:r>
            <a:r>
              <a:rPr lang="en-US"/>
              <a:t> </a:t>
            </a:r>
            <a:r>
              <a:rPr lang="en-US" err="1"/>
              <a:t>deserunt</a:t>
            </a:r>
            <a:r>
              <a:rPr lang="en-US"/>
              <a:t> </a:t>
            </a:r>
            <a:r>
              <a:rPr lang="en-US" err="1"/>
              <a:t>mollit</a:t>
            </a:r>
            <a:r>
              <a:rPr lang="en-US"/>
              <a:t> </a:t>
            </a:r>
            <a:r>
              <a:rPr lang="en-US" err="1"/>
              <a:t>anim</a:t>
            </a:r>
            <a:r>
              <a:rPr lang="en-US"/>
              <a:t> id </a:t>
            </a: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laborum</a:t>
            </a:r>
            <a:r>
              <a:rPr lang="en-US"/>
              <a:t>.</a:t>
            </a:r>
          </a:p>
        </p:txBody>
      </p:sp>
      <p:sp>
        <p:nvSpPr>
          <p:cNvPr id="12" name="Text Placeholder Subhead 2">
            <a:extLst>
              <a:ext uri="{FF2B5EF4-FFF2-40B4-BE49-F238E27FC236}">
                <a16:creationId xmlns:a16="http://schemas.microsoft.com/office/drawing/2014/main" id="{20D1A2A5-324F-3C0F-4DC6-50E19D6790A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43636" y="1760400"/>
            <a:ext cx="5491163" cy="217476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600" b="1" i="0">
                <a:latin typeface="HP Forma DJR Office Medium" pitchFamily="2" charset="77"/>
              </a:defRPr>
            </a:lvl1pPr>
            <a:lvl2pPr marL="502920" indent="0">
              <a:buNone/>
              <a:defRPr sz="1100"/>
            </a:lvl2pPr>
            <a:lvl3pPr marL="960120" indent="0">
              <a:buNone/>
              <a:defRPr sz="1100"/>
            </a:lvl3pPr>
            <a:lvl4pPr marL="1417320" indent="0">
              <a:buNone/>
              <a:defRPr sz="1100"/>
            </a:lvl4pPr>
            <a:lvl5pPr marL="1874520" indent="0">
              <a:buNone/>
              <a:defRPr sz="1100"/>
            </a:lvl5pPr>
          </a:lstStyle>
          <a:p>
            <a:pPr lvl="0"/>
            <a:r>
              <a:rPr lang="en-US"/>
              <a:t>Body copy subtitle that fits in one line</a:t>
            </a:r>
          </a:p>
        </p:txBody>
      </p:sp>
      <p:sp>
        <p:nvSpPr>
          <p:cNvPr id="11" name="Text Placeholder Body 2">
            <a:extLst>
              <a:ext uri="{FF2B5EF4-FFF2-40B4-BE49-F238E27FC236}">
                <a16:creationId xmlns:a16="http://schemas.microsoft.com/office/drawing/2014/main" id="{FE8138BA-4CAC-603D-2725-958C282E99C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43636" y="2098800"/>
            <a:ext cx="5491163" cy="3706688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cillum</a:t>
            </a:r>
            <a:r>
              <a:rPr lang="en-US"/>
              <a:t> dolore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fugiat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pariatur</a:t>
            </a:r>
            <a:r>
              <a:rPr lang="en-US"/>
              <a:t>. </a:t>
            </a:r>
            <a:r>
              <a:rPr lang="en-US" err="1"/>
              <a:t>Excepteur</a:t>
            </a:r>
            <a:r>
              <a:rPr lang="en-US"/>
              <a:t> </a:t>
            </a:r>
            <a:r>
              <a:rPr lang="en-US" err="1"/>
              <a:t>sint</a:t>
            </a:r>
            <a:r>
              <a:rPr lang="en-US"/>
              <a:t> </a:t>
            </a:r>
            <a:r>
              <a:rPr lang="en-US" err="1"/>
              <a:t>occaecat</a:t>
            </a:r>
            <a:r>
              <a:rPr lang="en-US"/>
              <a:t> </a:t>
            </a:r>
            <a:r>
              <a:rPr lang="en-US" err="1"/>
              <a:t>cupidatat</a:t>
            </a:r>
            <a:r>
              <a:rPr lang="en-US"/>
              <a:t> non </a:t>
            </a:r>
            <a:r>
              <a:rPr lang="en-US" err="1"/>
              <a:t>proident</a:t>
            </a:r>
            <a:r>
              <a:rPr lang="en-US"/>
              <a:t>, sunt in culpa qui </a:t>
            </a:r>
            <a:r>
              <a:rPr lang="en-US" err="1"/>
              <a:t>officia</a:t>
            </a:r>
            <a:r>
              <a:rPr lang="en-US"/>
              <a:t> </a:t>
            </a:r>
            <a:r>
              <a:rPr lang="en-US" err="1"/>
              <a:t>deserunt</a:t>
            </a:r>
            <a:r>
              <a:rPr lang="en-US"/>
              <a:t> </a:t>
            </a:r>
            <a:r>
              <a:rPr lang="en-US" err="1"/>
              <a:t>mollit</a:t>
            </a:r>
            <a:r>
              <a:rPr lang="en-US"/>
              <a:t> </a:t>
            </a:r>
            <a:r>
              <a:rPr lang="en-US" err="1"/>
              <a:t>anim</a:t>
            </a:r>
            <a:r>
              <a:rPr lang="en-US"/>
              <a:t> id </a:t>
            </a: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laborum</a:t>
            </a:r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94441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">
            <a:extLst>
              <a:ext uri="{FF2B5EF4-FFF2-40B4-BE49-F238E27FC236}">
                <a16:creationId xmlns:a16="http://schemas.microsoft.com/office/drawing/2014/main" id="{4BABEC69-BD88-9E78-9D6D-BF78E31033C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6"/>
          </p:nvPr>
        </p:nvSpPr>
        <p:spPr>
          <a:xfrm>
            <a:off x="453422" y="1793875"/>
            <a:ext cx="5494941" cy="4011613"/>
          </a:xfrm>
          <a:solidFill>
            <a:schemeClr val="bg1">
              <a:lumMod val="75000"/>
            </a:schemeClr>
          </a:solidFill>
        </p:spPr>
        <p:txBody>
          <a:bodyPr anchor="ctr"/>
          <a:lstStyle>
            <a:lvl1pPr marL="4572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5C0787E2-82A1-9698-B70D-388920516C1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6605C61B-1C53-2644-8B26-3D798E595467}" type="slidenum">
              <a:rPr lang="en-US" smtClean="0"/>
              <a:t>‹#›</a:t>
            </a:fld>
            <a:endParaRPr lang="en-US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6CDD8C3C-1742-F314-BA6E-8D646EA17C2F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Text Placeholder Subtitle">
            <a:extLst>
              <a:ext uri="{FF2B5EF4-FFF2-40B4-BE49-F238E27FC236}">
                <a16:creationId xmlns:a16="http://schemas.microsoft.com/office/drawing/2014/main" id="{27EA9878-6945-3DC9-8E9A-78FC57BC25C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1136970"/>
            <a:ext cx="11278800" cy="29596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write a subtitle that fits in one line.</a:t>
            </a:r>
          </a:p>
        </p:txBody>
      </p:sp>
      <p:sp>
        <p:nvSpPr>
          <p:cNvPr id="8" name="Title Placeholder">
            <a:extLst>
              <a:ext uri="{FF2B5EF4-FFF2-40B4-BE49-F238E27FC236}">
                <a16:creationId xmlns:a16="http://schemas.microsoft.com/office/drawing/2014/main" id="{9132B086-5201-ACA1-33FA-465492799A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743671"/>
            <a:ext cx="11278800" cy="393300"/>
          </a:xfrm>
          <a:prstGeom prst="rect">
            <a:avLst/>
          </a:prstGeom>
        </p:spPr>
        <p:txBody>
          <a:bodyPr vert="horz" lIns="0" tIns="0" rIns="91440" bIns="0" rtlCol="0" anchor="t">
            <a:noAutofit/>
          </a:bodyPr>
          <a:lstStyle>
            <a:lvl1pPr>
              <a:defRPr sz="3000"/>
            </a:lvl1pPr>
          </a:lstStyle>
          <a:p>
            <a:r>
              <a:rPr lang="en-US"/>
              <a:t>Click to write a slide title that fits in 1 line</a:t>
            </a:r>
          </a:p>
        </p:txBody>
      </p:sp>
      <p:sp>
        <p:nvSpPr>
          <p:cNvPr id="9" name="Text Placeholder Section Title">
            <a:extLst>
              <a:ext uri="{FF2B5EF4-FFF2-40B4-BE49-F238E27FC236}">
                <a16:creationId xmlns:a16="http://schemas.microsoft.com/office/drawing/2014/main" id="{11137FE5-CA3A-2FAD-4EF7-0B934E1801B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441471"/>
            <a:ext cx="1616423" cy="245748"/>
          </a:xfrm>
        </p:spPr>
        <p:txBody>
          <a:bodyPr wrap="none" anchor="t"/>
          <a:lstStyle>
            <a:lvl1pPr marL="0" indent="0">
              <a:buNone/>
              <a:defRPr sz="1100" b="0" i="0">
                <a:solidFill>
                  <a:schemeClr val="bg2">
                    <a:lumMod val="50000"/>
                  </a:schemeClr>
                </a:solidFill>
                <a:latin typeface="HP Forma DJR Office" pitchFamily="2" charset="77"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11" name="Text Placeholder Body">
            <a:extLst>
              <a:ext uri="{FF2B5EF4-FFF2-40B4-BE49-F238E27FC236}">
                <a16:creationId xmlns:a16="http://schemas.microsoft.com/office/drawing/2014/main" id="{FE8138BA-4CAC-603D-2725-958C282E99C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39858" y="2098800"/>
            <a:ext cx="5494941" cy="3706688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cillum</a:t>
            </a:r>
            <a:r>
              <a:rPr lang="en-US"/>
              <a:t> dolore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fugiat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pariatur</a:t>
            </a:r>
            <a:r>
              <a:rPr lang="en-US"/>
              <a:t>. </a:t>
            </a:r>
            <a:r>
              <a:rPr lang="en-US" err="1"/>
              <a:t>Excepteur</a:t>
            </a:r>
            <a:r>
              <a:rPr lang="en-US"/>
              <a:t> </a:t>
            </a:r>
            <a:r>
              <a:rPr lang="en-US" err="1"/>
              <a:t>sint</a:t>
            </a:r>
            <a:r>
              <a:rPr lang="en-US"/>
              <a:t> </a:t>
            </a:r>
            <a:r>
              <a:rPr lang="en-US" err="1"/>
              <a:t>occaecat</a:t>
            </a:r>
            <a:r>
              <a:rPr lang="en-US"/>
              <a:t> </a:t>
            </a:r>
            <a:r>
              <a:rPr lang="en-US" err="1"/>
              <a:t>cupidatat</a:t>
            </a:r>
            <a:r>
              <a:rPr lang="en-US"/>
              <a:t> non </a:t>
            </a:r>
            <a:r>
              <a:rPr lang="en-US" err="1"/>
              <a:t>proident</a:t>
            </a:r>
            <a:r>
              <a:rPr lang="en-US"/>
              <a:t>, sunt in culpa qui </a:t>
            </a:r>
            <a:r>
              <a:rPr lang="en-US" err="1"/>
              <a:t>officia</a:t>
            </a:r>
            <a:r>
              <a:rPr lang="en-US"/>
              <a:t> </a:t>
            </a:r>
            <a:r>
              <a:rPr lang="en-US" err="1"/>
              <a:t>deserunt</a:t>
            </a:r>
            <a:r>
              <a:rPr lang="en-US"/>
              <a:t> </a:t>
            </a:r>
            <a:r>
              <a:rPr lang="en-US" err="1"/>
              <a:t>mollit</a:t>
            </a:r>
            <a:r>
              <a:rPr lang="en-US"/>
              <a:t> </a:t>
            </a:r>
            <a:r>
              <a:rPr lang="en-US" err="1"/>
              <a:t>anim</a:t>
            </a:r>
            <a:r>
              <a:rPr lang="en-US"/>
              <a:t> id </a:t>
            </a: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laborum</a:t>
            </a:r>
            <a:r>
              <a:rPr lang="en-US"/>
              <a:t>.</a:t>
            </a:r>
          </a:p>
        </p:txBody>
      </p:sp>
      <p:sp>
        <p:nvSpPr>
          <p:cNvPr id="12" name="Text Placeholder Subhead">
            <a:extLst>
              <a:ext uri="{FF2B5EF4-FFF2-40B4-BE49-F238E27FC236}">
                <a16:creationId xmlns:a16="http://schemas.microsoft.com/office/drawing/2014/main" id="{20D1A2A5-324F-3C0F-4DC6-50E19D6790A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39858" y="1760400"/>
            <a:ext cx="5494941" cy="217476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600" b="1" i="0">
                <a:latin typeface="HP Forma DJR Office Medium" pitchFamily="2" charset="77"/>
              </a:defRPr>
            </a:lvl1pPr>
            <a:lvl2pPr marL="502920" indent="0">
              <a:buNone/>
              <a:defRPr sz="1100"/>
            </a:lvl2pPr>
            <a:lvl3pPr marL="960120" indent="0">
              <a:buNone/>
              <a:defRPr sz="1100"/>
            </a:lvl3pPr>
            <a:lvl4pPr marL="1417320" indent="0">
              <a:buNone/>
              <a:defRPr sz="1100"/>
            </a:lvl4pPr>
            <a:lvl5pPr marL="1874520" indent="0">
              <a:buNone/>
              <a:defRPr sz="1100"/>
            </a:lvl5pPr>
          </a:lstStyle>
          <a:p>
            <a:pPr lvl="0"/>
            <a:r>
              <a:rPr lang="en-US"/>
              <a:t>Body copy subtitle that fits in one line</a:t>
            </a:r>
          </a:p>
        </p:txBody>
      </p:sp>
    </p:spTree>
    <p:extLst>
      <p:ext uri="{BB962C8B-B14F-4D97-AF65-F5344CB8AC3E}">
        <p14:creationId xmlns:p14="http://schemas.microsoft.com/office/powerpoint/2010/main" val="3517516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ide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Sidebar">
            <a:extLst>
              <a:ext uri="{FF2B5EF4-FFF2-40B4-BE49-F238E27FC236}">
                <a16:creationId xmlns:a16="http://schemas.microsoft.com/office/drawing/2014/main" id="{EE8BDBEE-6B79-B189-8B87-991067326D91}"/>
              </a:ext>
            </a:extLst>
          </p:cNvPr>
          <p:cNvSpPr/>
          <p:nvPr userDrawn="1"/>
        </p:nvSpPr>
        <p:spPr>
          <a:xfrm>
            <a:off x="1" y="0"/>
            <a:ext cx="334962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solidFill>
                <a:schemeClr val="tx1"/>
              </a:solidFill>
              <a:latin typeface="HP Forma DJR Office" pitchFamily="2" charset="77"/>
            </a:endParaRPr>
          </a:p>
        </p:txBody>
      </p:sp>
      <p:pic>
        <p:nvPicPr>
          <p:cNvPr id="7" name="HP Logo">
            <a:extLst>
              <a:ext uri="{FF2B5EF4-FFF2-40B4-BE49-F238E27FC236}">
                <a16:creationId xmlns:a16="http://schemas.microsoft.com/office/drawing/2014/main" id="{CF05E177-BF5F-C6CF-9585-DD12CA8BD8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7288" y="6091113"/>
            <a:ext cx="320400" cy="320400"/>
          </a:xfrm>
          <a:prstGeom prst="rect">
            <a:avLst/>
          </a:prstGeom>
        </p:spPr>
      </p:pic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5C0787E2-82A1-9698-B70D-388920516C1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6605C61B-1C53-2644-8B26-3D798E595467}" type="slidenum">
              <a:rPr lang="en-US" smtClean="0"/>
              <a:t>‹#›</a:t>
            </a:fld>
            <a:endParaRPr lang="en-US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D704B385-CDBD-A242-7534-0423ABC3749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Text Placeholder Section Title">
            <a:extLst>
              <a:ext uri="{FF2B5EF4-FFF2-40B4-BE49-F238E27FC236}">
                <a16:creationId xmlns:a16="http://schemas.microsoft.com/office/drawing/2014/main" id="{74AFB95F-F51A-55DC-A64C-464864C2C2E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3088" y="441471"/>
            <a:ext cx="1616423" cy="245748"/>
          </a:xfrm>
        </p:spPr>
        <p:txBody>
          <a:bodyPr wrap="none" anchor="t"/>
          <a:lstStyle>
            <a:lvl1pPr marL="0" indent="0">
              <a:buNone/>
              <a:defRPr sz="1100" b="0" i="0">
                <a:solidFill>
                  <a:schemeClr val="bg2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10" name="Title Placeholder">
            <a:extLst>
              <a:ext uri="{FF2B5EF4-FFF2-40B4-BE49-F238E27FC236}">
                <a16:creationId xmlns:a16="http://schemas.microsoft.com/office/drawing/2014/main" id="{8377D99F-12B5-576D-FDEC-120C047DEE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3088" y="743670"/>
            <a:ext cx="2596981" cy="106848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3000"/>
            </a:lvl1pPr>
          </a:lstStyle>
          <a:p>
            <a:r>
              <a:rPr lang="en-US"/>
              <a:t>Click to write a slide title that fits in 3 lines.</a:t>
            </a:r>
          </a:p>
        </p:txBody>
      </p:sp>
      <p:sp>
        <p:nvSpPr>
          <p:cNvPr id="16" name="Text Placeholder Subtitle">
            <a:extLst>
              <a:ext uri="{FF2B5EF4-FFF2-40B4-BE49-F238E27FC236}">
                <a16:creationId xmlns:a16="http://schemas.microsoft.com/office/drawing/2014/main" id="{9CC67956-58D0-145B-940B-D0896ED02A3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1" y="1898553"/>
            <a:ext cx="2602346" cy="539847"/>
          </a:xfrm>
        </p:spPr>
        <p:txBody>
          <a:bodyPr rIns="0">
            <a:noAutofit/>
          </a:bodyPr>
          <a:lstStyle>
            <a:lvl1pPr marL="0" indent="0">
              <a:lnSpc>
                <a:spcPct val="90000"/>
              </a:lnSpc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write a subtitle that is 1-2 lines long. </a:t>
            </a:r>
          </a:p>
        </p:txBody>
      </p:sp>
      <p:sp>
        <p:nvSpPr>
          <p:cNvPr id="4" name="Text Placeholder Body">
            <a:extLst>
              <a:ext uri="{FF2B5EF4-FFF2-40B4-BE49-F238E27FC236}">
                <a16:creationId xmlns:a16="http://schemas.microsoft.com/office/drawing/2014/main" id="{97EB5387-6F22-A937-1705-11980C912F9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691502"/>
            <a:ext cx="2598738" cy="3113986"/>
          </a:xfrm>
        </p:spPr>
        <p:txBody>
          <a:bodyPr vert="horz" lIns="0" tIns="0" rIns="0" bIns="0" rtlCol="0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cillum</a:t>
            </a:r>
            <a:r>
              <a:rPr lang="en-US"/>
              <a:t> dolore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fugiat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pariatur</a:t>
            </a:r>
            <a:r>
              <a:rPr lang="en-US"/>
              <a:t>. </a:t>
            </a:r>
            <a:r>
              <a:rPr lang="en-US" err="1"/>
              <a:t>Excepteur</a:t>
            </a:r>
            <a:r>
              <a:rPr lang="en-US"/>
              <a:t> </a:t>
            </a:r>
            <a:r>
              <a:rPr lang="en-US" err="1"/>
              <a:t>sint</a:t>
            </a:r>
            <a:r>
              <a:rPr lang="en-US"/>
              <a:t> </a:t>
            </a:r>
            <a:r>
              <a:rPr lang="en-US" err="1"/>
              <a:t>occaecat</a:t>
            </a:r>
            <a:r>
              <a:rPr lang="en-US"/>
              <a:t> </a:t>
            </a:r>
            <a:r>
              <a:rPr lang="en-US" err="1"/>
              <a:t>cupidatat</a:t>
            </a:r>
            <a:r>
              <a:rPr lang="en-US"/>
              <a:t> non </a:t>
            </a:r>
            <a:r>
              <a:rPr lang="en-US" err="1"/>
              <a:t>proident</a:t>
            </a:r>
            <a:r>
              <a:rPr lang="en-US"/>
              <a:t>, sunt in culpa qui </a:t>
            </a:r>
            <a:r>
              <a:rPr lang="en-US" err="1"/>
              <a:t>officia</a:t>
            </a:r>
            <a:r>
              <a:rPr lang="en-US"/>
              <a:t> </a:t>
            </a:r>
            <a:r>
              <a:rPr lang="en-US" err="1"/>
              <a:t>deserunt</a:t>
            </a:r>
            <a:r>
              <a:rPr lang="en-US"/>
              <a:t> </a:t>
            </a:r>
            <a:r>
              <a:rPr lang="en-US" err="1"/>
              <a:t>mollit</a:t>
            </a:r>
            <a:r>
              <a:rPr lang="en-US"/>
              <a:t> </a:t>
            </a:r>
            <a:r>
              <a:rPr lang="en-US" err="1"/>
              <a:t>anim</a:t>
            </a:r>
            <a:r>
              <a:rPr lang="en-US"/>
              <a:t> id </a:t>
            </a: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laborum</a:t>
            </a:r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17295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idebar w/o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Sidebar">
            <a:extLst>
              <a:ext uri="{FF2B5EF4-FFF2-40B4-BE49-F238E27FC236}">
                <a16:creationId xmlns:a16="http://schemas.microsoft.com/office/drawing/2014/main" id="{EE8BDBEE-6B79-B189-8B87-991067326D91}"/>
              </a:ext>
            </a:extLst>
          </p:cNvPr>
          <p:cNvSpPr/>
          <p:nvPr userDrawn="1"/>
        </p:nvSpPr>
        <p:spPr>
          <a:xfrm>
            <a:off x="1" y="0"/>
            <a:ext cx="334962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solidFill>
                <a:schemeClr val="tx1"/>
              </a:solidFill>
              <a:latin typeface="HP Forma DJR Office" pitchFamily="2" charset="77"/>
            </a:endParaRPr>
          </a:p>
        </p:txBody>
      </p:sp>
      <p:pic>
        <p:nvPicPr>
          <p:cNvPr id="4" name="HP Logo">
            <a:extLst>
              <a:ext uri="{FF2B5EF4-FFF2-40B4-BE49-F238E27FC236}">
                <a16:creationId xmlns:a16="http://schemas.microsoft.com/office/drawing/2014/main" id="{631E4F6C-A110-BF5F-0DDF-9EC140F723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7288" y="6091113"/>
            <a:ext cx="320400" cy="320400"/>
          </a:xfrm>
          <a:prstGeom prst="rect">
            <a:avLst/>
          </a:prstGeom>
        </p:spPr>
      </p:pic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5C0787E2-82A1-9698-B70D-388920516C1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6605C61B-1C53-2644-8B26-3D798E595467}" type="slidenum">
              <a:rPr lang="en-US" smtClean="0"/>
              <a:t>‹#›</a:t>
            </a:fld>
            <a:endParaRPr lang="en-US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4D571C28-6AF7-5467-F091-A91A27C88227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Text Placeholder Section Title">
            <a:extLst>
              <a:ext uri="{FF2B5EF4-FFF2-40B4-BE49-F238E27FC236}">
                <a16:creationId xmlns:a16="http://schemas.microsoft.com/office/drawing/2014/main" id="{74AFB95F-F51A-55DC-A64C-464864C2C2E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3088" y="441471"/>
            <a:ext cx="1616423" cy="245748"/>
          </a:xfrm>
        </p:spPr>
        <p:txBody>
          <a:bodyPr wrap="none" anchor="t"/>
          <a:lstStyle>
            <a:lvl1pPr marL="0" indent="0">
              <a:buNone/>
              <a:defRPr sz="1100" b="0" i="0">
                <a:solidFill>
                  <a:schemeClr val="bg2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10" name="Title Placeholder">
            <a:extLst>
              <a:ext uri="{FF2B5EF4-FFF2-40B4-BE49-F238E27FC236}">
                <a16:creationId xmlns:a16="http://schemas.microsoft.com/office/drawing/2014/main" id="{8377D99F-12B5-576D-FDEC-120C047DEE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3088" y="743670"/>
            <a:ext cx="2596981" cy="106848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3000"/>
            </a:lvl1pPr>
          </a:lstStyle>
          <a:p>
            <a:r>
              <a:rPr lang="en-US"/>
              <a:t>Click to write a slide title that fits in 3 lines.</a:t>
            </a:r>
          </a:p>
        </p:txBody>
      </p:sp>
      <p:sp>
        <p:nvSpPr>
          <p:cNvPr id="9" name="Text Placeholder Body">
            <a:extLst>
              <a:ext uri="{FF2B5EF4-FFF2-40B4-BE49-F238E27FC236}">
                <a16:creationId xmlns:a16="http://schemas.microsoft.com/office/drawing/2014/main" id="{B9064B06-8468-3C30-B011-C457F60E7A9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7200" y="1902127"/>
            <a:ext cx="2598738" cy="3906935"/>
          </a:xfrm>
        </p:spPr>
        <p:txBody>
          <a:bodyPr rIns="0"/>
          <a:lstStyle>
            <a:lvl1pPr>
              <a:defRPr/>
            </a:lvl1pPr>
            <a:lvl9pPr>
              <a:spcAft>
                <a:spcPts val="900"/>
              </a:spcAft>
              <a:defRPr/>
            </a:lvl9pPr>
          </a:lstStyle>
          <a:p>
            <a:pPr lvl="7"/>
            <a:r>
              <a:rPr lang="en-US"/>
              <a:t>Click to write a subtitle that is 1-2 lines long. </a:t>
            </a:r>
          </a:p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cillum</a:t>
            </a:r>
            <a:r>
              <a:rPr lang="en-US"/>
              <a:t> dolore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fugiat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pariatur</a:t>
            </a:r>
            <a:r>
              <a:rPr lang="en-US"/>
              <a:t>. </a:t>
            </a:r>
            <a:r>
              <a:rPr lang="en-US" err="1"/>
              <a:t>Excepteur</a:t>
            </a:r>
            <a:r>
              <a:rPr lang="en-US"/>
              <a:t> </a:t>
            </a:r>
            <a:r>
              <a:rPr lang="en-US" err="1"/>
              <a:t>sint</a:t>
            </a:r>
            <a:r>
              <a:rPr lang="en-US"/>
              <a:t> </a:t>
            </a:r>
            <a:r>
              <a:rPr lang="en-US" err="1"/>
              <a:t>occaecat</a:t>
            </a:r>
            <a:r>
              <a:rPr lang="en-US"/>
              <a:t> </a:t>
            </a:r>
            <a:r>
              <a:rPr lang="en-US" err="1"/>
              <a:t>cupidatat</a:t>
            </a:r>
            <a:r>
              <a:rPr lang="en-US"/>
              <a:t> non </a:t>
            </a:r>
            <a:r>
              <a:rPr lang="en-US" err="1"/>
              <a:t>proident</a:t>
            </a:r>
            <a:r>
              <a:rPr lang="en-US"/>
              <a:t>, sunt in culpa qui </a:t>
            </a:r>
            <a:r>
              <a:rPr lang="en-US" err="1"/>
              <a:t>officia</a:t>
            </a:r>
            <a:r>
              <a:rPr lang="en-US"/>
              <a:t> </a:t>
            </a:r>
            <a:r>
              <a:rPr lang="en-US" err="1"/>
              <a:t>deserunt</a:t>
            </a:r>
            <a:r>
              <a:rPr lang="en-US"/>
              <a:t> </a:t>
            </a:r>
            <a:r>
              <a:rPr lang="en-US" err="1"/>
              <a:t>mollit</a:t>
            </a:r>
            <a:r>
              <a:rPr lang="en-US"/>
              <a:t> </a:t>
            </a:r>
            <a:r>
              <a:rPr lang="en-US" err="1"/>
              <a:t>anim</a:t>
            </a:r>
            <a:r>
              <a:rPr lang="en-US"/>
              <a:t> id </a:t>
            </a: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laborum</a:t>
            </a:r>
            <a:r>
              <a:rPr lang="en-US"/>
              <a:t>.</a:t>
            </a:r>
          </a:p>
          <a:p>
            <a:pPr lvl="0"/>
            <a:endParaRPr lang="en-US"/>
          </a:p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137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ideba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">
            <a:extLst>
              <a:ext uri="{FF2B5EF4-FFF2-40B4-BE49-F238E27FC236}">
                <a16:creationId xmlns:a16="http://schemas.microsoft.com/office/drawing/2014/main" id="{4D12D9B6-A634-C8DE-A06B-52BC80A22B9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6"/>
          </p:nvPr>
        </p:nvSpPr>
        <p:spPr>
          <a:xfrm>
            <a:off x="3349624" y="0"/>
            <a:ext cx="8842375" cy="6858000"/>
          </a:xfrm>
          <a:solidFill>
            <a:schemeClr val="bg1">
              <a:lumMod val="75000"/>
            </a:schemeClr>
          </a:solidFill>
        </p:spPr>
        <p:txBody>
          <a:bodyPr anchor="ctr"/>
          <a:lstStyle>
            <a:lvl1pPr marL="4572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5C0787E2-82A1-9698-B70D-388920516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6605C61B-1C53-2644-8B26-3D798E5954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A458E7E2-EDE2-2902-1F01-9470A7DDC85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Section Title">
            <a:extLst>
              <a:ext uri="{FF2B5EF4-FFF2-40B4-BE49-F238E27FC236}">
                <a16:creationId xmlns:a16="http://schemas.microsoft.com/office/drawing/2014/main" id="{E5278CEF-2F36-E298-F1A2-5B9B5DC12C0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3088" y="441471"/>
            <a:ext cx="1616423" cy="245748"/>
          </a:xfrm>
        </p:spPr>
        <p:txBody>
          <a:bodyPr wrap="none" anchor="t"/>
          <a:lstStyle>
            <a:lvl1pPr marL="0" indent="0">
              <a:buNone/>
              <a:defRPr sz="1100" b="0" i="0">
                <a:solidFill>
                  <a:schemeClr val="bg2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BA0E2CE9-7665-AC31-59F6-43FD17D96A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3088" y="743670"/>
            <a:ext cx="2593380" cy="106848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3000"/>
            </a:lvl1pPr>
          </a:lstStyle>
          <a:p>
            <a:r>
              <a:rPr lang="en-US"/>
              <a:t>Click to write a slide title that fits in 3 lines.</a:t>
            </a:r>
          </a:p>
        </p:txBody>
      </p:sp>
      <p:sp>
        <p:nvSpPr>
          <p:cNvPr id="3" name="Text Placeholder Subtitle">
            <a:extLst>
              <a:ext uri="{FF2B5EF4-FFF2-40B4-BE49-F238E27FC236}">
                <a16:creationId xmlns:a16="http://schemas.microsoft.com/office/drawing/2014/main" id="{6AC7DE64-0E68-150C-3CBC-198742585CA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1898553"/>
            <a:ext cx="2593380" cy="539847"/>
          </a:xfrm>
        </p:spPr>
        <p:txBody>
          <a:bodyPr rIns="0">
            <a:noAutofit/>
          </a:bodyPr>
          <a:lstStyle>
            <a:lvl1pPr marL="0" indent="0">
              <a:lnSpc>
                <a:spcPct val="90000"/>
              </a:lnSpc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write a subtitle that is 1-2 lines long. </a:t>
            </a:r>
          </a:p>
        </p:txBody>
      </p:sp>
      <p:sp>
        <p:nvSpPr>
          <p:cNvPr id="7" name="Text Placeholder Body">
            <a:extLst>
              <a:ext uri="{FF2B5EF4-FFF2-40B4-BE49-F238E27FC236}">
                <a16:creationId xmlns:a16="http://schemas.microsoft.com/office/drawing/2014/main" id="{8261E5E1-0562-BBA1-2814-1A2ACA0BA26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1" y="2691502"/>
            <a:ext cx="2598738" cy="3113986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cillum</a:t>
            </a:r>
            <a:r>
              <a:rPr lang="en-US"/>
              <a:t> dolore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fugiat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pariatur</a:t>
            </a:r>
            <a:r>
              <a:rPr lang="en-US"/>
              <a:t>. </a:t>
            </a:r>
            <a:r>
              <a:rPr lang="en-US" err="1"/>
              <a:t>Excepteur</a:t>
            </a:r>
            <a:r>
              <a:rPr lang="en-US"/>
              <a:t> </a:t>
            </a:r>
            <a:r>
              <a:rPr lang="en-US" err="1"/>
              <a:t>sint</a:t>
            </a:r>
            <a:r>
              <a:rPr lang="en-US"/>
              <a:t> </a:t>
            </a:r>
            <a:r>
              <a:rPr lang="en-US" err="1"/>
              <a:t>occaecat</a:t>
            </a:r>
            <a:r>
              <a:rPr lang="en-US"/>
              <a:t> </a:t>
            </a:r>
            <a:r>
              <a:rPr lang="en-US" err="1"/>
              <a:t>cupidatat</a:t>
            </a:r>
            <a:r>
              <a:rPr lang="en-US"/>
              <a:t> non </a:t>
            </a:r>
            <a:r>
              <a:rPr lang="en-US" err="1"/>
              <a:t>proident</a:t>
            </a:r>
            <a:r>
              <a:rPr lang="en-US"/>
              <a:t>, sunt in culpa qui </a:t>
            </a:r>
            <a:r>
              <a:rPr lang="en-US" err="1"/>
              <a:t>officia</a:t>
            </a:r>
            <a:r>
              <a:rPr lang="en-US"/>
              <a:t> </a:t>
            </a:r>
            <a:r>
              <a:rPr lang="en-US" err="1"/>
              <a:t>deserunt</a:t>
            </a:r>
            <a:r>
              <a:rPr lang="en-US"/>
              <a:t> </a:t>
            </a:r>
            <a:r>
              <a:rPr lang="en-US" err="1"/>
              <a:t>mollit</a:t>
            </a:r>
            <a:r>
              <a:rPr lang="en-US"/>
              <a:t> </a:t>
            </a:r>
            <a:r>
              <a:rPr lang="en-US" err="1"/>
              <a:t>anim</a:t>
            </a:r>
            <a:r>
              <a:rPr lang="en-US"/>
              <a:t> id </a:t>
            </a: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laborum</a:t>
            </a:r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740836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7A323EE8-B917-2EF7-8429-2463805502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05C61B-1C53-2644-8B26-3D798E5954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A430CEE4-86AA-87B6-4567-799504B38F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2864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.2 (w/o Section 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5C0787E2-82A1-9698-B70D-388920516C1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6605C61B-1C53-2644-8B26-3D798E595467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DDFB5B2A-A74E-B71B-2444-843FC60D0D6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Placeholder">
            <a:extLst>
              <a:ext uri="{FF2B5EF4-FFF2-40B4-BE49-F238E27FC236}">
                <a16:creationId xmlns:a16="http://schemas.microsoft.com/office/drawing/2014/main" id="{75188F2D-77F8-2852-93EB-92CC83AE8C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57200"/>
            <a:ext cx="11279734" cy="6192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3000"/>
            </a:lvl1pPr>
          </a:lstStyle>
          <a:p>
            <a:r>
              <a:rPr lang="en-US"/>
              <a:t>Click to write a slide title</a:t>
            </a:r>
          </a:p>
          <a:p>
            <a:pPr lvl="1">
              <a:spcBef>
                <a:spcPts val="400"/>
              </a:spcBef>
            </a:pPr>
            <a:r>
              <a:rPr lang="en-US"/>
              <a:t>Click to write a slide subtitle</a:t>
            </a:r>
          </a:p>
          <a:p>
            <a:pPr lvl="2">
              <a:spcBef>
                <a:spcPts val="2500"/>
              </a:spcBef>
            </a:pPr>
            <a:r>
              <a:rPr lang="en-US"/>
              <a:t> </a:t>
            </a:r>
          </a:p>
        </p:txBody>
      </p:sp>
      <p:sp>
        <p:nvSpPr>
          <p:cNvPr id="3" name="Content Placeholder">
            <a:extLst>
              <a:ext uri="{FF2B5EF4-FFF2-40B4-BE49-F238E27FC236}">
                <a16:creationId xmlns:a16="http://schemas.microsoft.com/office/drawing/2014/main" id="{70BF6A0E-BF54-1288-2709-3A4BD155C9A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0" y="1790700"/>
            <a:ext cx="5491163" cy="4014788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  <a:lvl6pPr>
              <a:defRPr lang="en-US" dirty="0"/>
            </a:lvl6pPr>
            <a:lvl7pPr>
              <a:defRPr lang="en-US" dirty="0"/>
            </a:lvl7pPr>
            <a:lvl8pPr>
              <a:defRPr/>
            </a:lvl8pPr>
            <a:lvl9pPr>
              <a:lnSpc>
                <a:spcPct val="90000"/>
              </a:lnSpc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323316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B.2 (w/o Section 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5C0787E2-82A1-9698-B70D-388920516C1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6605C61B-1C53-2644-8B26-3D798E595467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44B41563-8CC5-3AEE-8251-6A400D66327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itle Placeholder">
            <a:extLst>
              <a:ext uri="{FF2B5EF4-FFF2-40B4-BE49-F238E27FC236}">
                <a16:creationId xmlns:a16="http://schemas.microsoft.com/office/drawing/2014/main" id="{BBA1204C-2645-E356-4F3D-1EF7904D4D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57200"/>
            <a:ext cx="11278800" cy="3933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3000"/>
            </a:lvl1pPr>
          </a:lstStyle>
          <a:p>
            <a:r>
              <a:rPr lang="en-US"/>
              <a:t>Click to write a slide title that fits in 1 line</a:t>
            </a:r>
          </a:p>
        </p:txBody>
      </p:sp>
      <p:sp>
        <p:nvSpPr>
          <p:cNvPr id="4" name="Text Placeholder Subtitle">
            <a:extLst>
              <a:ext uri="{FF2B5EF4-FFF2-40B4-BE49-F238E27FC236}">
                <a16:creationId xmlns:a16="http://schemas.microsoft.com/office/drawing/2014/main" id="{F39E5016-CC21-E5AE-DD36-FC1CA650571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8730" y="849600"/>
            <a:ext cx="11278800" cy="295967"/>
          </a:xfrm>
        </p:spPr>
        <p:txBody>
          <a:bodyPr rIns="0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write a subtitle that fits in one line.</a:t>
            </a:r>
          </a:p>
        </p:txBody>
      </p:sp>
      <p:sp>
        <p:nvSpPr>
          <p:cNvPr id="3" name="Content Placeholder">
            <a:extLst>
              <a:ext uri="{FF2B5EF4-FFF2-40B4-BE49-F238E27FC236}">
                <a16:creationId xmlns:a16="http://schemas.microsoft.com/office/drawing/2014/main" id="{EF60FBB4-7F9D-F261-D432-3B86E1FB6CD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57200" y="1790700"/>
            <a:ext cx="5491163" cy="4014788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  <a:lvl6pPr>
              <a:defRPr lang="en-US" dirty="0"/>
            </a:lvl6pPr>
            <a:lvl7pPr>
              <a:defRPr lang="en-US" dirty="0"/>
            </a:lvl7pPr>
            <a:lvl8pPr>
              <a:defRPr/>
            </a:lvl8pPr>
            <a:lvl9pPr>
              <a:lnSpc>
                <a:spcPct val="90000"/>
              </a:lnSpc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91544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C.2 (w/o Section 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5C0787E2-82A1-9698-B70D-388920516C1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6605C61B-1C53-2644-8B26-3D798E595467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ooter Placeholder">
            <a:extLst>
              <a:ext uri="{FF2B5EF4-FFF2-40B4-BE49-F238E27FC236}">
                <a16:creationId xmlns:a16="http://schemas.microsoft.com/office/drawing/2014/main" id="{C0423C0D-A6A6-C589-F244-1E4FF555037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ext Placeholder Subtitle">
            <a:extLst>
              <a:ext uri="{FF2B5EF4-FFF2-40B4-BE49-F238E27FC236}">
                <a16:creationId xmlns:a16="http://schemas.microsoft.com/office/drawing/2014/main" id="{AB164EB7-64B7-6185-24C3-8199AED2D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8729" y="1202400"/>
            <a:ext cx="11278800" cy="29596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write a subtitle that fits in one line.</a:t>
            </a:r>
          </a:p>
        </p:txBody>
      </p:sp>
      <p:sp>
        <p:nvSpPr>
          <p:cNvPr id="3" name="Title Placeholder">
            <a:extLst>
              <a:ext uri="{FF2B5EF4-FFF2-40B4-BE49-F238E27FC236}">
                <a16:creationId xmlns:a16="http://schemas.microsoft.com/office/drawing/2014/main" id="{08AC38AE-33C4-2144-8AE8-E321E9BA52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57200"/>
            <a:ext cx="11278800" cy="62018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3000"/>
            </a:lvl1pPr>
          </a:lstStyle>
          <a:p>
            <a:r>
              <a:rPr lang="en-US"/>
              <a:t>Click to write a slide title that fits in 2 lines if you need more space to explain your idea.</a:t>
            </a:r>
          </a:p>
        </p:txBody>
      </p:sp>
      <p:sp>
        <p:nvSpPr>
          <p:cNvPr id="5" name="Content Placeholder Body">
            <a:extLst>
              <a:ext uri="{FF2B5EF4-FFF2-40B4-BE49-F238E27FC236}">
                <a16:creationId xmlns:a16="http://schemas.microsoft.com/office/drawing/2014/main" id="{1A468808-A228-D1B9-9720-ACB9EBF875CA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57200" y="1790700"/>
            <a:ext cx="5491163" cy="4014788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  <a:lvl6pPr>
              <a:defRPr lang="en-US" dirty="0"/>
            </a:lvl6pPr>
            <a:lvl7pPr>
              <a:defRPr lang="en-US" dirty="0"/>
            </a:lvl7pPr>
            <a:lvl8pPr>
              <a:defRPr/>
            </a:lvl8pPr>
            <a:lvl9pPr>
              <a:lnSpc>
                <a:spcPct val="90000"/>
              </a:lnSpc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26389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D.2 (w/o Section 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5C0787E2-82A1-9698-B70D-388920516C1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6605C61B-1C53-2644-8B26-3D798E595467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E300D5C1-262C-ECC2-F9F8-A7954DAF991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itle Placeholder">
            <a:extLst>
              <a:ext uri="{FF2B5EF4-FFF2-40B4-BE49-F238E27FC236}">
                <a16:creationId xmlns:a16="http://schemas.microsoft.com/office/drawing/2014/main" id="{290367F8-02F4-812E-DAD7-4E79EB35F2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57200"/>
            <a:ext cx="11278800" cy="62018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3000"/>
            </a:lvl1pPr>
          </a:lstStyle>
          <a:p>
            <a:r>
              <a:rPr lang="en-US"/>
              <a:t>Click to write a slide title that fits in 2 lines if you need more space to explain your idea.</a:t>
            </a:r>
          </a:p>
        </p:txBody>
      </p:sp>
      <p:sp>
        <p:nvSpPr>
          <p:cNvPr id="4" name="Text Placeholder Subtitle">
            <a:extLst>
              <a:ext uri="{FF2B5EF4-FFF2-40B4-BE49-F238E27FC236}">
                <a16:creationId xmlns:a16="http://schemas.microsoft.com/office/drawing/2014/main" id="{95CACC08-070B-14E0-824B-56FDE13550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8729" y="1202400"/>
            <a:ext cx="11278800" cy="29596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write a subtitle that fits in one line.</a:t>
            </a:r>
          </a:p>
        </p:txBody>
      </p:sp>
      <p:sp>
        <p:nvSpPr>
          <p:cNvPr id="3" name="Text Placeholder Subhead">
            <a:extLst>
              <a:ext uri="{FF2B5EF4-FFF2-40B4-BE49-F238E27FC236}">
                <a16:creationId xmlns:a16="http://schemas.microsoft.com/office/drawing/2014/main" id="{74BBF8D5-D0AE-13E9-5DEC-29503C9F67F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7200" y="1760400"/>
            <a:ext cx="3562350" cy="217476"/>
          </a:xfrm>
        </p:spPr>
        <p:txBody>
          <a:bodyPr rIns="147600"/>
          <a:lstStyle>
            <a:lvl1pPr marL="0" indent="0">
              <a:lnSpc>
                <a:spcPct val="100000"/>
              </a:lnSpc>
              <a:buNone/>
              <a:defRPr sz="1600" b="1" i="0">
                <a:latin typeface="+mj-lt"/>
              </a:defRPr>
            </a:lvl1pPr>
            <a:lvl2pPr marL="502920" indent="0">
              <a:buNone/>
              <a:defRPr sz="1100"/>
            </a:lvl2pPr>
            <a:lvl3pPr marL="960120" indent="0">
              <a:buNone/>
              <a:defRPr sz="1100"/>
            </a:lvl3pPr>
            <a:lvl4pPr marL="1417320" indent="0">
              <a:buNone/>
              <a:defRPr sz="1100"/>
            </a:lvl4pPr>
            <a:lvl5pPr marL="1874520" indent="0">
              <a:buNone/>
              <a:defRPr sz="1100"/>
            </a:lvl5pPr>
          </a:lstStyle>
          <a:p>
            <a:pPr lvl="0"/>
            <a:r>
              <a:rPr lang="en-US"/>
              <a:t>Body copy subtitle that fits in one line</a:t>
            </a:r>
          </a:p>
        </p:txBody>
      </p:sp>
      <p:sp>
        <p:nvSpPr>
          <p:cNvPr id="2" name="Text Placeholder Body">
            <a:extLst>
              <a:ext uri="{FF2B5EF4-FFF2-40B4-BE49-F238E27FC236}">
                <a16:creationId xmlns:a16="http://schemas.microsoft.com/office/drawing/2014/main" id="{8596D0EC-D6DF-3830-B23E-3670D2ECC72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098801"/>
            <a:ext cx="3562350" cy="3706688"/>
          </a:xfrm>
        </p:spPr>
        <p:txBody>
          <a:bodyPr vert="horz" lIns="0" tIns="0" rIns="147600" bIns="0" rtlCol="0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cillum</a:t>
            </a:r>
            <a:r>
              <a:rPr lang="en-US"/>
              <a:t> dolore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fugiat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pariatur</a:t>
            </a:r>
            <a:r>
              <a:rPr lang="en-US"/>
              <a:t>. </a:t>
            </a:r>
            <a:r>
              <a:rPr lang="en-US" err="1"/>
              <a:t>Excepteur</a:t>
            </a:r>
            <a:r>
              <a:rPr lang="en-US"/>
              <a:t> </a:t>
            </a:r>
            <a:r>
              <a:rPr lang="en-US" err="1"/>
              <a:t>sint</a:t>
            </a:r>
            <a:r>
              <a:rPr lang="en-US"/>
              <a:t> </a:t>
            </a:r>
            <a:r>
              <a:rPr lang="en-US" err="1"/>
              <a:t>occaecat</a:t>
            </a:r>
            <a:r>
              <a:rPr lang="en-US"/>
              <a:t> </a:t>
            </a:r>
            <a:r>
              <a:rPr lang="en-US" err="1"/>
              <a:t>cupidatat</a:t>
            </a:r>
            <a:r>
              <a:rPr lang="en-US"/>
              <a:t> non </a:t>
            </a:r>
            <a:r>
              <a:rPr lang="en-US" err="1"/>
              <a:t>proident</a:t>
            </a:r>
            <a:r>
              <a:rPr lang="en-US"/>
              <a:t>, sunt in culpa qui </a:t>
            </a:r>
            <a:r>
              <a:rPr lang="en-US" err="1"/>
              <a:t>officia</a:t>
            </a:r>
            <a:r>
              <a:rPr lang="en-US"/>
              <a:t> </a:t>
            </a:r>
            <a:r>
              <a:rPr lang="en-US" err="1"/>
              <a:t>deserunt</a:t>
            </a:r>
            <a:r>
              <a:rPr lang="en-US"/>
              <a:t> </a:t>
            </a:r>
            <a:r>
              <a:rPr lang="en-US" err="1"/>
              <a:t>mollit</a:t>
            </a:r>
            <a:r>
              <a:rPr lang="en-US"/>
              <a:t> </a:t>
            </a:r>
            <a:r>
              <a:rPr lang="en-US" err="1"/>
              <a:t>anim</a:t>
            </a:r>
            <a:r>
              <a:rPr lang="en-US"/>
              <a:t> id </a:t>
            </a: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laborum</a:t>
            </a:r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86037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, Photo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">
            <a:extLst>
              <a:ext uri="{FF2B5EF4-FFF2-40B4-BE49-F238E27FC236}">
                <a16:creationId xmlns:a16="http://schemas.microsoft.com/office/drawing/2014/main" id="{7E598298-639B-4FEE-0CAF-F7A89986F84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1"/>
          </p:nvPr>
        </p:nvSpPr>
        <p:spPr>
          <a:xfrm>
            <a:off x="6243638" y="0"/>
            <a:ext cx="5948362" cy="6858000"/>
          </a:xfrm>
          <a:solidFill>
            <a:schemeClr val="bg1">
              <a:lumMod val="75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5A3857B-8BB8-DD67-AB6D-B6F63407238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05C61B-1C53-2644-8B26-3D798E5954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F74D752E-429B-B97E-A7E5-774A2009B2FE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AF63C853-A541-CC8B-3E30-ACF69C08BF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5065"/>
            <a:ext cx="5491163" cy="35387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Subtitle">
            <a:extLst>
              <a:ext uri="{FF2B5EF4-FFF2-40B4-BE49-F238E27FC236}">
                <a16:creationId xmlns:a16="http://schemas.microsoft.com/office/drawing/2014/main" id="{BAE7728F-0FEE-51A3-5BE1-B3523ECC564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8730" y="849600"/>
            <a:ext cx="5489611" cy="295967"/>
          </a:xfrm>
        </p:spPr>
        <p:txBody>
          <a:bodyPr rIns="0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write a subtitle that fits in one line.</a:t>
            </a:r>
          </a:p>
        </p:txBody>
      </p:sp>
      <p:sp>
        <p:nvSpPr>
          <p:cNvPr id="7" name="Content Placeholder Body">
            <a:extLst>
              <a:ext uri="{FF2B5EF4-FFF2-40B4-BE49-F238E27FC236}">
                <a16:creationId xmlns:a16="http://schemas.microsoft.com/office/drawing/2014/main" id="{16A44C7F-5CB3-0C5D-119C-0441BCFB7A28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57200" y="1793875"/>
            <a:ext cx="5491163" cy="40116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98103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, Photo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">
            <a:extLst>
              <a:ext uri="{FF2B5EF4-FFF2-40B4-BE49-F238E27FC236}">
                <a16:creationId xmlns:a16="http://schemas.microsoft.com/office/drawing/2014/main" id="{7E598298-639B-4FEE-0CAF-F7A89986F84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1"/>
          </p:nvPr>
        </p:nvSpPr>
        <p:spPr>
          <a:xfrm>
            <a:off x="0" y="0"/>
            <a:ext cx="5948363" cy="6858000"/>
          </a:xfrm>
          <a:solidFill>
            <a:schemeClr val="bg1">
              <a:lumMod val="75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HP Logo">
            <a:extLst>
              <a:ext uri="{FF2B5EF4-FFF2-40B4-BE49-F238E27FC236}">
                <a16:creationId xmlns:a16="http://schemas.microsoft.com/office/drawing/2014/main" id="{25A8FCF9-EF56-6675-7649-1F562C93D6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clipArt" sz="quarter" idx="17" hasCustomPrompt="1"/>
          </p:nvPr>
        </p:nvSpPr>
        <p:spPr>
          <a:xfrm>
            <a:off x="446400" y="6091200"/>
            <a:ext cx="320399" cy="320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 anchor="ctr"/>
          <a:lstStyle>
            <a:lvl1pPr marL="45720" indent="0" algn="ctr">
              <a:buNone/>
              <a:defRPr sz="100"/>
            </a:lvl1pPr>
          </a:lstStyle>
          <a:p>
            <a:r>
              <a:rPr lang="en-US"/>
              <a:t> 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A5A3857B-8BB8-DD67-AB6D-B6F63407238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05C61B-1C53-2644-8B26-3D798E5954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EE428469-8A09-9F6C-3D63-DF4CBCA9450B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AF63C853-A541-CC8B-3E30-ACF69C08BF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3639" y="475065"/>
            <a:ext cx="5491161" cy="35387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Subtitle">
            <a:extLst>
              <a:ext uri="{FF2B5EF4-FFF2-40B4-BE49-F238E27FC236}">
                <a16:creationId xmlns:a16="http://schemas.microsoft.com/office/drawing/2014/main" id="{BAE7728F-0FEE-51A3-5BE1-B3523ECC564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45191" y="849600"/>
            <a:ext cx="5489609" cy="295967"/>
          </a:xfrm>
        </p:spPr>
        <p:txBody>
          <a:bodyPr rIns="0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write a subtitle that fits in one line.</a:t>
            </a:r>
          </a:p>
        </p:txBody>
      </p:sp>
      <p:sp>
        <p:nvSpPr>
          <p:cNvPr id="7" name="Content Placeholder Body">
            <a:extLst>
              <a:ext uri="{FF2B5EF4-FFF2-40B4-BE49-F238E27FC236}">
                <a16:creationId xmlns:a16="http://schemas.microsoft.com/office/drawing/2014/main" id="{16A44C7F-5CB3-0C5D-119C-0441BCFB7A28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243639" y="1793875"/>
            <a:ext cx="5491161" cy="40116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424361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, Photo Right (strip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">
            <a:extLst>
              <a:ext uri="{FF2B5EF4-FFF2-40B4-BE49-F238E27FC236}">
                <a16:creationId xmlns:a16="http://schemas.microsoft.com/office/drawing/2014/main" id="{C2011428-717D-5B01-3434-9193F4EF59F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166731" y="457201"/>
            <a:ext cx="7025269" cy="6400801"/>
          </a:xfrm>
          <a:custGeom>
            <a:avLst/>
            <a:gdLst>
              <a:gd name="connsiteX0" fmla="*/ 2330563 w 7025269"/>
              <a:gd name="connsiteY0" fmla="*/ 0 h 6400801"/>
              <a:gd name="connsiteX1" fmla="*/ 7025269 w 7025269"/>
              <a:gd name="connsiteY1" fmla="*/ 0 h 6400801"/>
              <a:gd name="connsiteX2" fmla="*/ 7025269 w 7025269"/>
              <a:gd name="connsiteY2" fmla="*/ 6400801 h 6400801"/>
              <a:gd name="connsiteX3" fmla="*/ 0 w 7025269"/>
              <a:gd name="connsiteY3" fmla="*/ 6400801 h 6400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025269" h="6400801">
                <a:moveTo>
                  <a:pt x="2330563" y="0"/>
                </a:moveTo>
                <a:lnTo>
                  <a:pt x="7025269" y="0"/>
                </a:lnTo>
                <a:lnTo>
                  <a:pt x="7025269" y="6400801"/>
                </a:lnTo>
                <a:lnTo>
                  <a:pt x="0" y="6400801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anchor="ctr">
            <a:noAutofit/>
          </a:bodyPr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A5A3857B-8BB8-DD67-AB6D-B6F63407238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05C61B-1C53-2644-8B26-3D798E5954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F50BF4C0-A834-EA5E-20D6-DC5B8E938D8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AF63C853-A541-CC8B-3E30-ACF69C08BF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5065"/>
            <a:ext cx="5491163" cy="35387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Subtitle">
            <a:extLst>
              <a:ext uri="{FF2B5EF4-FFF2-40B4-BE49-F238E27FC236}">
                <a16:creationId xmlns:a16="http://schemas.microsoft.com/office/drawing/2014/main" id="{BAE7728F-0FEE-51A3-5BE1-B3523ECC564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8730" y="849600"/>
            <a:ext cx="5489611" cy="295967"/>
          </a:xfrm>
        </p:spPr>
        <p:txBody>
          <a:bodyPr rIns="0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write a subtitle that fits in one line.</a:t>
            </a:r>
          </a:p>
        </p:txBody>
      </p:sp>
      <p:sp>
        <p:nvSpPr>
          <p:cNvPr id="7" name="Content Placeholder Body">
            <a:extLst>
              <a:ext uri="{FF2B5EF4-FFF2-40B4-BE49-F238E27FC236}">
                <a16:creationId xmlns:a16="http://schemas.microsoft.com/office/drawing/2014/main" id="{16A44C7F-5CB3-0C5D-119C-0441BCFB7A28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57200" y="1793875"/>
            <a:ext cx="5491163" cy="40116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70974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, Photo Left (strip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">
            <a:extLst>
              <a:ext uri="{FF2B5EF4-FFF2-40B4-BE49-F238E27FC236}">
                <a16:creationId xmlns:a16="http://schemas.microsoft.com/office/drawing/2014/main" id="{95A41C5A-00D3-CEF6-EACA-68C9EF26368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1"/>
          </p:nvPr>
        </p:nvSpPr>
        <p:spPr>
          <a:xfrm>
            <a:off x="0" y="0"/>
            <a:ext cx="6622224" cy="6400800"/>
          </a:xfrm>
          <a:custGeom>
            <a:avLst/>
            <a:gdLst>
              <a:gd name="connsiteX0" fmla="*/ 0 w 6622224"/>
              <a:gd name="connsiteY0" fmla="*/ 0 h 6400800"/>
              <a:gd name="connsiteX1" fmla="*/ 6622224 w 6622224"/>
              <a:gd name="connsiteY1" fmla="*/ 0 h 6400800"/>
              <a:gd name="connsiteX2" fmla="*/ 4291662 w 6622224"/>
              <a:gd name="connsiteY2" fmla="*/ 6400800 h 6400800"/>
              <a:gd name="connsiteX3" fmla="*/ 0 w 6622224"/>
              <a:gd name="connsiteY3" fmla="*/ 6400800 h 6400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22224" h="6400800">
                <a:moveTo>
                  <a:pt x="0" y="0"/>
                </a:moveTo>
                <a:lnTo>
                  <a:pt x="6622224" y="0"/>
                </a:lnTo>
                <a:lnTo>
                  <a:pt x="4291662" y="6400800"/>
                </a:lnTo>
                <a:lnTo>
                  <a:pt x="0" y="640080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anchor="ctr">
            <a:noAutofit/>
          </a:bodyPr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A5A3857B-8BB8-DD67-AB6D-B6F63407238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05C61B-1C53-2644-8B26-3D798E5954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24AD024B-E6BF-086C-BB1C-FCCEB7B6EA2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AF63C853-A541-CC8B-3E30-ACF69C08BF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7250" y="475065"/>
            <a:ext cx="4527550" cy="700128"/>
          </a:xfrm>
        </p:spPr>
        <p:txBody>
          <a:bodyPr/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8" name="Text Placeholder Subtitle">
            <a:extLst>
              <a:ext uri="{FF2B5EF4-FFF2-40B4-BE49-F238E27FC236}">
                <a16:creationId xmlns:a16="http://schemas.microsoft.com/office/drawing/2014/main" id="{BAE7728F-0FEE-51A3-5BE1-B3523ECC564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08530" y="849600"/>
            <a:ext cx="4526270" cy="295967"/>
          </a:xfrm>
        </p:spPr>
        <p:txBody>
          <a:bodyPr rIns="0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write a subtitle that fits in one line.</a:t>
            </a:r>
          </a:p>
        </p:txBody>
      </p:sp>
      <p:sp>
        <p:nvSpPr>
          <p:cNvPr id="7" name="Content Placeholder Body">
            <a:extLst>
              <a:ext uri="{FF2B5EF4-FFF2-40B4-BE49-F238E27FC236}">
                <a16:creationId xmlns:a16="http://schemas.microsoft.com/office/drawing/2014/main" id="{16A44C7F-5CB3-0C5D-119C-0441BCFB7A28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7207250" y="1793875"/>
            <a:ext cx="4527550" cy="40116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818709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153043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Layout" Target="../slideLayouts/slideLayout4.xml"/><Relationship Id="rId3" Type="http://schemas.openxmlformats.org/officeDocument/2006/relationships/slideLayout" Target="../slideLayouts/slideLayout5.xml"/><Relationship Id="rId4" Type="http://schemas.openxmlformats.org/officeDocument/2006/relationships/slideLayout" Target="../slideLayouts/slideLayout6.xml"/><Relationship Id="rId5" Type="http://schemas.openxmlformats.org/officeDocument/2006/relationships/slideLayout" Target="../slideLayouts/slideLayout7.xml"/><Relationship Id="rId6" Type="http://schemas.openxmlformats.org/officeDocument/2006/relationships/slideLayout" Target="../slideLayouts/slideLayout8.xml"/><Relationship Id="rId7" Type="http://schemas.openxmlformats.org/officeDocument/2006/relationships/slideLayout" Target="../slideLayouts/slideLayout9.xml"/><Relationship Id="rId8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20.xml"/><Relationship Id="rId19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7.xml"/><Relationship Id="rId26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9.xml"/><Relationship Id="rId28" Type="http://schemas.openxmlformats.org/officeDocument/2006/relationships/slideLayout" Target="../slideLayouts/slideLayout30.xml"/><Relationship Id="rId29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2.xml"/><Relationship Id="rId31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4.xml"/><Relationship Id="rId33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6.xml"/><Relationship Id="rId35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8.xml"/><Relationship Id="rId37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40.xml"/><Relationship Id="rId39" Type="http://schemas.openxmlformats.org/officeDocument/2006/relationships/slideLayout" Target="../slideLayouts/slideLayout41.xml"/><Relationship Id="rId40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3.xml"/><Relationship Id="rId42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5.xml"/><Relationship Id="rId44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7.xml"/><Relationship Id="rId46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9.xml"/><Relationship Id="rId48" Type="http://schemas.openxmlformats.org/officeDocument/2006/relationships/slideLayout" Target="../slideLayouts/slideLayout50.xml"/><Relationship Id="rId49" Type="http://schemas.openxmlformats.org/officeDocument/2006/relationships/theme" Target="../theme/theme2.xml"/><Relationship Id="rId50" Type="http://schemas.openxmlformats.org/officeDocument/2006/relationships/image" Target="../media/image3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59247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hf sldNum="0" hdr="0" ftr="0" dt="0"/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>
            <a:extLst>
              <a:ext uri="{FF2B5EF4-FFF2-40B4-BE49-F238E27FC236}">
                <a16:creationId xmlns:a16="http://schemas.microsoft.com/office/drawing/2014/main" id="{BBC801F5-E287-137B-3E5D-D9E97CB4A4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5065"/>
            <a:ext cx="11277600" cy="353879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/>
          <a:p>
            <a:r>
              <a:rPr lang="en-US"/>
              <a:t>Click to write a slide title that fits in a single line.</a:t>
            </a:r>
          </a:p>
        </p:txBody>
      </p:sp>
      <p:sp>
        <p:nvSpPr>
          <p:cNvPr id="3" name="Text Placeholder">
            <a:extLst>
              <a:ext uri="{FF2B5EF4-FFF2-40B4-BE49-F238E27FC236}">
                <a16:creationId xmlns:a16="http://schemas.microsoft.com/office/drawing/2014/main" id="{7767DAE0-12FB-151E-8B9E-9DD322B6CE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759131"/>
            <a:ext cx="11277600" cy="404635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C7DA2CC4-CEFF-7430-04C6-69F1DECD60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5494" y="6316162"/>
            <a:ext cx="299305" cy="107722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algn="r">
              <a:defRPr sz="700" b="0" i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fld id="{6605C61B-1C53-2644-8B26-3D798E5954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FE0889E4-075E-5D31-DFF8-C9EC4E7F1A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07250" y="6316162"/>
            <a:ext cx="4227513" cy="107722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/>
          </a:p>
        </p:txBody>
      </p:sp>
      <p:pic>
        <p:nvPicPr>
          <p:cNvPr id="5" name="HP Logo">
            <a:extLst>
              <a:ext uri="{FF2B5EF4-FFF2-40B4-BE49-F238E27FC236}">
                <a16:creationId xmlns:a16="http://schemas.microsoft.com/office/drawing/2014/main" id="{EECDE276-7637-D68C-7EA7-203FF19D27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tretch>
            <a:fillRect/>
          </a:stretch>
        </p:blipFill>
        <p:spPr>
          <a:xfrm>
            <a:off x="447288" y="6091113"/>
            <a:ext cx="320400" cy="320400"/>
          </a:xfrm>
          <a:prstGeom prst="rect">
            <a:avLst/>
          </a:prstGeom>
        </p:spPr>
      </p:pic>
      <p:sp>
        <p:nvSpPr>
          <p:cNvPr id="201" name="Divider slash" hidden="1">
            <a:extLst>
              <a:ext uri="{FF2B5EF4-FFF2-40B4-BE49-F238E27FC236}">
                <a16:creationId xmlns:a16="http://schemas.microsoft.com/office/drawing/2014/main" id="{19F03229-0F95-7E06-1CCA-3D3EBC7F164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91946" y="6187091"/>
            <a:ext cx="52801" cy="127912"/>
          </a:xfrm>
          <a:custGeom>
            <a:avLst/>
            <a:gdLst>
              <a:gd name="connsiteX0" fmla="*/ 145000 w 145000"/>
              <a:gd name="connsiteY0" fmla="*/ 195 h 351269"/>
              <a:gd name="connsiteX1" fmla="*/ 127380 w 145000"/>
              <a:gd name="connsiteY1" fmla="*/ 0 h 351269"/>
              <a:gd name="connsiteX2" fmla="*/ 0 w 145000"/>
              <a:gd name="connsiteY2" fmla="*/ 351067 h 351269"/>
              <a:gd name="connsiteX3" fmla="*/ 17628 w 145000"/>
              <a:gd name="connsiteY3" fmla="*/ 351270 h 351269"/>
              <a:gd name="connsiteX4" fmla="*/ 145000 w 145000"/>
              <a:gd name="connsiteY4" fmla="*/ 195 h 351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5000" h="351269">
                <a:moveTo>
                  <a:pt x="145000" y="195"/>
                </a:moveTo>
                <a:lnTo>
                  <a:pt x="127380" y="0"/>
                </a:lnTo>
                <a:lnTo>
                  <a:pt x="0" y="351067"/>
                </a:lnTo>
                <a:lnTo>
                  <a:pt x="17628" y="351270"/>
                </a:lnTo>
                <a:lnTo>
                  <a:pt x="145000" y="195"/>
                </a:lnTo>
                <a:close/>
              </a:path>
            </a:pathLst>
          </a:custGeom>
          <a:solidFill>
            <a:schemeClr val="tx1"/>
          </a:solidFill>
          <a:ln w="778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Partner logo frame" hidden="1">
            <a:extLst>
              <a:ext uri="{FF2B5EF4-FFF2-40B4-BE49-F238E27FC236}">
                <a16:creationId xmlns:a16="http://schemas.microsoft.com/office/drawing/2014/main" id="{0D46DC68-E308-7EBB-BC42-D1F0BEE1788F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/>
        </p:nvSpPr>
        <p:spPr>
          <a:xfrm>
            <a:off x="1069246" y="6102350"/>
            <a:ext cx="896400" cy="297032"/>
          </a:xfrm>
          <a:custGeom>
            <a:avLst/>
            <a:gdLst>
              <a:gd name="connsiteX0" fmla="*/ 730523 w 820341"/>
              <a:gd name="connsiteY0" fmla="*/ 0 h 820341"/>
              <a:gd name="connsiteX1" fmla="*/ 820342 w 820341"/>
              <a:gd name="connsiteY1" fmla="*/ 0 h 820341"/>
              <a:gd name="connsiteX2" fmla="*/ 820342 w 820341"/>
              <a:gd name="connsiteY2" fmla="*/ 820342 h 820341"/>
              <a:gd name="connsiteX3" fmla="*/ 730523 w 820341"/>
              <a:gd name="connsiteY3" fmla="*/ 820342 h 820341"/>
              <a:gd name="connsiteX4" fmla="*/ 89819 w 820341"/>
              <a:gd name="connsiteY4" fmla="*/ 820342 h 820341"/>
              <a:gd name="connsiteX5" fmla="*/ 0 w 820341"/>
              <a:gd name="connsiteY5" fmla="*/ 820342 h 820341"/>
              <a:gd name="connsiteX6" fmla="*/ 0 w 820341"/>
              <a:gd name="connsiteY6" fmla="*/ 0 h 820341"/>
              <a:gd name="connsiteX7" fmla="*/ 89819 w 820341"/>
              <a:gd name="connsiteY7" fmla="*/ 0 h 820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20341" h="820341">
                <a:moveTo>
                  <a:pt x="730523" y="0"/>
                </a:moveTo>
                <a:cubicBezTo>
                  <a:pt x="780128" y="0"/>
                  <a:pt x="820342" y="0"/>
                  <a:pt x="820342" y="0"/>
                </a:cubicBezTo>
                <a:lnTo>
                  <a:pt x="820342" y="820342"/>
                </a:lnTo>
                <a:cubicBezTo>
                  <a:pt x="820342" y="820342"/>
                  <a:pt x="780129" y="820342"/>
                  <a:pt x="730523" y="820342"/>
                </a:cubicBezTo>
                <a:lnTo>
                  <a:pt x="89819" y="820342"/>
                </a:lnTo>
                <a:cubicBezTo>
                  <a:pt x="40213" y="820342"/>
                  <a:pt x="0" y="820342"/>
                  <a:pt x="0" y="820342"/>
                </a:cubicBezTo>
                <a:lnTo>
                  <a:pt x="0" y="0"/>
                </a:lnTo>
                <a:cubicBezTo>
                  <a:pt x="0" y="0"/>
                  <a:pt x="40213" y="0"/>
                  <a:pt x="89819" y="0"/>
                </a:cubicBezTo>
                <a:close/>
              </a:path>
            </a:pathLst>
          </a:custGeom>
          <a:solidFill>
            <a:srgbClr val="D9D9D9">
              <a:alpha val="50000"/>
            </a:srgbClr>
          </a:solidFill>
          <a:ln w="778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5" name="Name next to HP Logo" hidden="1">
            <a:extLst>
              <a:ext uri="{FF2B5EF4-FFF2-40B4-BE49-F238E27FC236}">
                <a16:creationId xmlns:a16="http://schemas.microsoft.com/office/drawing/2014/main" id="{393CD746-232B-F8BD-8CF6-B9896FC65E8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33081" y="6205420"/>
            <a:ext cx="1289700" cy="115826"/>
          </a:xfrm>
          <a:prstGeom prst="rect">
            <a:avLst/>
          </a:prstGeom>
          <a:noFill/>
        </p:spPr>
        <p:txBody>
          <a:bodyPr wrap="square" lIns="0" tIns="7200" rIns="0" bIns="0" rtlCol="0" anchor="ctr">
            <a:spAutoFit/>
          </a:bodyPr>
          <a:lstStyle/>
          <a:p>
            <a:pPr algn="l">
              <a:lnSpc>
                <a:spcPct val="75000"/>
              </a:lnSpc>
              <a:spcBef>
                <a:spcPts val="0"/>
              </a:spcBef>
            </a:pPr>
            <a:r>
              <a:rPr lang="en-US" sz="920" noProof="1">
                <a:solidFill>
                  <a:schemeClr val="tx1"/>
                </a:solidFill>
                <a:latin typeface="HP Forma DJR Office Medium" pitchFamily="2" charset="77"/>
              </a:rPr>
              <a:t>Lorem Ipsum</a:t>
            </a:r>
          </a:p>
        </p:txBody>
      </p:sp>
    </p:spTree>
    <p:extLst>
      <p:ext uri="{BB962C8B-B14F-4D97-AF65-F5344CB8AC3E}">
        <p14:creationId xmlns:p14="http://schemas.microsoft.com/office/powerpoint/2010/main" val="11665334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76" r:id="rId13"/>
    <p:sldLayoutId id="2147483677" r:id="rId14"/>
    <p:sldLayoutId id="2147483678" r:id="rId15"/>
    <p:sldLayoutId id="2147483679" r:id="rId16"/>
    <p:sldLayoutId id="2147483680" r:id="rId17"/>
    <p:sldLayoutId id="2147483681" r:id="rId18"/>
    <p:sldLayoutId id="2147483682" r:id="rId19"/>
    <p:sldLayoutId id="2147483683" r:id="rId20"/>
    <p:sldLayoutId id="2147483684" r:id="rId21"/>
    <p:sldLayoutId id="2147483685" r:id="rId22"/>
    <p:sldLayoutId id="2147483686" r:id="rId23"/>
    <p:sldLayoutId id="2147483687" r:id="rId24"/>
    <p:sldLayoutId id="2147483688" r:id="rId25"/>
    <p:sldLayoutId id="2147483689" r:id="rId26"/>
    <p:sldLayoutId id="2147483690" r:id="rId27"/>
    <p:sldLayoutId id="2147483691" r:id="rId28"/>
    <p:sldLayoutId id="2147483692" r:id="rId29"/>
    <p:sldLayoutId id="2147483693" r:id="rId30"/>
    <p:sldLayoutId id="2147483694" r:id="rId31"/>
    <p:sldLayoutId id="2147483695" r:id="rId32"/>
    <p:sldLayoutId id="2147483696" r:id="rId33"/>
    <p:sldLayoutId id="2147483697" r:id="rId34"/>
    <p:sldLayoutId id="2147483698" r:id="rId35"/>
    <p:sldLayoutId id="2147483699" r:id="rId36"/>
    <p:sldLayoutId id="2147483700" r:id="rId37"/>
    <p:sldLayoutId id="2147483701" r:id="rId38"/>
    <p:sldLayoutId id="2147483702" r:id="rId39"/>
    <p:sldLayoutId id="2147483703" r:id="rId40"/>
    <p:sldLayoutId id="2147483704" r:id="rId41"/>
    <p:sldLayoutId id="2147483705" r:id="rId42"/>
    <p:sldLayoutId id="2147483706" r:id="rId43"/>
    <p:sldLayoutId id="2147483707" r:id="rId44"/>
    <p:sldLayoutId id="2147483708" r:id="rId45"/>
    <p:sldLayoutId id="2147483709" r:id="rId46"/>
    <p:sldLayoutId id="2147483710" r:id="rId47"/>
    <p:sldLayoutId id="2147483711" r:id="rId48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75000"/>
        </a:lnSpc>
        <a:spcBef>
          <a:spcPts val="1000"/>
        </a:spcBef>
        <a:buNone/>
        <a:defRPr sz="3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914400" rtl="0" eaLnBrk="1" latinLnBrk="0" hangingPunct="1">
        <a:lnSpc>
          <a:spcPct val="90000"/>
        </a:lnSpc>
        <a:spcBef>
          <a:spcPts val="600"/>
        </a:spcBef>
        <a:buNone/>
        <a:defRPr sz="20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rtl="0" eaLnBrk="1" latinLnBrk="0" hangingPunct="1">
        <a:lnSpc>
          <a:spcPct val="100000"/>
        </a:lnSpc>
        <a:spcBef>
          <a:spcPts val="2500"/>
        </a:spcBef>
        <a:buNone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algn="l" defTabSz="914400" rtl="0" eaLnBrk="1" latinLnBrk="0" hangingPunct="1">
        <a:lnSpc>
          <a:spcPct val="100000"/>
        </a:lnSpc>
        <a:spcBef>
          <a:spcPts val="2500"/>
        </a:spcBef>
        <a:buNone/>
        <a:defRPr sz="1100" b="0" i="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4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13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179388" indent="-1440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3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360000" indent="-1440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3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540000" indent="-1440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3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234000" indent="-234000" algn="l" defTabSz="914400" rtl="0" eaLnBrk="1" latinLnBrk="0" hangingPunct="1">
        <a:lnSpc>
          <a:spcPct val="100000"/>
        </a:lnSpc>
        <a:spcBef>
          <a:spcPts val="500"/>
        </a:spcBef>
        <a:buFont typeface="+mj-lt"/>
        <a:buAutoNum type="arabicPeriod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468000" indent="-234000" algn="l" defTabSz="914400" rtl="0" eaLnBrk="1" latinLnBrk="0" hangingPunct="1">
        <a:lnSpc>
          <a:spcPct val="100000"/>
        </a:lnSpc>
        <a:spcBef>
          <a:spcPts val="500"/>
        </a:spcBef>
        <a:buFont typeface="+mj-lt"/>
        <a:buAutoNum type="alphaLcPeriod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100000"/>
        </a:lnSpc>
        <a:spcBef>
          <a:spcPts val="1500"/>
        </a:spcBef>
        <a:buFont typeface="+mj-lt"/>
        <a:buNone/>
        <a:defRPr sz="1600" b="0" i="0" kern="1200">
          <a:solidFill>
            <a:schemeClr val="tx1"/>
          </a:solidFill>
          <a:latin typeface="+mj-lt"/>
          <a:ea typeface="+mn-ea"/>
          <a:cs typeface="+mn-cs"/>
        </a:defRPr>
      </a:lvl7pPr>
      <a:lvl8pPr marL="0" indent="0" algn="l" defTabSz="914400" rtl="0" eaLnBrk="1" latinLnBrk="0" hangingPunct="1">
        <a:lnSpc>
          <a:spcPct val="90000"/>
        </a:lnSpc>
        <a:spcBef>
          <a:spcPts val="1500"/>
        </a:spcBef>
        <a:spcAft>
          <a:spcPts val="900"/>
        </a:spcAft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100000"/>
        </a:lnSpc>
        <a:spcBef>
          <a:spcPts val="1000"/>
        </a:spcBef>
        <a:buFont typeface="+mj-lt"/>
        <a:buNone/>
        <a:defRPr sz="11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1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180000" indent="-125413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11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360000" indent="-126000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11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540000" indent="-126000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11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179388" indent="-179388" algn="l" defTabSz="914400" rtl="0" eaLnBrk="1" latinLnBrk="0" hangingPunct="1">
        <a:lnSpc>
          <a:spcPct val="100000"/>
        </a:lnSpc>
        <a:spcBef>
          <a:spcPts val="0"/>
        </a:spcBef>
        <a:buFont typeface="+mj-lt"/>
        <a:buAutoNum type="arabicPeriod"/>
        <a:defRPr sz="11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358775" indent="-179388" algn="l" defTabSz="914400" rtl="0" eaLnBrk="1" latinLnBrk="0" hangingPunct="1">
        <a:lnSpc>
          <a:spcPct val="100000"/>
        </a:lnSpc>
        <a:spcBef>
          <a:spcPts val="0"/>
        </a:spcBef>
        <a:buFont typeface="+mj-lt"/>
        <a:buAutoNum type="alphaLcPeriod"/>
        <a:defRPr sz="11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100000"/>
        </a:lnSpc>
        <a:spcBef>
          <a:spcPts val="500"/>
        </a:spcBef>
        <a:buFont typeface="+mj-lt"/>
        <a:buNone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0" indent="0" algn="l" defTabSz="914400" rtl="0" eaLnBrk="1" latinLnBrk="0" hangingPunct="1">
        <a:lnSpc>
          <a:spcPct val="90000"/>
        </a:lnSpc>
        <a:spcBef>
          <a:spcPts val="1000"/>
        </a:spcBef>
        <a:spcAft>
          <a:spcPts val="900"/>
        </a:spcAft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100000"/>
        </a:lnSpc>
        <a:spcBef>
          <a:spcPts val="0"/>
        </a:spcBef>
        <a:buFont typeface="+mj-lt"/>
        <a:buNone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88">
          <p15:clr>
            <a:srgbClr val="F26B43"/>
          </p15:clr>
        </p15:guide>
        <p15:guide id="2" orient="horz" pos="1130">
          <p15:clr>
            <a:srgbClr val="FBAE40"/>
          </p15:clr>
        </p15:guide>
        <p15:guide id="3" orient="horz" pos="3657">
          <p15:clr>
            <a:srgbClr val="FBAE40"/>
          </p15:clr>
        </p15:guide>
        <p15:guide id="4" orient="horz" pos="4032">
          <p15:clr>
            <a:srgbClr val="F26B43"/>
          </p15:clr>
        </p15:guide>
        <p15:guide id="11" pos="288">
          <p15:clr>
            <a:srgbClr val="F26B43"/>
          </p15:clr>
        </p15:guide>
        <p15:guide id="12" pos="3840">
          <p15:clr>
            <a:srgbClr val="A4A3A4"/>
          </p15:clr>
        </p15:guide>
        <p15:guide id="13" pos="7392">
          <p15:clr>
            <a:srgbClr val="F26B43"/>
          </p15:clr>
        </p15:guide>
        <p15:guide id="201" pos="710">
          <p15:clr>
            <a:srgbClr val="BBCDD4"/>
          </p15:clr>
        </p15:guide>
        <p15:guide id="202" pos="895">
          <p15:clr>
            <a:srgbClr val="BBCDD4"/>
          </p15:clr>
        </p15:guide>
        <p15:guide id="203" pos="1317">
          <p15:clr>
            <a:srgbClr val="BBCDD4"/>
          </p15:clr>
        </p15:guide>
        <p15:guide id="204" pos="1503">
          <p15:clr>
            <a:srgbClr val="BBCDD4"/>
          </p15:clr>
        </p15:guide>
        <p15:guide id="205" pos="1925">
          <p15:clr>
            <a:srgbClr val="BBCDD4"/>
          </p15:clr>
        </p15:guide>
        <p15:guide id="206" pos="2110">
          <p15:clr>
            <a:srgbClr val="BBCDD4"/>
          </p15:clr>
        </p15:guide>
        <p15:guide id="207" pos="2532">
          <p15:clr>
            <a:srgbClr val="BBCDD4"/>
          </p15:clr>
        </p15:guide>
        <p15:guide id="208" pos="2718">
          <p15:clr>
            <a:srgbClr val="BBCDD4"/>
          </p15:clr>
        </p15:guide>
        <p15:guide id="209" pos="3140">
          <p15:clr>
            <a:srgbClr val="BBCDD4"/>
          </p15:clr>
        </p15:guide>
        <p15:guide id="210" pos="3325">
          <p15:clr>
            <a:srgbClr val="BBCDD4"/>
          </p15:clr>
        </p15:guide>
        <p15:guide id="211" pos="3747">
          <p15:clr>
            <a:srgbClr val="BBCDD4"/>
          </p15:clr>
        </p15:guide>
        <p15:guide id="212" pos="3933">
          <p15:clr>
            <a:srgbClr val="BBCDD4"/>
          </p15:clr>
        </p15:guide>
        <p15:guide id="213" pos="4355">
          <p15:clr>
            <a:srgbClr val="BBCDD4"/>
          </p15:clr>
        </p15:guide>
        <p15:guide id="214" pos="4540">
          <p15:clr>
            <a:srgbClr val="BBCDD4"/>
          </p15:clr>
        </p15:guide>
        <p15:guide id="215" pos="4962">
          <p15:clr>
            <a:srgbClr val="BBCDD4"/>
          </p15:clr>
        </p15:guide>
        <p15:guide id="216" pos="5148">
          <p15:clr>
            <a:srgbClr val="BBCDD4"/>
          </p15:clr>
        </p15:guide>
        <p15:guide id="217" pos="5570">
          <p15:clr>
            <a:srgbClr val="BBCDD4"/>
          </p15:clr>
        </p15:guide>
        <p15:guide id="218" pos="5755">
          <p15:clr>
            <a:srgbClr val="BBCDD4"/>
          </p15:clr>
        </p15:guide>
        <p15:guide id="219" pos="6177">
          <p15:clr>
            <a:srgbClr val="BBCDD4"/>
          </p15:clr>
        </p15:guide>
        <p15:guide id="220" pos="6363">
          <p15:clr>
            <a:srgbClr val="BBCDD4"/>
          </p15:clr>
        </p15:guide>
        <p15:guide id="221" pos="6785">
          <p15:clr>
            <a:srgbClr val="BBCDD4"/>
          </p15:clr>
        </p15:guide>
        <p15:guide id="222" pos="6970">
          <p15:clr>
            <a:srgbClr val="BBCDD4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9.sv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svg"/><Relationship Id="rId6" Type="http://schemas.openxmlformats.org/officeDocument/2006/relationships/image" Target="../media/image13.svg"/><Relationship Id="rId7" Type="http://schemas.openxmlformats.org/officeDocument/2006/relationships/image" Target="../media/image14.svg"/><Relationship Id="rId8" Type="http://schemas.openxmlformats.org/officeDocument/2006/relationships/image" Target="../media/image15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16.png"/><Relationship Id="rId3" Type="http://schemas.microsoft.com/office/2007/relationships/hdphoto" Target="../media/hdphoto1.wdp"/><Relationship Id="rId4" Type="http://schemas.openxmlformats.org/officeDocument/2006/relationships/image" Target="../media/image17.svg"/><Relationship Id="rId5" Type="http://schemas.openxmlformats.org/officeDocument/2006/relationships/image" Target="../media/image18.svg"/><Relationship Id="rId6" Type="http://schemas.openxmlformats.org/officeDocument/2006/relationships/image" Target="../media/image19.sv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8A38A-A9F8-19DE-70F1-991AE9C060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5867" y="2043820"/>
            <a:ext cx="7402530" cy="646331"/>
          </a:xfrm>
        </p:spPr>
        <p:txBody>
          <a:bodyPr/>
          <a:lstStyle/>
          <a:p>
            <a:pPr algn="l"/>
            <a:r>
              <a:rPr lang="en-US" sz="6000" b="1" dirty="0">
                <a:latin typeface="HP Forma DJR Office Medium" pitchFamily="2" charset="77"/>
                <a:ea typeface="Arial Black" pitchFamily="34" charset="-122"/>
                <a:cs typeface="Arial Black" pitchFamily="34" charset="-120"/>
              </a:rPr>
              <a:t>HP ZGX Fury G1n</a:t>
            </a:r>
            <a:br>
              <a:rPr lang="en-US" sz="6000" b="1" dirty="0">
                <a:solidFill>
                  <a:prstClr val="black"/>
                </a:solidFill>
                <a:highlight>
                  <a:srgbClr val="000000"/>
                </a:highlight>
                <a:latin typeface="HP Forma DJR Office Medium" pitchFamily="2" charset="77"/>
              </a:rPr>
            </a:br>
            <a:endParaRPr lang="en-US" sz="6000" b="1" dirty="0">
              <a:highlight>
                <a:srgbClr val="000000"/>
              </a:highlight>
              <a:latin typeface="HP Forma DJR Office Medium" pitchFamily="2" charset="77"/>
            </a:endParaRP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EC1E753-B3D6-7E37-BFDC-5C5CDE2FAFE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420813" y="5806939"/>
            <a:ext cx="2592000" cy="593861"/>
          </a:xfrm>
        </p:spPr>
        <p:txBody>
          <a:bodyPr/>
          <a:lstStyle/>
          <a:p>
            <a:r>
              <a:rPr lang="en-US" dirty="0">
                <a:latin typeface="HP Forma DJR Office" pitchFamily="2" charset="77"/>
              </a:rPr>
              <a:t>Квітень 2026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E2A2D2-FD30-DBD5-D754-837B04D32969}"/>
              </a:ext>
            </a:extLst>
          </p:cNvPr>
          <p:cNvSpPr txBox="1"/>
          <p:nvPr/>
        </p:nvSpPr>
        <p:spPr>
          <a:xfrm>
            <a:off x="735867" y="2782669"/>
            <a:ext cx="12117494" cy="646331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dirty="0">
                <a:latin typeface="HP Forma DJR Office" pitchFamily="2" charset="77"/>
                <a:ea typeface="Arial" pitchFamily="34" charset="-122"/>
                <a:cs typeface="Arial" pitchFamily="34" charset="-120"/>
              </a:rPr>
              <a:t>Штучний інтелект рівня дата-центру. Компактний настільний формат.</a:t>
            </a:r>
            <a:endParaRPr lang="en-US" dirty="0">
              <a:latin typeface="HP Forma DJR Office" pitchFamily="2" charset="77"/>
            </a:endParaRPr>
          </a:p>
          <a:p>
            <a:endParaRPr lang="en-US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E93265F-0A6C-2B75-8C37-65F6315C4A18}"/>
              </a:ext>
            </a:extLst>
          </p:cNvPr>
          <p:cNvSpPr/>
          <p:nvPr/>
        </p:nvSpPr>
        <p:spPr>
          <a:xfrm>
            <a:off x="735867" y="4724739"/>
            <a:ext cx="8534400" cy="609600"/>
          </a:xfrm>
          <a:prstGeom prst="rect">
            <a:avLst/>
          </a:prstGeom>
          <a:noFill/>
          <a:ln/>
        </p:spPr>
        <p:txBody>
          <a:bodyPr wrap="square" lIns="0" rtlCol="0" anchor="ctr"/>
          <a:lstStyle/>
          <a:p>
            <a:pPr defTabSz="1219170"/>
            <a:r>
              <a:rPr lang="en-US" sz="1400" dirty="0">
                <a:latin typeface="HP Forma DJR Office" pitchFamily="2" charset="77"/>
                <a:ea typeface="Arial" pitchFamily="34" charset="-122"/>
                <a:cs typeface="Arial" pitchFamily="34" charset="-120"/>
              </a:rPr>
              <a:t>Автор: Кертис Буркхальтер, PhD, технічний PMM, ACS AI Solutions</a:t>
            </a:r>
            <a:endParaRPr lang="en-US" sz="1400" dirty="0">
              <a:latin typeface="HP Forma DJR Office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625245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2846EB6-4920-8296-FFF8-A7A6A955E6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41471"/>
            <a:ext cx="11278800" cy="393300"/>
          </a:xfrm>
        </p:spPr>
        <p:txBody>
          <a:bodyPr/>
          <a:lstStyle/>
          <a:p>
            <a:r>
              <a:rPr lang="en-US" dirty="0"/>
              <a:t>Обсяги витрат на ШІ зростають.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F8D9EAC-EEFD-E2B8-EA5A-B55C6A2B5E9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834770"/>
            <a:ext cx="11278800" cy="295967"/>
          </a:xfrm>
        </p:spPr>
        <p:txBody>
          <a:bodyPr/>
          <a:lstStyle/>
          <a:p>
            <a:r>
              <a:rPr lang="en-US" dirty="0"/>
              <a:t>Впровадження ШІ в виробництво не вимагає наявності центру обробки даних.</a:t>
            </a:r>
          </a:p>
        </p:txBody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99A7099A-68FD-C98F-C060-09A70D039C85}"/>
              </a:ext>
            </a:extLst>
          </p:cNvPr>
          <p:cNvSpPr/>
          <p:nvPr/>
        </p:nvSpPr>
        <p:spPr>
          <a:xfrm>
            <a:off x="457200" y="1568468"/>
            <a:ext cx="5120640" cy="158496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HP Forma DJR Office" pitchFamily="2" charset="0"/>
            </a:endParaRPr>
          </a:p>
        </p:txBody>
      </p:sp>
      <p:sp>
        <p:nvSpPr>
          <p:cNvPr id="11" name="Shape 5">
            <a:extLst>
              <a:ext uri="{FF2B5EF4-FFF2-40B4-BE49-F238E27FC236}">
                <a16:creationId xmlns:a16="http://schemas.microsoft.com/office/drawing/2014/main" id="{1632B303-0329-0790-F8D8-7E1ED43B57F3}"/>
              </a:ext>
            </a:extLst>
          </p:cNvPr>
          <p:cNvSpPr/>
          <p:nvPr/>
        </p:nvSpPr>
        <p:spPr>
          <a:xfrm>
            <a:off x="6065520" y="1568468"/>
            <a:ext cx="5120640" cy="158496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HP Forma DJR Office" pitchFamily="2" charset="0"/>
            </a:endParaRPr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978B8FDB-965F-F33E-ACC2-64A50180E187}"/>
              </a:ext>
            </a:extLst>
          </p:cNvPr>
          <p:cNvSpPr/>
          <p:nvPr/>
        </p:nvSpPr>
        <p:spPr>
          <a:xfrm>
            <a:off x="457200" y="3458228"/>
            <a:ext cx="10728960" cy="426720"/>
          </a:xfrm>
          <a:prstGeom prst="rect">
            <a:avLst/>
          </a:prstGeom>
          <a:noFill/>
          <a:ln/>
        </p:spPr>
        <p:txBody>
          <a:bodyPr wrap="square" lIns="0" rtlCol="0" anchor="ctr"/>
          <a:lstStyle/>
          <a:p>
            <a:pPr defTabSz="1219170"/>
            <a:r>
              <a:rPr lang="en-US" dirty="0">
                <a:latin typeface="+mj-lt"/>
                <a:ea typeface="Arial" pitchFamily="34" charset="-122"/>
                <a:cs typeface="Arial" pitchFamily="34" charset="-120"/>
              </a:rPr>
              <a:t>Поширені точки тертя:</a:t>
            </a:r>
            <a:endParaRPr lang="en-US" dirty="0">
              <a:latin typeface="+mj-lt"/>
            </a:endParaRP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C1230C2B-69B4-F042-0E6E-34A43F10787F}"/>
              </a:ext>
            </a:extLst>
          </p:cNvPr>
          <p:cNvSpPr/>
          <p:nvPr/>
        </p:nvSpPr>
        <p:spPr>
          <a:xfrm>
            <a:off x="457200" y="3944238"/>
            <a:ext cx="5120640" cy="487680"/>
          </a:xfrm>
          <a:prstGeom prst="rect">
            <a:avLst/>
          </a:prstGeom>
          <a:noFill/>
          <a:ln/>
        </p:spPr>
        <p:txBody>
          <a:bodyPr wrap="square" lIns="0" rtlCol="0" anchor="t"/>
          <a:lstStyle/>
          <a:p>
            <a:pPr marL="123825" indent="-123825" defTabSz="1219170">
              <a:buClr>
                <a:schemeClr val="tx2"/>
              </a:buClr>
              <a:buFont typeface="Wingdings" pitchFamily="2" charset="2"/>
              <a:buChar char="§"/>
            </a:pPr>
            <a:r>
              <a:rPr lang="en-US" sz="1500" dirty="0">
                <a:solidFill>
                  <a:srgbClr val="333333"/>
                </a:solidFill>
                <a:latin typeface="HP Forma DJR Office" pitchFamily="2" charset="0"/>
                <a:ea typeface="Arial" pitchFamily="34" charset="-122"/>
                <a:cs typeface="Arial" pitchFamily="34" charset="-120"/>
              </a:rPr>
              <a:t>Витрати на хмарний ШІ є непередбачуваними та зростають.</a:t>
            </a:r>
          </a:p>
          <a:p>
            <a:pPr marL="123825" indent="-123825" defTabSz="1219170">
              <a:buClr>
                <a:schemeClr val="tx2"/>
              </a:buClr>
              <a:buFont typeface="Wingdings" pitchFamily="2" charset="2"/>
              <a:buChar char="§"/>
            </a:pPr>
            <a:endParaRPr lang="en-US" sz="1500" dirty="0">
              <a:solidFill>
                <a:srgbClr val="333333"/>
              </a:solidFill>
              <a:latin typeface="HP Forma DJR Office" pitchFamily="2" charset="0"/>
              <a:cs typeface="Arial" pitchFamily="34" charset="-120"/>
            </a:endParaRPr>
          </a:p>
          <a:p>
            <a:pPr marL="123825" indent="-123825" defTabSz="1219170">
              <a:buClr>
                <a:schemeClr val="tx2"/>
              </a:buClr>
              <a:buFont typeface="Wingdings" pitchFamily="2" charset="2"/>
              <a:buChar char="§"/>
            </a:pPr>
            <a:r>
              <a:rPr lang="en-US" sz="1500" dirty="0">
                <a:solidFill>
                  <a:srgbClr val="333333"/>
                </a:solidFill>
                <a:latin typeface="HP Forma DJR Office" pitchFamily="2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>
              <a:solidFill>
                <a:prstClr val="black"/>
              </a:solidFill>
              <a:latin typeface="HP Forma DJR Office" pitchFamily="2" charset="0"/>
            </a:endParaRPr>
          </a:p>
          <a:p>
            <a:pPr marL="123825" indent="-123825" defTabSz="1219170">
              <a:buClr>
                <a:schemeClr val="tx2"/>
              </a:buClr>
              <a:buFont typeface="Wingdings" pitchFamily="2" charset="2"/>
              <a:buChar char="§"/>
            </a:pPr>
            <a:endParaRPr lang="en-US" sz="1500" dirty="0">
              <a:solidFill>
                <a:prstClr val="black"/>
              </a:solidFill>
              <a:latin typeface="HP Forma DJR Office" pitchFamily="2" charset="0"/>
            </a:endParaRPr>
          </a:p>
        </p:txBody>
      </p:sp>
      <p:sp>
        <p:nvSpPr>
          <p:cNvPr id="17" name="Text 4">
            <a:extLst>
              <a:ext uri="{FF2B5EF4-FFF2-40B4-BE49-F238E27FC236}">
                <a16:creationId xmlns:a16="http://schemas.microsoft.com/office/drawing/2014/main" id="{75FCC8FE-CFF3-AB32-AD02-D68A6A105187}"/>
              </a:ext>
            </a:extLst>
          </p:cNvPr>
          <p:cNvSpPr/>
          <p:nvPr/>
        </p:nvSpPr>
        <p:spPr>
          <a:xfrm>
            <a:off x="640080" y="1751348"/>
            <a:ext cx="3618769" cy="121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defTabSz="1219170"/>
            <a:r>
              <a:rPr lang="en-US" sz="1733" dirty="0">
                <a:solidFill>
                  <a:srgbClr val="000000"/>
                </a:solidFill>
                <a:latin typeface="HP Forma DJR Office" pitchFamily="2" charset="0"/>
                <a:ea typeface="Arial" pitchFamily="34" charset="-122"/>
                <a:cs typeface="Arial" pitchFamily="34" charset="-120"/>
              </a:rPr>
              <a:t>Черги уповільнюють швидкість розробки.</a:t>
            </a:r>
            <a:r>
              <a:rPr lang="en-US" sz="1733" i="1" dirty="0">
                <a:solidFill>
                  <a:srgbClr val="000000"/>
                </a:solidFill>
                <a:latin typeface="HP Forma DJR Office" pitchFamily="2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1467" dirty="0">
                <a:solidFill>
                  <a:srgbClr val="666666"/>
                </a:solidFill>
                <a:latin typeface="HP Forma DJR Office" pitchFamily="2" charset="0"/>
                <a:ea typeface="Arial" pitchFamily="34" charset="-122"/>
                <a:cs typeface="Arial" pitchFamily="34" charset="-120"/>
              </a:rPr>
              <a:t/>
            </a:r>
            <a:endParaRPr lang="en-US" sz="1733" dirty="0">
              <a:solidFill>
                <a:prstClr val="black"/>
              </a:solidFill>
              <a:latin typeface="HP Forma DJR Office" pitchFamily="2" charset="0"/>
            </a:endParaRPr>
          </a:p>
        </p:txBody>
      </p:sp>
      <p:sp>
        <p:nvSpPr>
          <p:cNvPr id="18" name="Text 6">
            <a:extLst>
              <a:ext uri="{FF2B5EF4-FFF2-40B4-BE49-F238E27FC236}">
                <a16:creationId xmlns:a16="http://schemas.microsoft.com/office/drawing/2014/main" id="{32E23544-055D-8690-4688-858EE40E68F8}"/>
              </a:ext>
            </a:extLst>
          </p:cNvPr>
          <p:cNvSpPr/>
          <p:nvPr/>
        </p:nvSpPr>
        <p:spPr>
          <a:xfrm>
            <a:off x="6248400" y="1751348"/>
            <a:ext cx="3947786" cy="121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defTabSz="1219170"/>
            <a:r>
              <a:rPr lang="en-US" sz="1733" dirty="0">
                <a:solidFill>
                  <a:srgbClr val="000000"/>
                </a:solidFill>
                <a:latin typeface="HP Forma DJR Office" pitchFamily="2" charset="0"/>
                <a:ea typeface="Arial" pitchFamily="34" charset="-122"/>
                <a:cs typeface="Arial" pitchFamily="34" charset="-120"/>
              </a:rPr>
              <a:t>"Ми витрачаємо понад 35 000 доларів США на місяць на розробку ШІ у хмарі."</a:t>
            </a:r>
            <a:r>
              <a:rPr lang="en-US" sz="1733" i="1" dirty="0">
                <a:solidFill>
                  <a:srgbClr val="000000"/>
                </a:solidFill>
                <a:latin typeface="HP Forma DJR Office" pitchFamily="2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1467" dirty="0">
                <a:solidFill>
                  <a:srgbClr val="666666"/>
                </a:solidFill>
                <a:latin typeface="HP Forma DJR Office" pitchFamily="2" charset="0"/>
                <a:ea typeface="Arial" pitchFamily="34" charset="-122"/>
                <a:cs typeface="Arial" pitchFamily="34" charset="-120"/>
              </a:rPr>
              <a:t/>
            </a:r>
            <a:endParaRPr lang="en-US" sz="1733" dirty="0">
              <a:solidFill>
                <a:prstClr val="black"/>
              </a:solidFill>
              <a:latin typeface="HP Forma DJR Office" pitchFamily="2" charset="0"/>
            </a:endParaRPr>
          </a:p>
        </p:txBody>
      </p:sp>
      <p:sp>
        <p:nvSpPr>
          <p:cNvPr id="19" name="Text 9">
            <a:extLst>
              <a:ext uri="{FF2B5EF4-FFF2-40B4-BE49-F238E27FC236}">
                <a16:creationId xmlns:a16="http://schemas.microsoft.com/office/drawing/2014/main" id="{90533903-CE3F-4588-93E0-E820D818E51C}"/>
              </a:ext>
            </a:extLst>
          </p:cNvPr>
          <p:cNvSpPr/>
          <p:nvPr/>
        </p:nvSpPr>
        <p:spPr>
          <a:xfrm>
            <a:off x="6106438" y="3944238"/>
            <a:ext cx="5811242" cy="487680"/>
          </a:xfrm>
          <a:prstGeom prst="rect">
            <a:avLst/>
          </a:prstGeom>
          <a:noFill/>
          <a:ln/>
        </p:spPr>
        <p:txBody>
          <a:bodyPr wrap="square" lIns="0" rtlCol="0" anchor="t"/>
          <a:lstStyle/>
          <a:p>
            <a:pPr marL="123825" indent="-123825" defTabSz="1219170">
              <a:buClr>
                <a:schemeClr val="tx2"/>
              </a:buClr>
              <a:buFont typeface="Wingdings" pitchFamily="2" charset="2"/>
              <a:buChar char="§"/>
            </a:pPr>
            <a:r>
              <a:rPr lang="en-US" sz="1500" dirty="0">
                <a:solidFill>
                  <a:srgbClr val="333333"/>
                </a:solidFill>
                <a:latin typeface="HP Forma DJR Office" pitchFamily="2" charset="0"/>
                <a:ea typeface="Arial" pitchFamily="34" charset="-122"/>
                <a:cs typeface="Arial" pitchFamily="34" charset="-120"/>
              </a:rPr>
              <a:t>- Клієнт HP, федеральний інтегратор систем</a:t>
            </a:r>
          </a:p>
          <a:p>
            <a:pPr marL="123825" indent="-123825" defTabSz="1219170">
              <a:buClr>
                <a:schemeClr val="tx2"/>
              </a:buClr>
              <a:buFont typeface="Wingdings" pitchFamily="2" charset="2"/>
              <a:buChar char="§"/>
            </a:pPr>
            <a:endParaRPr lang="en-US" sz="1500" dirty="0">
              <a:solidFill>
                <a:prstClr val="black"/>
              </a:solidFill>
              <a:latin typeface="HP Forma DJR Office" pitchFamily="2" charset="0"/>
            </a:endParaRPr>
          </a:p>
          <a:p>
            <a:pPr marL="123825" indent="-123825" defTabSz="1219170">
              <a:buClr>
                <a:schemeClr val="tx2"/>
              </a:buClr>
              <a:buFont typeface="Wingdings" pitchFamily="2" charset="2"/>
              <a:buChar char="§"/>
            </a:pPr>
            <a:r>
              <a:rPr lang="en-US" sz="1500" dirty="0">
                <a:solidFill>
                  <a:srgbClr val="333333"/>
                </a:solidFill>
                <a:latin typeface="HP Forma DJR Office" pitchFamily="2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>
              <a:solidFill>
                <a:prstClr val="black"/>
              </a:solidFill>
              <a:latin typeface="HP Forma DJR Office" pitchFamily="2" charset="0"/>
            </a:endParaRPr>
          </a:p>
          <a:p>
            <a:pPr marL="123825" indent="-123825" defTabSz="1219170">
              <a:buClr>
                <a:schemeClr val="tx2"/>
              </a:buClr>
              <a:buFont typeface="Wingdings" pitchFamily="2" charset="2"/>
              <a:buChar char="§"/>
            </a:pPr>
            <a:endParaRPr lang="en-US" sz="1500" dirty="0">
              <a:solidFill>
                <a:prstClr val="black"/>
              </a:solidFill>
              <a:latin typeface="HP Forma DJR Office" pitchFamily="2" charset="0"/>
            </a:endParaRPr>
          </a:p>
        </p:txBody>
      </p:sp>
      <p:sp>
        <p:nvSpPr>
          <p:cNvPr id="20" name="Shape 16">
            <a:extLst>
              <a:ext uri="{FF2B5EF4-FFF2-40B4-BE49-F238E27FC236}">
                <a16:creationId xmlns:a16="http://schemas.microsoft.com/office/drawing/2014/main" id="{72D8A9CD-F385-115D-8994-F6D172E5F487}"/>
              </a:ext>
            </a:extLst>
          </p:cNvPr>
          <p:cNvSpPr/>
          <p:nvPr/>
        </p:nvSpPr>
        <p:spPr>
          <a:xfrm>
            <a:off x="457200" y="5137968"/>
            <a:ext cx="10728960" cy="670560"/>
          </a:xfrm>
          <a:prstGeom prst="rect">
            <a:avLst/>
          </a:prstGeom>
          <a:solidFill>
            <a:schemeClr val="tx2"/>
          </a:solidFill>
          <a:ln w="19050">
            <a:noFill/>
          </a:ln>
        </p:spPr>
        <p:txBody>
          <a:bodyPr/>
          <a:lstStyle/>
          <a:p>
            <a:pPr defTabSz="1219170"/>
            <a:endParaRPr lang="en-US" sz="2400">
              <a:solidFill>
                <a:schemeClr val="bg1"/>
              </a:solidFill>
              <a:latin typeface="HP Forma DJR Office" pitchFamily="2" charset="0"/>
            </a:endParaRPr>
          </a:p>
        </p:txBody>
      </p:sp>
      <p:sp>
        <p:nvSpPr>
          <p:cNvPr id="21" name="Text 17">
            <a:extLst>
              <a:ext uri="{FF2B5EF4-FFF2-40B4-BE49-F238E27FC236}">
                <a16:creationId xmlns:a16="http://schemas.microsoft.com/office/drawing/2014/main" id="{74DCCB8A-B889-3FC0-85C4-F7DBFC9CEFBE}"/>
              </a:ext>
            </a:extLst>
          </p:cNvPr>
          <p:cNvSpPr/>
          <p:nvPr/>
        </p:nvSpPr>
        <p:spPr>
          <a:xfrm>
            <a:off x="640080" y="5272151"/>
            <a:ext cx="103632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dirty="0">
                <a:solidFill>
                  <a:schemeClr val="bg1"/>
                </a:solidFill>
                <a:ea typeface="+mj-ea"/>
                <a:cs typeface="Arial" pitchFamily="34" charset="-120"/>
              </a:rPr>
              <a:t>"Витрати на висновок ШІ становлять близько 45 000 доларів США на квартал у Azure."</a:t>
            </a:r>
            <a:endParaRPr lang="en-US" dirty="0">
              <a:solidFill>
                <a:schemeClr val="bg1"/>
              </a:solidFill>
              <a:ea typeface="+mj-ea"/>
            </a:endParaRPr>
          </a:p>
        </p:txBody>
      </p:sp>
      <p:sp>
        <p:nvSpPr>
          <p:cNvPr id="2" name="Footer Placeholder 5">
            <a:extLst>
              <a:ext uri="{FF2B5EF4-FFF2-40B4-BE49-F238E27FC236}">
                <a16:creationId xmlns:a16="http://schemas.microsoft.com/office/drawing/2014/main" id="{3B6CDDB0-DF71-7D23-B7BC-6DB5CACD78F5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6396505" y="6316162"/>
            <a:ext cx="5339495" cy="107722"/>
          </a:xfrm>
        </p:spPr>
        <p:txBody>
          <a:bodyPr/>
          <a:lstStyle/>
          <a:p>
            <a:r>
              <a:rPr lang="en-US" dirty="0"/>
              <a:t>- Керівник з інновацій у сфері ШІ HP</a:t>
            </a:r>
          </a:p>
        </p:txBody>
      </p:sp>
    </p:spTree>
    <p:extLst>
      <p:ext uri="{BB962C8B-B14F-4D97-AF65-F5344CB8AC3E}">
        <p14:creationId xmlns:p14="http://schemas.microsoft.com/office/powerpoint/2010/main" val="2358378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771666-1A6A-4DDF-7250-85B83E36F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103F7-7C64-106B-9DC5-A98FE6A91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41471"/>
            <a:ext cx="11278800" cy="393300"/>
          </a:xfrm>
        </p:spPr>
        <p:txBody>
          <a:bodyPr/>
          <a:lstStyle/>
          <a:p>
            <a:r>
              <a:rPr lang="en-US" dirty="0"/>
              <a:t>Економіка ШІ: парадокс витрат</a:t>
            </a:r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6543B0C4-036C-07C4-8701-6FE705EC2AA5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6396505" y="6316162"/>
            <a:ext cx="5339495" cy="107722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HP Forma DJR Office" pitchFamily="2" charset="0"/>
              </a:rPr>
              <a:t>HP. Обмежений доступ. Тільки для внутрішнього використання HP.</a:t>
            </a: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FA932ED1-ACFE-4064-9915-4C877267C107}"/>
              </a:ext>
            </a:extLst>
          </p:cNvPr>
          <p:cNvSpPr/>
          <p:nvPr/>
        </p:nvSpPr>
        <p:spPr>
          <a:xfrm>
            <a:off x="457200" y="1228088"/>
            <a:ext cx="4998720" cy="1770344"/>
          </a:xfrm>
          <a:prstGeom prst="rect">
            <a:avLst/>
          </a:prstGeom>
          <a:solidFill>
            <a:srgbClr val="024AD8"/>
          </a:solidFill>
          <a:ln/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P Forma DJR Office" pitchFamily="2" charset="77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0D46C37-5FF5-F4DC-F5DE-8F26D40E454D}"/>
              </a:ext>
            </a:extLst>
          </p:cNvPr>
          <p:cNvSpPr/>
          <p:nvPr/>
        </p:nvSpPr>
        <p:spPr>
          <a:xfrm>
            <a:off x="457200" y="1303244"/>
            <a:ext cx="4998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6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P Forma DJR Office Medium" pitchFamily="2" charset="0"/>
                <a:ea typeface="Calibri" pitchFamily="34" charset="-122"/>
                <a:cs typeface="Calibri" pitchFamily="34" charset="-120"/>
              </a:rPr>
              <a:t>280×</a:t>
            </a:r>
            <a:endParaRPr kumimoji="0" lang="en-US" sz="6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P Forma DJR Office Medium" pitchFamily="2" charset="0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130B3A3-55E6-63A2-CCC3-666F285EB074}"/>
              </a:ext>
            </a:extLst>
          </p:cNvPr>
          <p:cNvSpPr/>
          <p:nvPr/>
        </p:nvSpPr>
        <p:spPr>
          <a:xfrm>
            <a:off x="457200" y="2151674"/>
            <a:ext cx="49987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67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P Forma DJR Office" pitchFamily="2" charset="77"/>
                <a:ea typeface="Calibri" pitchFamily="34" charset="-122"/>
                <a:cs typeface="Calibri" pitchFamily="34" charset="-120"/>
              </a:rPr>
              <a:t>Зниження ціни токена за 2 роки</a:t>
            </a:r>
            <a:endParaRPr kumimoji="0" lang="en-US" sz="1867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P Forma DJR Office" pitchFamily="2" charset="77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F2647D58-1A95-6524-DB1F-9338EAC656B8}"/>
              </a:ext>
            </a:extLst>
          </p:cNvPr>
          <p:cNvSpPr/>
          <p:nvPr/>
        </p:nvSpPr>
        <p:spPr>
          <a:xfrm>
            <a:off x="5943600" y="1228088"/>
            <a:ext cx="4998720" cy="1770344"/>
          </a:xfrm>
          <a:prstGeom prst="rect">
            <a:avLst/>
          </a:prstGeom>
          <a:solidFill>
            <a:srgbClr val="374151"/>
          </a:solidFill>
          <a:ln/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P Forma DJR Office" pitchFamily="2" charset="77"/>
            </a:endParaRPr>
          </a:p>
        </p:txBody>
      </p:sp>
      <p:sp>
        <p:nvSpPr>
          <p:cNvPr id="19" name="Text 5">
            <a:extLst>
              <a:ext uri="{FF2B5EF4-FFF2-40B4-BE49-F238E27FC236}">
                <a16:creationId xmlns:a16="http://schemas.microsoft.com/office/drawing/2014/main" id="{CCBE81B6-9738-2353-87A6-71A83655A299}"/>
              </a:ext>
            </a:extLst>
          </p:cNvPr>
          <p:cNvSpPr/>
          <p:nvPr/>
        </p:nvSpPr>
        <p:spPr>
          <a:xfrm>
            <a:off x="5943600" y="1303244"/>
            <a:ext cx="4998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6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P Forma DJR Office Medium" pitchFamily="2" charset="0"/>
                <a:ea typeface="Calibri" pitchFamily="34" charset="-122"/>
                <a:cs typeface="Calibri" pitchFamily="34" charset="-120"/>
              </a:rPr>
              <a:t>320%</a:t>
            </a:r>
            <a:endParaRPr kumimoji="0" lang="en-US" sz="6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P Forma DJR Office Medium" pitchFamily="2" charset="0"/>
            </a:endParaRPr>
          </a:p>
        </p:txBody>
      </p:sp>
      <p:sp>
        <p:nvSpPr>
          <p:cNvPr id="20" name="Text 6">
            <a:extLst>
              <a:ext uri="{FF2B5EF4-FFF2-40B4-BE49-F238E27FC236}">
                <a16:creationId xmlns:a16="http://schemas.microsoft.com/office/drawing/2014/main" id="{34FEF90F-2D40-5661-7BE7-F20E8819755F}"/>
              </a:ext>
            </a:extLst>
          </p:cNvPr>
          <p:cNvSpPr/>
          <p:nvPr/>
        </p:nvSpPr>
        <p:spPr>
          <a:xfrm>
            <a:off x="5943600" y="2151674"/>
            <a:ext cx="49987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67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P Forma DJR Office" pitchFamily="2" charset="77"/>
                <a:ea typeface="Calibri" pitchFamily="34" charset="-122"/>
                <a:cs typeface="Calibri" pitchFamily="34" charset="-120"/>
              </a:rPr>
              <a:t>Зростання витрат підприємств на ШІ</a:t>
            </a:r>
            <a:endParaRPr kumimoji="0" lang="en-US" sz="1867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P Forma DJR Office" pitchFamily="2" charset="77"/>
            </a:endParaRPr>
          </a:p>
        </p:txBody>
      </p:sp>
      <p:sp>
        <p:nvSpPr>
          <p:cNvPr id="21" name="Text 7">
            <a:extLst>
              <a:ext uri="{FF2B5EF4-FFF2-40B4-BE49-F238E27FC236}">
                <a16:creationId xmlns:a16="http://schemas.microsoft.com/office/drawing/2014/main" id="{2F2C0FDD-BFCF-8E83-F699-762370F508E9}"/>
              </a:ext>
            </a:extLst>
          </p:cNvPr>
          <p:cNvSpPr/>
          <p:nvPr/>
        </p:nvSpPr>
        <p:spPr>
          <a:xfrm>
            <a:off x="457199" y="3178807"/>
            <a:ext cx="1099158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P Forma DJR Office" pitchFamily="2" charset="0"/>
                <a:ea typeface="Calibri" pitchFamily="34" charset="-122"/>
                <a:cs typeface="Calibri" pitchFamily="34" charset="-120"/>
              </a:rPr>
              <a:t>Чому? Агенти робочих процесів, конвеєри RAG та постійно активні агенти споживають обчислювальні потужності з темпами, які ніхто не передбачав.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P Forma DJR Office" pitchFamily="2" charset="0"/>
            </a:endParaRPr>
          </a:p>
        </p:txBody>
      </p:sp>
      <p:sp>
        <p:nvSpPr>
          <p:cNvPr id="22" name="Shape 8">
            <a:extLst>
              <a:ext uri="{FF2B5EF4-FFF2-40B4-BE49-F238E27FC236}">
                <a16:creationId xmlns:a16="http://schemas.microsoft.com/office/drawing/2014/main" id="{4CDE4CDE-D3E5-4218-4AAD-0A5A6F7F80B1}"/>
              </a:ext>
            </a:extLst>
          </p:cNvPr>
          <p:cNvSpPr/>
          <p:nvPr/>
        </p:nvSpPr>
        <p:spPr>
          <a:xfrm>
            <a:off x="457200" y="4000933"/>
            <a:ext cx="10485120" cy="1584960"/>
          </a:xfrm>
          <a:prstGeom prst="rect">
            <a:avLst/>
          </a:prstGeom>
          <a:solidFill>
            <a:srgbClr val="F2F4F7"/>
          </a:solidFill>
          <a:ln/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P Forma DJR Office" pitchFamily="2" charset="77"/>
            </a:endParaRPr>
          </a:p>
        </p:txBody>
      </p:sp>
      <p:sp>
        <p:nvSpPr>
          <p:cNvPr id="23" name="Text 9">
            <a:extLst>
              <a:ext uri="{FF2B5EF4-FFF2-40B4-BE49-F238E27FC236}">
                <a16:creationId xmlns:a16="http://schemas.microsoft.com/office/drawing/2014/main" id="{050C5DB1-8542-9D47-57BE-CCB002E1FC4B}"/>
              </a:ext>
            </a:extLst>
          </p:cNvPr>
          <p:cNvSpPr/>
          <p:nvPr/>
        </p:nvSpPr>
        <p:spPr>
          <a:xfrm>
            <a:off x="701040" y="4167942"/>
            <a:ext cx="9997440" cy="134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P Forma DJR Office Medium" pitchFamily="2" charset="0"/>
                <a:ea typeface="Calibri" pitchFamily="34" charset="-122"/>
                <a:cs typeface="Calibri" pitchFamily="34" charset="-120"/>
              </a:rPr>
              <a:t>OpenAI: Прогнозується збиток у розмірі $14 млрд у 2026 році. Витрачає $2,25 на кожен зароблений $1.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P Forma DJR Office" pitchFamily="2" charset="77"/>
                <a:ea typeface="Calibri" pitchFamily="34" charset="-122"/>
                <a:cs typeface="Calibri" pitchFamily="34" charset="-120"/>
              </a:rPr>
              <a:t/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P Forma DJR Office" pitchFamily="2" charset="77"/>
            </a:endParaRPr>
          </a:p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P Forma DJR Office" pitchFamily="2" charset="77"/>
                <a:ea typeface="Calibri" pitchFamily="34" charset="-122"/>
                <a:cs typeface="Calibri" pitchFamily="34" charset="-120"/>
              </a:rPr>
              <a:t>Anthropic: Понад $10 млрд витрачено на інференс та навчання проти $5 млрд сукупного доходу за весь час існування.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P Forma DJR Office" pitchFamily="2" charset="77"/>
                <a:ea typeface="Calibri" pitchFamily="34" charset="-122"/>
                <a:cs typeface="Calibri" pitchFamily="34" charset="-120"/>
              </a:rPr>
              <a:t/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P Forma DJR Office" pitchFamily="2" charset="77"/>
            </a:endParaRPr>
          </a:p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P Forma DJR Office" pitchFamily="2" charset="77"/>
                <a:ea typeface="Calibri" pitchFamily="34" charset="-122"/>
                <a:cs typeface="Calibri" pitchFamily="34" charset="-120"/>
              </a:rPr>
              <a:t>GitHub Copilot: Призупинив нову реєстрацію на плани Pro, Pro+ та Student у квітні 2026 року.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P Forma DJR Office" pitchFamily="2" charset="77"/>
                <a:ea typeface="Calibri" pitchFamily="34" charset="-122"/>
                <a:cs typeface="Calibri" pitchFamily="34" charset="-120"/>
              </a:rPr>
              <a:t/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P Forma DJR Office" pitchFamily="2" charset="77"/>
            </a:endParaRPr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7AEE697D-04F5-D8B0-AF17-AD4ACE466872}"/>
              </a:ext>
            </a:extLst>
          </p:cNvPr>
          <p:cNvSpPr/>
          <p:nvPr/>
        </p:nvSpPr>
        <p:spPr>
          <a:xfrm>
            <a:off x="914400" y="6023886"/>
            <a:ext cx="103632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HP Forma DJR Office" pitchFamily="2" charset="77"/>
                <a:ea typeface="Calibri" pitchFamily="34" charset="-122"/>
                <a:cs typeface="Calibri" pitchFamily="34" charset="-120"/>
              </a:rPr>
              <a:t>Джерело: Product Impact, «Безкоштовний проїзд закінчився», квітень 2026 р. | Fortune, листопад 2025 р. | The Register, квітень 2026 р. productimpactpod.com/news/ai-economics-most-important-strategy-decision</a:t>
            </a:r>
            <a:b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HP Forma DJR Office" pitchFamily="2" charset="77"/>
                <a:ea typeface="Calibri" pitchFamily="34" charset="-122"/>
                <a:cs typeface="Calibri" pitchFamily="34" charset="-120"/>
              </a:rPr>
            </a:b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HP Forma DJR Office" pitchFamily="2" charset="77"/>
                <a:ea typeface="Calibri" pitchFamily="34" charset="-122"/>
                <a:cs typeface="Calibri" pitchFamily="34" charset="-120"/>
              </a:rPr>
              <a:t/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P Forma DJR Office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930882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07B642-DB97-1FC6-B9A5-3814856409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AAC080F-EE7F-CA78-E9B7-2BC69C185B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41471"/>
            <a:ext cx="11278800" cy="393300"/>
          </a:xfrm>
        </p:spPr>
        <p:txBody>
          <a:bodyPr/>
          <a:lstStyle/>
          <a:p>
            <a:r>
              <a:rPr lang="en-US" dirty="0"/>
              <a:t>Ключові характеристики та специфікації HP ZGX Fury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D220A78-3674-0715-ECA3-2F032EA55C4A}"/>
              </a:ext>
            </a:extLst>
          </p:cNvPr>
          <p:cNvSpPr/>
          <p:nvPr/>
        </p:nvSpPr>
        <p:spPr>
          <a:xfrm>
            <a:off x="457200" y="1017082"/>
            <a:ext cx="3535680" cy="853440"/>
          </a:xfrm>
          <a:prstGeom prst="rect">
            <a:avLst/>
          </a:prstGeom>
          <a:noFill/>
          <a:ln/>
        </p:spPr>
        <p:txBody>
          <a:bodyPr wrap="square" lIns="0" rtlCol="0" anchor="ctr"/>
          <a:lstStyle/>
          <a:p>
            <a:pPr defTabSz="1219170"/>
            <a:r>
              <a:rPr lang="en-US" sz="4800" dirty="0">
                <a:latin typeface="+mj-lt"/>
                <a:ea typeface="Arial Black" pitchFamily="34" charset="-122"/>
                <a:cs typeface="Arial Black" pitchFamily="34" charset="-120"/>
              </a:rPr>
              <a:t>748 ГБ</a:t>
            </a:r>
            <a:endParaRPr lang="en-US" sz="4800" dirty="0">
              <a:latin typeface="+mj-lt"/>
            </a:endParaRPr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E4113D2C-DC2E-8B13-2209-5E1CFCF1A1CD}"/>
              </a:ext>
            </a:extLst>
          </p:cNvPr>
          <p:cNvSpPr/>
          <p:nvPr/>
        </p:nvSpPr>
        <p:spPr>
          <a:xfrm>
            <a:off x="533216" y="1721880"/>
            <a:ext cx="3535680" cy="426720"/>
          </a:xfrm>
          <a:prstGeom prst="rect">
            <a:avLst/>
          </a:prstGeom>
          <a:noFill/>
          <a:ln/>
        </p:spPr>
        <p:txBody>
          <a:bodyPr wrap="square" lIns="0" rtlCol="0" anchor="ctr"/>
          <a:lstStyle/>
          <a:p>
            <a:pPr defTabSz="1219170"/>
            <a:r>
              <a:rPr lang="en-US" sz="1600" dirty="0">
                <a:solidFill>
                  <a:srgbClr val="666666"/>
                </a:solidFill>
                <a:latin typeface="HP Forma DJR Office" pitchFamily="2" charset="0"/>
                <a:ea typeface="Arial" pitchFamily="34" charset="-122"/>
                <a:cs typeface="Arial" pitchFamily="34" charset="-120"/>
              </a:rPr>
              <a:t>Когерентна пам'ять</a:t>
            </a:r>
            <a:endParaRPr lang="en-US" sz="1600" dirty="0">
              <a:solidFill>
                <a:prstClr val="black"/>
              </a:solidFill>
              <a:latin typeface="HP Forma DJR Office" pitchFamily="2" charset="0"/>
            </a:endParaRPr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7480BA2B-9EE2-7806-DFDB-7DE379CDCDD4}"/>
              </a:ext>
            </a:extLst>
          </p:cNvPr>
          <p:cNvSpPr/>
          <p:nvPr/>
        </p:nvSpPr>
        <p:spPr>
          <a:xfrm>
            <a:off x="4129856" y="1020220"/>
            <a:ext cx="3535680" cy="853440"/>
          </a:xfrm>
          <a:prstGeom prst="rect">
            <a:avLst/>
          </a:prstGeom>
          <a:noFill/>
          <a:ln/>
        </p:spPr>
        <p:txBody>
          <a:bodyPr wrap="square" lIns="0" rtlCol="0" anchor="ctr"/>
          <a:lstStyle/>
          <a:p>
            <a:pPr defTabSz="1219170"/>
            <a:r>
              <a:rPr lang="en-US" sz="4800">
                <a:latin typeface="+mj-lt"/>
                <a:ea typeface="Arial Black" pitchFamily="34" charset="-122"/>
                <a:cs typeface="Arial Black" pitchFamily="34" charset="-120"/>
              </a:rPr>
              <a:t>GB300</a:t>
            </a:r>
            <a:endParaRPr lang="en-US" sz="4800">
              <a:latin typeface="+mj-lt"/>
            </a:endParaRPr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7B250E6C-CE75-15AB-9DC9-63D4E904E16E}"/>
              </a:ext>
            </a:extLst>
          </p:cNvPr>
          <p:cNvSpPr/>
          <p:nvPr/>
        </p:nvSpPr>
        <p:spPr>
          <a:xfrm>
            <a:off x="4129856" y="1669212"/>
            <a:ext cx="3535680" cy="426720"/>
          </a:xfrm>
          <a:prstGeom prst="rect">
            <a:avLst/>
          </a:prstGeom>
          <a:noFill/>
          <a:ln/>
        </p:spPr>
        <p:txBody>
          <a:bodyPr wrap="square" lIns="0" rtlCol="0" anchor="ctr"/>
          <a:lstStyle/>
          <a:p>
            <a:pPr defTabSz="1219170"/>
            <a:r>
              <a:rPr lang="en-US" sz="1600" dirty="0">
                <a:solidFill>
                  <a:srgbClr val="666666"/>
                </a:solidFill>
                <a:latin typeface="HP Forma DJR Office" pitchFamily="2" charset="0"/>
                <a:ea typeface="Arial" pitchFamily="34" charset="-122"/>
                <a:cs typeface="Arial" pitchFamily="34" charset="-120"/>
              </a:rPr>
              <a:t>NVIDIA Blackwell Ultra</a:t>
            </a:r>
            <a:endParaRPr lang="en-US" sz="1600" dirty="0">
              <a:solidFill>
                <a:prstClr val="black"/>
              </a:solidFill>
              <a:latin typeface="HP Forma DJR Office" pitchFamily="2" charset="0"/>
            </a:endParaRPr>
          </a:p>
        </p:txBody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C69B2E32-87BC-9C57-6930-56F18AB300BA}"/>
              </a:ext>
            </a:extLst>
          </p:cNvPr>
          <p:cNvSpPr/>
          <p:nvPr/>
        </p:nvSpPr>
        <p:spPr>
          <a:xfrm>
            <a:off x="7878896" y="1010135"/>
            <a:ext cx="3535680" cy="853440"/>
          </a:xfrm>
          <a:prstGeom prst="rect">
            <a:avLst/>
          </a:prstGeom>
          <a:noFill/>
          <a:ln/>
        </p:spPr>
        <p:txBody>
          <a:bodyPr wrap="square" lIns="0" rtlCol="0" anchor="ctr"/>
          <a:lstStyle/>
          <a:p>
            <a:pPr defTabSz="1219170"/>
            <a:r>
              <a:rPr lang="en-US" sz="4800">
                <a:latin typeface="+mj-lt"/>
                <a:ea typeface="Arial Black" pitchFamily="34" charset="-122"/>
                <a:cs typeface="Arial Black" pitchFamily="34" charset="-120"/>
              </a:rPr>
              <a:t>72 ядра</a:t>
            </a:r>
            <a:endParaRPr lang="en-US" sz="4800">
              <a:latin typeface="+mj-lt"/>
            </a:endParaRPr>
          </a:p>
        </p:txBody>
      </p:sp>
      <p:sp>
        <p:nvSpPr>
          <p:cNvPr id="15" name="Text 7">
            <a:extLst>
              <a:ext uri="{FF2B5EF4-FFF2-40B4-BE49-F238E27FC236}">
                <a16:creationId xmlns:a16="http://schemas.microsoft.com/office/drawing/2014/main" id="{CBF221D8-5765-C3A4-EB0F-714526D179F7}"/>
              </a:ext>
            </a:extLst>
          </p:cNvPr>
          <p:cNvSpPr/>
          <p:nvPr/>
        </p:nvSpPr>
        <p:spPr>
          <a:xfrm>
            <a:off x="7878896" y="1647025"/>
            <a:ext cx="3535680" cy="426720"/>
          </a:xfrm>
          <a:prstGeom prst="rect">
            <a:avLst/>
          </a:prstGeom>
          <a:noFill/>
          <a:ln/>
        </p:spPr>
        <p:txBody>
          <a:bodyPr wrap="square" lIns="0" rtlCol="0" anchor="ctr"/>
          <a:lstStyle/>
          <a:p>
            <a:pPr defTabSz="1219170"/>
            <a:r>
              <a:rPr lang="en-US" sz="1600" dirty="0">
                <a:solidFill>
                  <a:srgbClr val="666666"/>
                </a:solidFill>
                <a:latin typeface="HP Forma DJR Office" pitchFamily="2" charset="0"/>
                <a:ea typeface="Arial" pitchFamily="34" charset="-122"/>
                <a:cs typeface="Arial" pitchFamily="34" charset="-120"/>
              </a:rPr>
              <a:t>Процесор на архітектурі ARM</a:t>
            </a:r>
            <a:endParaRPr lang="en-US" sz="1600" dirty="0">
              <a:solidFill>
                <a:prstClr val="black"/>
              </a:solidFill>
              <a:latin typeface="HP Forma DJR Office" pitchFamily="2" charset="0"/>
            </a:endParaRPr>
          </a:p>
        </p:txBody>
      </p:sp>
      <p:graphicFrame>
        <p:nvGraphicFramePr>
          <p:cNvPr id="16" name="Table 0">
            <a:extLst>
              <a:ext uri="{FF2B5EF4-FFF2-40B4-BE49-F238E27FC236}">
                <a16:creationId xmlns:a16="http://schemas.microsoft.com/office/drawing/2014/main" id="{A2EBBDAB-DA75-5F51-8E12-71D47E3AA3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6779621"/>
              </p:ext>
            </p:extLst>
          </p:nvPr>
        </p:nvGraphicFramePr>
        <p:xfrm>
          <a:off x="533216" y="2412783"/>
          <a:ext cx="10728960" cy="3413760"/>
        </p:xfrm>
        <a:graphic>
          <a:graphicData uri="http://schemas.openxmlformats.org/drawingml/2006/table">
            <a:tbl>
              <a:tblPr/>
              <a:tblGrid>
                <a:gridCol w="2682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46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0" dirty="0"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Arial" pitchFamily="34" charset="-120"/>
                        </a:rPr>
                        <a:t>Компонент</a:t>
                      </a:r>
                      <a:endParaRPr lang="en-US" sz="1500" b="0" dirty="0">
                        <a:solidFill>
                          <a:schemeClr val="bg1"/>
                        </a:solidFill>
                        <a:latin typeface="+mj-ea"/>
                        <a:ea typeface="+mj-ea"/>
                        <a:cs typeface="Arial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0" dirty="0"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Arial" pitchFamily="34" charset="-120"/>
                        </a:rPr>
                        <a:t>Специфікація</a:t>
                      </a:r>
                      <a:endParaRPr lang="en-US" sz="1500" b="0" dirty="0">
                        <a:solidFill>
                          <a:schemeClr val="bg1"/>
                        </a:solidFill>
                        <a:latin typeface="+mj-ea"/>
                        <a:ea typeface="+mj-ea"/>
                        <a:cs typeface="Arial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0" dirty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Arial" pitchFamily="34" charset="-120"/>
                        </a:rPr>
                        <a:t>GPU</a:t>
                      </a:r>
                      <a:endParaRPr lang="en-US" sz="1500" b="0" dirty="0">
                        <a:latin typeface="+mj-ea"/>
                        <a:ea typeface="+mj-ea"/>
                        <a:cs typeface="Arial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HP Forma DJR Office" pitchFamily="2" charset="77"/>
                          <a:ea typeface="Arial" pitchFamily="34" charset="-122"/>
                          <a:cs typeface="Arial" pitchFamily="34" charset="-120"/>
                        </a:rPr>
                        <a:t>1x NVIDIA Blackwell Ultra</a:t>
                      </a:r>
                      <a:endParaRPr lang="en-US" sz="1500" dirty="0">
                        <a:latin typeface="HP Forma DJR Office" pitchFamily="2" charset="77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0" dirty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Arial" pitchFamily="34" charset="-120"/>
                        </a:rPr>
                        <a:t>Процесор</a:t>
                      </a:r>
                      <a:endParaRPr lang="en-US" sz="1500" b="0" dirty="0">
                        <a:latin typeface="+mj-ea"/>
                        <a:ea typeface="+mj-ea"/>
                        <a:cs typeface="Arial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HP Forma DJR Office" pitchFamily="2" charset="77"/>
                          <a:ea typeface="Arial" pitchFamily="34" charset="-122"/>
                          <a:cs typeface="Arial" pitchFamily="34" charset="-120"/>
                        </a:rPr>
                        <a:t>1x Grace-72 Core Neoverse V2</a:t>
                      </a:r>
                      <a:endParaRPr lang="en-US" sz="1500" dirty="0">
                        <a:latin typeface="HP Forma DJR Office" pitchFamily="2" charset="77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0" dirty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Arial" pitchFamily="34" charset="-120"/>
                        </a:rPr>
                        <a:t>Пам'ять</a:t>
                      </a:r>
                      <a:endParaRPr lang="en-US" sz="1500" b="0" dirty="0">
                        <a:latin typeface="+mj-ea"/>
                        <a:ea typeface="+mj-ea"/>
                        <a:cs typeface="Arial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HP Forma DJR Office" pitchFamily="2" charset="77"/>
                          <a:ea typeface="Arial" pitchFamily="34" charset="-122"/>
                          <a:cs typeface="Arial" pitchFamily="34" charset="-120"/>
                        </a:rPr>
                        <a:t>252 ГБ HBM3e (7,1 ТБ/с) + 496 ГБ LPDDR5X (396 ГБ/с)</a:t>
                      </a:r>
                      <a:endParaRPr lang="en-US" sz="1500" dirty="0">
                        <a:latin typeface="HP Forma DJR Office" pitchFamily="2" charset="77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0" dirty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Arial" pitchFamily="34" charset="-120"/>
                        </a:rPr>
                        <a:t>Накопичувач</a:t>
                      </a:r>
                      <a:endParaRPr lang="en-US" sz="1500" b="0" dirty="0">
                        <a:latin typeface="+mj-ea"/>
                        <a:ea typeface="+mj-ea"/>
                        <a:cs typeface="Arial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HP Forma DJR Office" pitchFamily="2" charset="77"/>
                          <a:ea typeface="Arial" pitchFamily="34" charset="-122"/>
                          <a:cs typeface="Arial" pitchFamily="34" charset="-120"/>
                        </a:rPr>
                        <a:t>2x PCIe Gen5 M.2 (ОС) + 2x PCIe Gen6 M.2 (дані)</a:t>
                      </a:r>
                      <a:endParaRPr lang="en-US" sz="1500" dirty="0">
                        <a:latin typeface="HP Forma DJR Office" pitchFamily="2" charset="77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0" dirty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Arial" pitchFamily="34" charset="-120"/>
                        </a:rPr>
                        <a:t>Мережа</a:t>
                      </a:r>
                      <a:endParaRPr lang="en-US" sz="1500" b="0" dirty="0">
                        <a:latin typeface="+mj-ea"/>
                        <a:ea typeface="+mj-ea"/>
                        <a:cs typeface="Arial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HP Forma DJR Office" pitchFamily="2" charset="77"/>
                          <a:ea typeface="Arial" pitchFamily="34" charset="-122"/>
                          <a:cs typeface="Arial" pitchFamily="34" charset="-120"/>
                        </a:rPr>
                        <a:t>ConnectX-8 SuperNIC, загальна пропускна здатність 800 Гбіт/с</a:t>
                      </a:r>
                      <a:r>
                        <a:rPr lang="en-US" sz="1500" dirty="0" err="1">
                          <a:solidFill>
                            <a:srgbClr val="000000"/>
                          </a:solidFill>
                          <a:latin typeface="HP Forma DJR Office" pitchFamily="2" charset="77"/>
                          <a:ea typeface="Arial" pitchFamily="34" charset="-122"/>
                          <a:cs typeface="Arial" pitchFamily="34" charset="-120"/>
                        </a:rPr>
                        <a:t/>
                      </a:r>
                      <a:r>
                        <a:rPr lang="en-US" sz="1500" dirty="0">
                          <a:solidFill>
                            <a:srgbClr val="000000"/>
                          </a:solidFill>
                          <a:latin typeface="HP Forma DJR Office" pitchFamily="2" charset="77"/>
                          <a:ea typeface="Arial" pitchFamily="34" charset="-122"/>
                          <a:cs typeface="Arial" pitchFamily="34" charset="-120"/>
                        </a:rPr>
                        <a:t/>
                      </a:r>
                      <a:endParaRPr lang="en-US" sz="1500" dirty="0">
                        <a:latin typeface="HP Forma DJR Office" pitchFamily="2" charset="77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0" dirty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Arial" pitchFamily="34" charset="-120"/>
                        </a:rPr>
                        <a:t>Форм-фактор</a:t>
                      </a:r>
                      <a:endParaRPr lang="en-US" sz="1500" b="0" dirty="0">
                        <a:latin typeface="+mj-ea"/>
                        <a:ea typeface="+mj-ea"/>
                        <a:cs typeface="Arial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HP Forma DJR Office" pitchFamily="2" charset="77"/>
                          <a:ea typeface="Arial" pitchFamily="34" charset="-122"/>
                          <a:cs typeface="Arial" pitchFamily="34" charset="-120"/>
                        </a:rPr>
                        <a:t>Конвертована баштова або стійкова (5U) конфігурація, рідинне охолодження, 1600 Вт (20 А)</a:t>
                      </a:r>
                      <a:endParaRPr lang="en-US" sz="1500" dirty="0">
                        <a:latin typeface="HP Forma DJR Office" pitchFamily="2" charset="77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0" dirty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Arial" pitchFamily="34" charset="-120"/>
                        </a:rPr>
                        <a:t>Доступність</a:t>
                      </a:r>
                      <a:endParaRPr lang="en-US" sz="1500" b="0" dirty="0">
                        <a:latin typeface="+mj-ea"/>
                        <a:ea typeface="+mj-ea"/>
                        <a:cs typeface="Arial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HP Forma DJR Office" pitchFamily="2" charset="77"/>
                          <a:ea typeface="Arial" pitchFamily="34" charset="-122"/>
                          <a:cs typeface="Arial" pitchFamily="34" charset="-120"/>
                        </a:rPr>
                        <a:t>Серпень 2026 року</a:t>
                      </a:r>
                      <a:endParaRPr lang="en-US" sz="1500" dirty="0">
                        <a:latin typeface="HP Forma DJR Office" pitchFamily="2" charset="77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3" name="Footer Placeholder 5">
            <a:extLst>
              <a:ext uri="{FF2B5EF4-FFF2-40B4-BE49-F238E27FC236}">
                <a16:creationId xmlns:a16="http://schemas.microsoft.com/office/drawing/2014/main" id="{7B2F853A-A4C2-D0A9-C16F-09F15DC90169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6396505" y="6316162"/>
            <a:ext cx="5339495" cy="107722"/>
          </a:xfrm>
        </p:spPr>
        <p:txBody>
          <a:bodyPr/>
          <a:lstStyle/>
          <a:p>
            <a:r>
              <a:rPr lang="en-US" dirty="0"/>
              <a:t>HP Restricted. Виключно для внутрішнього використання HP.</a:t>
            </a:r>
          </a:p>
        </p:txBody>
      </p:sp>
    </p:spTree>
    <p:extLst>
      <p:ext uri="{BB962C8B-B14F-4D97-AF65-F5344CB8AC3E}">
        <p14:creationId xmlns:p14="http://schemas.microsoft.com/office/powerpoint/2010/main" val="3842720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006FE3-D0E4-3BD9-4CD5-D76A260DE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BDA4510-C1C1-57B8-9D3F-29318BB75E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41471"/>
            <a:ext cx="11278800" cy="393300"/>
          </a:xfrm>
        </p:spPr>
        <p:txBody>
          <a:bodyPr/>
          <a:lstStyle/>
          <a:p>
            <a:r>
              <a:rPr lang="en-US" dirty="0"/>
              <a:t>Що відрізняє HP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FE4CB42-DB52-4D3E-02A6-9FF77E40C99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834770"/>
            <a:ext cx="11278800" cy="295967"/>
          </a:xfrm>
        </p:spPr>
        <p:txBody>
          <a:bodyPr/>
          <a:lstStyle/>
          <a:p>
            <a:r>
              <a:rPr lang="en-US" dirty="0"/>
              <a:t>Однаковий чіп NVIDIA. Інший підхід до програмного забезпечення та підтримки.</a:t>
            </a:r>
          </a:p>
          <a:p>
            <a:endParaRPr lang="en-US" dirty="0"/>
          </a:p>
        </p:txBody>
      </p:sp>
      <p:sp>
        <p:nvSpPr>
          <p:cNvPr id="20" name="Shape 16">
            <a:extLst>
              <a:ext uri="{FF2B5EF4-FFF2-40B4-BE49-F238E27FC236}">
                <a16:creationId xmlns:a16="http://schemas.microsoft.com/office/drawing/2014/main" id="{1D7BA1AC-F0C5-5673-4563-A17B0B996366}"/>
              </a:ext>
            </a:extLst>
          </p:cNvPr>
          <p:cNvSpPr/>
          <p:nvPr/>
        </p:nvSpPr>
        <p:spPr>
          <a:xfrm>
            <a:off x="457200" y="5211191"/>
            <a:ext cx="10728960" cy="718360"/>
          </a:xfrm>
          <a:prstGeom prst="rect">
            <a:avLst/>
          </a:prstGeom>
          <a:solidFill>
            <a:schemeClr val="tx2"/>
          </a:solidFill>
          <a:ln w="19050">
            <a:noFill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HP Forma DJR Office" pitchFamily="2" charset="0"/>
            </a:endParaRPr>
          </a:p>
        </p:txBody>
      </p:sp>
      <p:sp>
        <p:nvSpPr>
          <p:cNvPr id="21" name="Text 17">
            <a:extLst>
              <a:ext uri="{FF2B5EF4-FFF2-40B4-BE49-F238E27FC236}">
                <a16:creationId xmlns:a16="http://schemas.microsoft.com/office/drawing/2014/main" id="{5DDC7F2B-E305-DF4D-84E8-37AA05EAAC48}"/>
              </a:ext>
            </a:extLst>
          </p:cNvPr>
          <p:cNvSpPr/>
          <p:nvPr/>
        </p:nvSpPr>
        <p:spPr>
          <a:xfrm>
            <a:off x="996874" y="5285598"/>
            <a:ext cx="9579685" cy="426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defTabSz="1219170">
              <a:lnSpc>
                <a:spcPts val="1960"/>
              </a:lnSpc>
            </a:pPr>
            <a:r>
              <a:rPr lang="en-US" dirty="0">
                <a:solidFill>
                  <a:schemeClr val="bg1"/>
                </a:solidFill>
                <a:ea typeface="+mj-ea"/>
                <a:cs typeface="Arial" pitchFamily="34" charset="-120"/>
              </a:rPr>
              <a:t>HP надає вам чіп і не втручається у вашу роботу — без рівнів ліцензування, без різких стрибків цін у виробництві, без залежності від програмного забезпечення постачальника.</a:t>
            </a:r>
          </a:p>
          <a:p>
            <a:pPr algn="ctr" defTabSz="1219170">
              <a:lnSpc>
                <a:spcPts val="1960"/>
              </a:lnSpc>
            </a:pPr>
            <a:endParaRPr lang="en-US" dirty="0">
              <a:solidFill>
                <a:schemeClr val="bg1"/>
              </a:solidFill>
              <a:ea typeface="+mj-ea"/>
              <a:cs typeface="Arial" pitchFamily="34" charset="-120"/>
            </a:endParaRPr>
          </a:p>
        </p:txBody>
      </p:sp>
      <p:sp>
        <p:nvSpPr>
          <p:cNvPr id="2" name="Shape 3">
            <a:extLst>
              <a:ext uri="{FF2B5EF4-FFF2-40B4-BE49-F238E27FC236}">
                <a16:creationId xmlns:a16="http://schemas.microsoft.com/office/drawing/2014/main" id="{631BA704-AE9A-F595-0F89-757C8D08E247}"/>
              </a:ext>
            </a:extLst>
          </p:cNvPr>
          <p:cNvSpPr/>
          <p:nvPr/>
        </p:nvSpPr>
        <p:spPr>
          <a:xfrm>
            <a:off x="457200" y="1431671"/>
            <a:ext cx="5120640" cy="1706880"/>
          </a:xfrm>
          <a:prstGeom prst="rect">
            <a:avLst/>
          </a:prstGeom>
          <a:solidFill>
            <a:srgbClr val="F5F5F5"/>
          </a:solidFill>
          <a:ln/>
        </p:spPr>
        <p:txBody>
          <a:bodyPr lIns="0"/>
          <a:lstStyle/>
          <a:p>
            <a:pPr defTabSz="1219170"/>
            <a:endParaRPr sz="2400">
              <a:solidFill>
                <a:prstClr val="black"/>
              </a:solidFill>
              <a:latin typeface="HP Forma DJR Office" pitchFamily="2" charset="0"/>
            </a:endParaRPr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73FA02D6-433D-A203-9CE9-069238DC3A4E}"/>
              </a:ext>
            </a:extLst>
          </p:cNvPr>
          <p:cNvSpPr/>
          <p:nvPr/>
        </p:nvSpPr>
        <p:spPr>
          <a:xfrm>
            <a:off x="640080" y="1513250"/>
            <a:ext cx="3657600" cy="426720"/>
          </a:xfrm>
          <a:prstGeom prst="rect">
            <a:avLst/>
          </a:prstGeom>
          <a:noFill/>
          <a:ln/>
        </p:spPr>
        <p:txBody>
          <a:bodyPr wrap="square" lIns="0" rtlCol="0" anchor="ctr"/>
          <a:lstStyle/>
          <a:p>
            <a:pPr defTabSz="1219170"/>
            <a:r>
              <a:rPr lang="en-US" dirty="0">
                <a:solidFill>
                  <a:srgbClr val="000000"/>
                </a:solidFill>
                <a:latin typeface="+mj-lt"/>
                <a:ea typeface="Arial" pitchFamily="34" charset="-122"/>
                <a:cs typeface="Arial" pitchFamily="34" charset="-120"/>
              </a:rPr>
              <a:t>ZGX Toolkit</a:t>
            </a:r>
            <a:endParaRPr lang="en-US" dirty="0">
              <a:solidFill>
                <a:prstClr val="black"/>
              </a:solidFill>
              <a:latin typeface="+mj-lt"/>
            </a:endParaRPr>
          </a:p>
        </p:txBody>
      </p:sp>
      <p:sp>
        <p:nvSpPr>
          <p:cNvPr id="4" name="Shape 5">
            <a:extLst>
              <a:ext uri="{FF2B5EF4-FFF2-40B4-BE49-F238E27FC236}">
                <a16:creationId xmlns:a16="http://schemas.microsoft.com/office/drawing/2014/main" id="{8C22914F-FCF9-1E3E-B8E9-81D4B5A235AF}"/>
              </a:ext>
            </a:extLst>
          </p:cNvPr>
          <p:cNvSpPr/>
          <p:nvPr/>
        </p:nvSpPr>
        <p:spPr>
          <a:xfrm>
            <a:off x="640080" y="1980311"/>
            <a:ext cx="1828800" cy="304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lIns="0"/>
          <a:lstStyle/>
          <a:p>
            <a:pPr defTabSz="1219170"/>
            <a:endParaRPr sz="2400">
              <a:latin typeface="HP Forma DJR Office" pitchFamily="2" charset="0"/>
            </a:endParaRPr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8204F379-0084-AF39-82FB-35A7F948690D}"/>
              </a:ext>
            </a:extLst>
          </p:cNvPr>
          <p:cNvSpPr/>
          <p:nvPr/>
        </p:nvSpPr>
        <p:spPr>
          <a:xfrm>
            <a:off x="754828" y="2004695"/>
            <a:ext cx="1219200" cy="243840"/>
          </a:xfrm>
          <a:prstGeom prst="rect">
            <a:avLst/>
          </a:prstGeom>
          <a:noFill/>
          <a:ln/>
        </p:spPr>
        <p:txBody>
          <a:bodyPr wrap="square" lIns="0" rtlCol="0" anchor="ctr"/>
          <a:lstStyle/>
          <a:p>
            <a:pPr defTabSz="1219170"/>
            <a:r>
              <a:rPr lang="en-US" sz="1200" dirty="0">
                <a:solidFill>
                  <a:schemeClr val="bg1"/>
                </a:solidFill>
                <a:ea typeface="Arial" pitchFamily="34" charset="-122"/>
                <a:cs typeface="Arial" pitchFamily="34" charset="-120"/>
              </a:rPr>
              <a:t>Безкоштовно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0282DBA6-4B0D-401E-FFF5-F4DF6053F682}"/>
              </a:ext>
            </a:extLst>
          </p:cNvPr>
          <p:cNvSpPr/>
          <p:nvPr/>
        </p:nvSpPr>
        <p:spPr>
          <a:xfrm>
            <a:off x="640080" y="2356089"/>
            <a:ext cx="4738744" cy="609600"/>
          </a:xfrm>
          <a:prstGeom prst="rect">
            <a:avLst/>
          </a:prstGeom>
          <a:noFill/>
          <a:ln/>
        </p:spPr>
        <p:txBody>
          <a:bodyPr wrap="square" lIns="0" rtlCol="0" anchor="t"/>
          <a:lstStyle/>
          <a:p>
            <a:pPr defTabSz="1219170"/>
            <a:r>
              <a:rPr lang="en-US" sz="1300" dirty="0">
                <a:latin typeface="HP Forma DJR Office" pitchFamily="2" charset="0"/>
                <a:ea typeface="Arial" pitchFamily="34" charset="-122"/>
                <a:cs typeface="Arial" pitchFamily="34" charset="-120"/>
              </a:rPr>
              <a:t>Уникайте пекла залежностей. Відкритий стек. Продуктивність з першого дня. Відсутність прив'язки до постачальника.</a:t>
            </a:r>
            <a:endParaRPr lang="en-US" sz="1300" dirty="0">
              <a:latin typeface="HP Forma DJR Office" pitchFamily="2" charset="0"/>
            </a:endParaRPr>
          </a:p>
        </p:txBody>
      </p:sp>
      <p:sp>
        <p:nvSpPr>
          <p:cNvPr id="9" name="Shape 8">
            <a:extLst>
              <a:ext uri="{FF2B5EF4-FFF2-40B4-BE49-F238E27FC236}">
                <a16:creationId xmlns:a16="http://schemas.microsoft.com/office/drawing/2014/main" id="{C5256C83-521F-34F0-DCBC-23F09D6E5545}"/>
              </a:ext>
            </a:extLst>
          </p:cNvPr>
          <p:cNvSpPr/>
          <p:nvPr/>
        </p:nvSpPr>
        <p:spPr>
          <a:xfrm>
            <a:off x="6065520" y="1431671"/>
            <a:ext cx="5120640" cy="1706880"/>
          </a:xfrm>
          <a:prstGeom prst="rect">
            <a:avLst/>
          </a:prstGeom>
          <a:solidFill>
            <a:srgbClr val="F5F5F5"/>
          </a:solidFill>
          <a:ln/>
        </p:spPr>
        <p:txBody>
          <a:bodyPr lIns="0"/>
          <a:lstStyle/>
          <a:p>
            <a:pPr defTabSz="1219170"/>
            <a:endParaRPr sz="2400">
              <a:solidFill>
                <a:prstClr val="black"/>
              </a:solidFill>
              <a:latin typeface="HP Forma DJR Office" pitchFamily="2" charset="0"/>
            </a:endParaRPr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E679AF6D-BB74-A049-3CC0-9B6E6C75C80B}"/>
              </a:ext>
            </a:extLst>
          </p:cNvPr>
          <p:cNvSpPr/>
          <p:nvPr/>
        </p:nvSpPr>
        <p:spPr>
          <a:xfrm>
            <a:off x="6248400" y="1513250"/>
            <a:ext cx="3657600" cy="426720"/>
          </a:xfrm>
          <a:prstGeom prst="rect">
            <a:avLst/>
          </a:prstGeom>
          <a:noFill/>
          <a:ln/>
        </p:spPr>
        <p:txBody>
          <a:bodyPr wrap="square" lIns="0" rtlCol="0" anchor="ctr"/>
          <a:lstStyle/>
          <a:p>
            <a:pPr defTabSz="1219170"/>
            <a:r>
              <a:rPr lang="en-US">
                <a:solidFill>
                  <a:srgbClr val="000000"/>
                </a:solidFill>
                <a:latin typeface="+mj-lt"/>
                <a:ea typeface="Arial" pitchFamily="34" charset="-122"/>
                <a:cs typeface="Arial" pitchFamily="34" charset="-120"/>
              </a:rPr>
              <a:t>ZGX CLI</a:t>
            </a:r>
            <a:endParaRPr lang="en-US">
              <a:solidFill>
                <a:prstClr val="black"/>
              </a:solidFill>
              <a:latin typeface="+mj-lt"/>
            </a:endParaRPr>
          </a:p>
        </p:txBody>
      </p:sp>
      <p:sp>
        <p:nvSpPr>
          <p:cNvPr id="15" name="Shape 10">
            <a:extLst>
              <a:ext uri="{FF2B5EF4-FFF2-40B4-BE49-F238E27FC236}">
                <a16:creationId xmlns:a16="http://schemas.microsoft.com/office/drawing/2014/main" id="{DACB99A9-DB11-4209-294D-1168BF7C1EE8}"/>
              </a:ext>
            </a:extLst>
          </p:cNvPr>
          <p:cNvSpPr/>
          <p:nvPr/>
        </p:nvSpPr>
        <p:spPr>
          <a:xfrm>
            <a:off x="6248400" y="1980311"/>
            <a:ext cx="1819656" cy="304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lIns="0"/>
          <a:lstStyle/>
          <a:p>
            <a:pPr defTabSz="1219170"/>
            <a:endParaRPr sz="2400">
              <a:latin typeface="HP Forma DJR Office" pitchFamily="2" charset="0"/>
            </a:endParaRPr>
          </a:p>
        </p:txBody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CE571EA9-1115-401B-C589-C9091A7CFA1F}"/>
              </a:ext>
            </a:extLst>
          </p:cNvPr>
          <p:cNvSpPr/>
          <p:nvPr/>
        </p:nvSpPr>
        <p:spPr>
          <a:xfrm>
            <a:off x="6363148" y="2004695"/>
            <a:ext cx="1219200" cy="243840"/>
          </a:xfrm>
          <a:prstGeom prst="rect">
            <a:avLst/>
          </a:prstGeom>
          <a:noFill/>
          <a:ln/>
        </p:spPr>
        <p:txBody>
          <a:bodyPr wrap="square" lIns="0" rtlCol="0" anchor="ctr"/>
          <a:lstStyle/>
          <a:p>
            <a:pPr defTabSz="1219170"/>
            <a:r>
              <a:rPr lang="en-US" sz="1200">
                <a:solidFill>
                  <a:schemeClr val="bg1"/>
                </a:solidFill>
                <a:ea typeface="Arial" pitchFamily="34" charset="-122"/>
                <a:cs typeface="Arial" pitchFamily="34" charset="-120"/>
              </a:rPr>
              <a:t>Безкоштовно</a:t>
            </a:r>
            <a:endParaRPr lang="en-US" sz="1200">
              <a:solidFill>
                <a:schemeClr val="bg1"/>
              </a:solidFill>
            </a:endParaRPr>
          </a:p>
        </p:txBody>
      </p:sp>
      <p:sp>
        <p:nvSpPr>
          <p:cNvPr id="22" name="Text 12">
            <a:extLst>
              <a:ext uri="{FF2B5EF4-FFF2-40B4-BE49-F238E27FC236}">
                <a16:creationId xmlns:a16="http://schemas.microsoft.com/office/drawing/2014/main" id="{9F4ECF93-326D-DEAC-338B-5E489E0ED7A2}"/>
              </a:ext>
            </a:extLst>
          </p:cNvPr>
          <p:cNvSpPr/>
          <p:nvPr/>
        </p:nvSpPr>
        <p:spPr>
          <a:xfrm>
            <a:off x="6248400" y="2356089"/>
            <a:ext cx="4482353" cy="609600"/>
          </a:xfrm>
          <a:prstGeom prst="rect">
            <a:avLst/>
          </a:prstGeom>
          <a:noFill/>
          <a:ln/>
        </p:spPr>
        <p:txBody>
          <a:bodyPr wrap="square" lIns="0" rtlCol="0" anchor="t"/>
          <a:lstStyle/>
          <a:p>
            <a:pPr defTabSz="1219170"/>
            <a:r>
              <a:rPr lang="en-US" sz="1300" dirty="0">
                <a:latin typeface="HP Forma DJR Office" pitchFamily="2" charset="0"/>
                <a:ea typeface="Arial" pitchFamily="34" charset="-122"/>
                <a:cs typeface="Arial" pitchFamily="34" charset="-120"/>
              </a:rPr>
              <a:t>Просте надання моделей. Ліцензування не потрібне для виробничого висновку.</a:t>
            </a:r>
            <a:endParaRPr lang="en-US" sz="1300" dirty="0">
              <a:latin typeface="HP Forma DJR Office" pitchFamily="2" charset="0"/>
            </a:endParaRPr>
          </a:p>
        </p:txBody>
      </p:sp>
      <p:sp>
        <p:nvSpPr>
          <p:cNvPr id="23" name="Shape 13">
            <a:extLst>
              <a:ext uri="{FF2B5EF4-FFF2-40B4-BE49-F238E27FC236}">
                <a16:creationId xmlns:a16="http://schemas.microsoft.com/office/drawing/2014/main" id="{43C78C59-F2A7-7F46-BD71-1E9C1EC26DD6}"/>
              </a:ext>
            </a:extLst>
          </p:cNvPr>
          <p:cNvSpPr/>
          <p:nvPr/>
        </p:nvSpPr>
        <p:spPr>
          <a:xfrm>
            <a:off x="457200" y="3321431"/>
            <a:ext cx="5120640" cy="1706880"/>
          </a:xfrm>
          <a:prstGeom prst="rect">
            <a:avLst/>
          </a:prstGeom>
          <a:solidFill>
            <a:srgbClr val="F5F5F5"/>
          </a:solidFill>
          <a:ln/>
        </p:spPr>
        <p:txBody>
          <a:bodyPr lIns="0"/>
          <a:lstStyle/>
          <a:p>
            <a:pPr defTabSz="1219170"/>
            <a:endParaRPr sz="2400">
              <a:solidFill>
                <a:prstClr val="black"/>
              </a:solidFill>
              <a:latin typeface="HP Forma DJR Office" pitchFamily="2" charset="0"/>
            </a:endParaRPr>
          </a:p>
        </p:txBody>
      </p:sp>
      <p:sp>
        <p:nvSpPr>
          <p:cNvPr id="24" name="Text 14">
            <a:extLst>
              <a:ext uri="{FF2B5EF4-FFF2-40B4-BE49-F238E27FC236}">
                <a16:creationId xmlns:a16="http://schemas.microsoft.com/office/drawing/2014/main" id="{35E93909-7475-E421-EDE3-37FB3CFE192A}"/>
              </a:ext>
            </a:extLst>
          </p:cNvPr>
          <p:cNvSpPr/>
          <p:nvPr/>
        </p:nvSpPr>
        <p:spPr>
          <a:xfrm>
            <a:off x="640080" y="3403010"/>
            <a:ext cx="3657600" cy="426720"/>
          </a:xfrm>
          <a:prstGeom prst="rect">
            <a:avLst/>
          </a:prstGeom>
          <a:noFill/>
          <a:ln/>
        </p:spPr>
        <p:txBody>
          <a:bodyPr wrap="square" lIns="0" rtlCol="0" anchor="ctr"/>
          <a:lstStyle/>
          <a:p>
            <a:pPr defTabSz="1219170"/>
            <a:r>
              <a:rPr lang="en-US">
                <a:solidFill>
                  <a:srgbClr val="000000"/>
                </a:solidFill>
                <a:latin typeface="+mj-lt"/>
                <a:ea typeface="Arial" pitchFamily="34" charset="-122"/>
                <a:cs typeface="Arial" pitchFamily="34" charset="-120"/>
              </a:rPr>
              <a:t>Без пастки ліцензування</a:t>
            </a:r>
            <a:endParaRPr lang="en-US">
              <a:solidFill>
                <a:prstClr val="black"/>
              </a:solidFill>
              <a:latin typeface="+mj-lt"/>
            </a:endParaRPr>
          </a:p>
        </p:txBody>
      </p:sp>
      <p:sp>
        <p:nvSpPr>
          <p:cNvPr id="25" name="Shape 15">
            <a:extLst>
              <a:ext uri="{FF2B5EF4-FFF2-40B4-BE49-F238E27FC236}">
                <a16:creationId xmlns:a16="http://schemas.microsoft.com/office/drawing/2014/main" id="{8EEB9EA0-191D-C28A-8155-BB8DD0A28E8D}"/>
              </a:ext>
            </a:extLst>
          </p:cNvPr>
          <p:cNvSpPr/>
          <p:nvPr/>
        </p:nvSpPr>
        <p:spPr>
          <a:xfrm>
            <a:off x="640079" y="3870071"/>
            <a:ext cx="1815353" cy="304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lIns="0"/>
          <a:lstStyle/>
          <a:p>
            <a:pPr defTabSz="1219170"/>
            <a:endParaRPr sz="2400">
              <a:latin typeface="HP Forma DJR Office" pitchFamily="2" charset="0"/>
            </a:endParaRPr>
          </a:p>
        </p:txBody>
      </p:sp>
      <p:sp>
        <p:nvSpPr>
          <p:cNvPr id="26" name="Text 16">
            <a:extLst>
              <a:ext uri="{FF2B5EF4-FFF2-40B4-BE49-F238E27FC236}">
                <a16:creationId xmlns:a16="http://schemas.microsoft.com/office/drawing/2014/main" id="{6268BBF8-F98B-F0E9-F07A-8A11E4E32128}"/>
              </a:ext>
            </a:extLst>
          </p:cNvPr>
          <p:cNvSpPr/>
          <p:nvPr/>
        </p:nvSpPr>
        <p:spPr>
          <a:xfrm>
            <a:off x="754828" y="3894455"/>
            <a:ext cx="1524000" cy="243840"/>
          </a:xfrm>
          <a:prstGeom prst="rect">
            <a:avLst/>
          </a:prstGeom>
          <a:noFill/>
          <a:ln/>
        </p:spPr>
        <p:txBody>
          <a:bodyPr wrap="square" lIns="0" rtlCol="0" anchor="ctr"/>
          <a:lstStyle/>
          <a:p>
            <a:pPr defTabSz="1219170"/>
            <a:r>
              <a:rPr lang="en-US" sz="1200">
                <a:solidFill>
                  <a:schemeClr val="bg1"/>
                </a:solidFill>
                <a:ea typeface="Arial" pitchFamily="34" charset="-122"/>
                <a:cs typeface="Arial" pitchFamily="34" charset="-120"/>
              </a:rPr>
              <a:t>Прогнозована загальна вартість володіння (TCO)</a:t>
            </a:r>
            <a:endParaRPr lang="en-US" sz="1200">
              <a:solidFill>
                <a:schemeClr val="bg1"/>
              </a:solidFill>
            </a:endParaRPr>
          </a:p>
        </p:txBody>
      </p:sp>
      <p:sp>
        <p:nvSpPr>
          <p:cNvPr id="27" name="Text 17">
            <a:extLst>
              <a:ext uri="{FF2B5EF4-FFF2-40B4-BE49-F238E27FC236}">
                <a16:creationId xmlns:a16="http://schemas.microsoft.com/office/drawing/2014/main" id="{57478B1F-D43C-3305-9BF9-25C5D9325446}"/>
              </a:ext>
            </a:extLst>
          </p:cNvPr>
          <p:cNvSpPr/>
          <p:nvPr/>
        </p:nvSpPr>
        <p:spPr>
          <a:xfrm>
            <a:off x="640080" y="4245849"/>
            <a:ext cx="4998720" cy="609600"/>
          </a:xfrm>
          <a:prstGeom prst="rect">
            <a:avLst/>
          </a:prstGeom>
          <a:noFill/>
          <a:ln/>
        </p:spPr>
        <p:txBody>
          <a:bodyPr wrap="square" lIns="0" rtlCol="0" anchor="t"/>
          <a:lstStyle/>
          <a:p>
            <a:pPr defTabSz="1219170"/>
            <a:r>
              <a:rPr lang="en-US" sz="1300">
                <a:latin typeface="HP Forma DJR Office" pitchFamily="2" charset="0"/>
                <a:ea typeface="Arial" pitchFamily="34" charset="-122"/>
                <a:cs typeface="Arial" pitchFamily="34" charset="-120"/>
              </a:rPr>
              <a:t>Безкоштовно для розробки та виробництва. Без вимірювання за токенами. Без різких стрибків цін.</a:t>
            </a:r>
            <a:endParaRPr lang="en-US" sz="1300">
              <a:latin typeface="HP Forma DJR Office" pitchFamily="2" charset="0"/>
            </a:endParaRPr>
          </a:p>
        </p:txBody>
      </p:sp>
      <p:sp>
        <p:nvSpPr>
          <p:cNvPr id="28" name="Shape 18">
            <a:extLst>
              <a:ext uri="{FF2B5EF4-FFF2-40B4-BE49-F238E27FC236}">
                <a16:creationId xmlns:a16="http://schemas.microsoft.com/office/drawing/2014/main" id="{56CA5209-53A7-C53B-E792-5E7F7DEF3BC4}"/>
              </a:ext>
            </a:extLst>
          </p:cNvPr>
          <p:cNvSpPr/>
          <p:nvPr/>
        </p:nvSpPr>
        <p:spPr>
          <a:xfrm>
            <a:off x="6065520" y="3321431"/>
            <a:ext cx="5120640" cy="1706880"/>
          </a:xfrm>
          <a:prstGeom prst="rect">
            <a:avLst/>
          </a:prstGeom>
          <a:solidFill>
            <a:srgbClr val="F5F5F5"/>
          </a:solidFill>
          <a:ln/>
        </p:spPr>
        <p:txBody>
          <a:bodyPr lIns="0"/>
          <a:lstStyle/>
          <a:p>
            <a:pPr defTabSz="1219170"/>
            <a:endParaRPr sz="2400">
              <a:solidFill>
                <a:prstClr val="black"/>
              </a:solidFill>
              <a:latin typeface="HP Forma DJR Office" pitchFamily="2" charset="0"/>
            </a:endParaRPr>
          </a:p>
        </p:txBody>
      </p:sp>
      <p:sp>
        <p:nvSpPr>
          <p:cNvPr id="29" name="Text 19">
            <a:extLst>
              <a:ext uri="{FF2B5EF4-FFF2-40B4-BE49-F238E27FC236}">
                <a16:creationId xmlns:a16="http://schemas.microsoft.com/office/drawing/2014/main" id="{801E01B9-719B-0A10-269B-1D861B39DA7F}"/>
              </a:ext>
            </a:extLst>
          </p:cNvPr>
          <p:cNvSpPr/>
          <p:nvPr/>
        </p:nvSpPr>
        <p:spPr>
          <a:xfrm>
            <a:off x="6248400" y="3403010"/>
            <a:ext cx="3657600" cy="426720"/>
          </a:xfrm>
          <a:prstGeom prst="rect">
            <a:avLst/>
          </a:prstGeom>
          <a:noFill/>
          <a:ln/>
        </p:spPr>
        <p:txBody>
          <a:bodyPr wrap="square" lIns="0" rtlCol="0" anchor="ctr"/>
          <a:lstStyle/>
          <a:p>
            <a:pPr defTabSz="1219170"/>
            <a:r>
              <a:rPr lang="en-US">
                <a:solidFill>
                  <a:srgbClr val="000000"/>
                </a:solidFill>
                <a:latin typeface="+mj-lt"/>
                <a:ea typeface="Arial" pitchFamily="34" charset="-122"/>
                <a:cs typeface="Arial" pitchFamily="34" charset="-120"/>
              </a:rPr>
              <a:t>Підтримка HP Enterprise</a:t>
            </a:r>
            <a:endParaRPr lang="en-US">
              <a:solidFill>
                <a:prstClr val="black"/>
              </a:solidFill>
              <a:latin typeface="+mj-lt"/>
            </a:endParaRPr>
          </a:p>
        </p:txBody>
      </p:sp>
      <p:sp>
        <p:nvSpPr>
          <p:cNvPr id="30" name="Shape 20">
            <a:extLst>
              <a:ext uri="{FF2B5EF4-FFF2-40B4-BE49-F238E27FC236}">
                <a16:creationId xmlns:a16="http://schemas.microsoft.com/office/drawing/2014/main" id="{BAFF7D2C-A333-1F1A-3605-AAB474D67417}"/>
              </a:ext>
            </a:extLst>
          </p:cNvPr>
          <p:cNvSpPr/>
          <p:nvPr/>
        </p:nvSpPr>
        <p:spPr>
          <a:xfrm>
            <a:off x="6248400" y="3870071"/>
            <a:ext cx="1819656" cy="304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lIns="0"/>
          <a:lstStyle/>
          <a:p>
            <a:pPr defTabSz="1219170"/>
            <a:endParaRPr sz="2400">
              <a:latin typeface="HP Forma DJR Office" pitchFamily="2" charset="0"/>
            </a:endParaRPr>
          </a:p>
        </p:txBody>
      </p:sp>
      <p:sp>
        <p:nvSpPr>
          <p:cNvPr id="31" name="Text 21">
            <a:extLst>
              <a:ext uri="{FF2B5EF4-FFF2-40B4-BE49-F238E27FC236}">
                <a16:creationId xmlns:a16="http://schemas.microsoft.com/office/drawing/2014/main" id="{6DFDD638-D86A-BB69-B0CF-38532CCBD109}"/>
              </a:ext>
            </a:extLst>
          </p:cNvPr>
          <p:cNvSpPr/>
          <p:nvPr/>
        </p:nvSpPr>
        <p:spPr>
          <a:xfrm>
            <a:off x="6363148" y="3894455"/>
            <a:ext cx="1672814" cy="243840"/>
          </a:xfrm>
          <a:prstGeom prst="rect">
            <a:avLst/>
          </a:prstGeom>
          <a:noFill/>
          <a:ln/>
        </p:spPr>
        <p:txBody>
          <a:bodyPr wrap="square" lIns="0" rtlCol="0" anchor="ctr"/>
          <a:lstStyle/>
          <a:p>
            <a:pPr defTabSz="1219170"/>
            <a:r>
              <a:rPr lang="en-US" sz="1200">
                <a:solidFill>
                  <a:schemeClr val="bg1"/>
                </a:solidFill>
                <a:ea typeface="Arial" pitchFamily="34" charset="-122"/>
                <a:cs typeface="Arial" pitchFamily="34" charset="-120"/>
              </a:rPr>
              <a:t>Глобальне покриття</a:t>
            </a:r>
            <a:endParaRPr lang="en-US" sz="1200">
              <a:solidFill>
                <a:schemeClr val="bg1"/>
              </a:solidFill>
            </a:endParaRPr>
          </a:p>
        </p:txBody>
      </p:sp>
      <p:sp>
        <p:nvSpPr>
          <p:cNvPr id="32" name="Text 22">
            <a:extLst>
              <a:ext uri="{FF2B5EF4-FFF2-40B4-BE49-F238E27FC236}">
                <a16:creationId xmlns:a16="http://schemas.microsoft.com/office/drawing/2014/main" id="{C1B8961D-3E14-22DA-C7FC-0370F3F9CA7C}"/>
              </a:ext>
            </a:extLst>
          </p:cNvPr>
          <p:cNvSpPr/>
          <p:nvPr/>
        </p:nvSpPr>
        <p:spPr>
          <a:xfrm>
            <a:off x="6248400" y="4245849"/>
            <a:ext cx="4998720" cy="609600"/>
          </a:xfrm>
          <a:prstGeom prst="rect">
            <a:avLst/>
          </a:prstGeom>
          <a:noFill/>
          <a:ln/>
        </p:spPr>
        <p:txBody>
          <a:bodyPr wrap="square" lIns="0" rtlCol="0" anchor="t"/>
          <a:lstStyle/>
          <a:p>
            <a:pPr defTabSz="1219170"/>
            <a:r>
              <a:rPr lang="en-US" sz="1300">
                <a:latin typeface="HP Forma DJR Office" pitchFamily="2" charset="0"/>
                <a:ea typeface="Arial" pitchFamily="34" charset="-122"/>
                <a:cs typeface="Arial" pitchFamily="34" charset="-120"/>
              </a:rPr>
              <a:t>Підтримка рівня підприємства від перевіреного партнера. Не бутичний OEM.</a:t>
            </a:r>
            <a:endParaRPr lang="en-US" sz="1300">
              <a:latin typeface="HP Forma DJR Office" pitchFamily="2" charset="0"/>
            </a:endParaRPr>
          </a:p>
        </p:txBody>
      </p:sp>
      <p:sp>
        <p:nvSpPr>
          <p:cNvPr id="33" name="Footer Placeholder 5">
            <a:extLst>
              <a:ext uri="{FF2B5EF4-FFF2-40B4-BE49-F238E27FC236}">
                <a16:creationId xmlns:a16="http://schemas.microsoft.com/office/drawing/2014/main" id="{EFEA4457-23F7-9E00-E44E-EC63009412B2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6396505" y="6316162"/>
            <a:ext cx="5339495" cy="107722"/>
          </a:xfrm>
        </p:spPr>
        <p:txBody>
          <a:bodyPr/>
          <a:lstStyle/>
          <a:p>
            <a:r>
              <a:rPr lang="en-US" dirty="0"/>
              <a:t>Обмежено HP. Тільки для внутрішнього використання HP.</a:t>
            </a:r>
          </a:p>
        </p:txBody>
      </p:sp>
    </p:spTree>
    <p:extLst>
      <p:ext uri="{BB962C8B-B14F-4D97-AF65-F5344CB8AC3E}">
        <p14:creationId xmlns:p14="http://schemas.microsoft.com/office/powerpoint/2010/main" val="3126322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E408F-59A7-62DB-BF0A-69A7EF7C02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2433A00-B60F-56A1-F802-C63D1C972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41471"/>
            <a:ext cx="11278800" cy="393300"/>
          </a:xfrm>
        </p:spPr>
        <p:txBody>
          <a:bodyPr/>
          <a:lstStyle/>
          <a:p>
            <a:r>
              <a:rPr lang="en-US" dirty="0"/>
              <a:t>Середовище штучного інтелекту, орієнтоване на розробників</a:t>
            </a:r>
          </a:p>
        </p:txBody>
      </p:sp>
      <p:sp>
        <p:nvSpPr>
          <p:cNvPr id="33" name="Footer Placeholder 5">
            <a:extLst>
              <a:ext uri="{FF2B5EF4-FFF2-40B4-BE49-F238E27FC236}">
                <a16:creationId xmlns:a16="http://schemas.microsoft.com/office/drawing/2014/main" id="{87BE0ED7-7641-0AB0-37EB-0ED2837B86BF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6396505" y="6316162"/>
            <a:ext cx="5339495" cy="107722"/>
          </a:xfrm>
        </p:spPr>
        <p:txBody>
          <a:bodyPr/>
          <a:lstStyle/>
          <a:p>
            <a:r>
              <a:rPr lang="en-US" dirty="0"/>
              <a:t>HP Restricted. Виключно для внутрішнього використання HP.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2959029-E047-AC66-2235-16131A235F2C}"/>
              </a:ext>
            </a:extLst>
          </p:cNvPr>
          <p:cNvSpPr/>
          <p:nvPr/>
        </p:nvSpPr>
        <p:spPr bwMode="ltGray">
          <a:xfrm>
            <a:off x="319132" y="2353507"/>
            <a:ext cx="3311236" cy="1745673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P Forma DJR Office" pitchFamily="2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2F0F9B3-13D3-CAEF-1052-DAA6ADFAEE0B}"/>
              </a:ext>
            </a:extLst>
          </p:cNvPr>
          <p:cNvGrpSpPr/>
          <p:nvPr/>
        </p:nvGrpSpPr>
        <p:grpSpPr>
          <a:xfrm>
            <a:off x="1972762" y="2142022"/>
            <a:ext cx="1572442" cy="1683277"/>
            <a:chOff x="5357844" y="4226609"/>
            <a:chExt cx="914400" cy="914400"/>
          </a:xfrm>
        </p:grpSpPr>
        <p:sp>
          <p:nvSpPr>
            <p:cNvPr id="17" name="Flowchart: Process 14">
              <a:extLst>
                <a:ext uri="{FF2B5EF4-FFF2-40B4-BE49-F238E27FC236}">
                  <a16:creationId xmlns:a16="http://schemas.microsoft.com/office/drawing/2014/main" id="{D0F4C6EA-2FDD-AEBA-890F-D5817CAB2543}"/>
                </a:ext>
              </a:extLst>
            </p:cNvPr>
            <p:cNvSpPr/>
            <p:nvPr/>
          </p:nvSpPr>
          <p:spPr bwMode="ltGray">
            <a:xfrm>
              <a:off x="5525507" y="4460407"/>
              <a:ext cx="574047" cy="366149"/>
            </a:xfrm>
            <a:prstGeom prst="flowChartProcess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P Forma DJR Office" pitchFamily="2" charset="0"/>
              </a:endParaRPr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A1823F6E-CB90-5C1A-A57C-3FD923DFC5BE}"/>
                </a:ext>
              </a:extLst>
            </p:cNvPr>
            <p:cNvGrpSpPr/>
            <p:nvPr/>
          </p:nvGrpSpPr>
          <p:grpSpPr>
            <a:xfrm>
              <a:off x="5357844" y="4226609"/>
              <a:ext cx="914400" cy="914400"/>
              <a:chOff x="1965115" y="5145695"/>
              <a:chExt cx="914400" cy="914400"/>
            </a:xfrm>
          </p:grpSpPr>
          <p:pic>
            <p:nvPicPr>
              <p:cNvPr id="19" name="Graphic 18" descr="Laptop with solid fill">
                <a:extLst>
                  <a:ext uri="{FF2B5EF4-FFF2-40B4-BE49-F238E27FC236}">
                    <a16:creationId xmlns:a16="http://schemas.microsoft.com/office/drawing/2014/main" id="{3B4D1BD9-2EF5-F29C-6BF0-F0DF59E9D15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1965115" y="5145695"/>
                <a:ext cx="914400" cy="914400"/>
              </a:xfrm>
              <a:prstGeom prst="rect">
                <a:avLst/>
              </a:prstGeom>
            </p:spPr>
          </p:pic>
          <p:pic>
            <p:nvPicPr>
              <p:cNvPr id="34" name="Picture 2" descr="-">
                <a:extLst>
                  <a:ext uri="{FF2B5EF4-FFF2-40B4-BE49-F238E27FC236}">
                    <a16:creationId xmlns:a16="http://schemas.microsoft.com/office/drawing/2014/main" id="{63E7C708-6873-3502-F582-926DC643928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6943" t="4629" r="15954" b="6951"/>
              <a:stretch>
                <a:fillRect/>
              </a:stretch>
            </p:blipFill>
            <p:spPr bwMode="auto">
              <a:xfrm>
                <a:off x="2114746" y="5379493"/>
                <a:ext cx="424817" cy="31842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2DE7C15E-48B9-AAF9-63DB-F5CB0DF41786}"/>
              </a:ext>
            </a:extLst>
          </p:cNvPr>
          <p:cNvSpPr txBox="1"/>
          <p:nvPr/>
        </p:nvSpPr>
        <p:spPr>
          <a:xfrm>
            <a:off x="469543" y="2645107"/>
            <a:ext cx="1572442" cy="80534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</a:rPr>
              <a:t>Розробка ШІ за допомогою ZTK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P Forma DJR Office" pitchFamily="2" charset="0"/>
              </a:rPr>
              <a:t>Розширення для VS Code</a:t>
            </a:r>
            <a:r>
              <a:rPr lang="en-US" sz="1200" dirty="0">
                <a:solidFill>
                  <a:schemeClr val="bg1"/>
                </a:solidFill>
                <a:latin typeface="HP Forma DJR Office" pitchFamily="2" charset="0"/>
              </a:rPr>
              <a:t/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P Forma DJR Office" pitchFamily="2" charset="0"/>
              </a:rPr>
              <a:t/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HP Forma DJR Office" pitchFamily="2" charset="0"/>
            </a:endParaRP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2C3ADDF8-A40C-EB36-9396-467A5F23A4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68172" y="2726400"/>
            <a:ext cx="314891" cy="314891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FD4CACAF-7404-65A2-C2D8-493163285D41}"/>
              </a:ext>
            </a:extLst>
          </p:cNvPr>
          <p:cNvSpPr txBox="1"/>
          <p:nvPr/>
        </p:nvSpPr>
        <p:spPr>
          <a:xfrm>
            <a:off x="527678" y="3787576"/>
            <a:ext cx="2964873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P Forma DJR Office" pitchFamily="2" charset="0"/>
              </a:rPr>
              <a:t>Приватність за замовчуванням. Ваші дані залишаються локальними.</a:t>
            </a:r>
          </a:p>
        </p:txBody>
      </p:sp>
      <p:pic>
        <p:nvPicPr>
          <p:cNvPr id="38" name="Graphic 37" descr="Lock with solid fill">
            <a:extLst>
              <a:ext uri="{FF2B5EF4-FFF2-40B4-BE49-F238E27FC236}">
                <a16:creationId xmlns:a16="http://schemas.microsoft.com/office/drawing/2014/main" id="{FDE640D6-4936-64E5-B749-394FF6F1653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7134" y="3750471"/>
            <a:ext cx="221771" cy="221771"/>
          </a:xfrm>
          <a:prstGeom prst="rect">
            <a:avLst/>
          </a:prstGeom>
        </p:spPr>
      </p:pic>
      <p:sp>
        <p:nvSpPr>
          <p:cNvPr id="39" name="Rectangle 38">
            <a:extLst>
              <a:ext uri="{FF2B5EF4-FFF2-40B4-BE49-F238E27FC236}">
                <a16:creationId xmlns:a16="http://schemas.microsoft.com/office/drawing/2014/main" id="{90208610-02EB-8673-49D4-09800385E57F}"/>
              </a:ext>
            </a:extLst>
          </p:cNvPr>
          <p:cNvSpPr/>
          <p:nvPr/>
        </p:nvSpPr>
        <p:spPr bwMode="ltGray">
          <a:xfrm>
            <a:off x="4755761" y="1227291"/>
            <a:ext cx="2334491" cy="3994728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P Forma DJR Office" pitchFamily="2" charset="0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FB05AAC-9FB8-CDAD-A605-4215393AA574}"/>
              </a:ext>
            </a:extLst>
          </p:cNvPr>
          <p:cNvSpPr/>
          <p:nvPr/>
        </p:nvSpPr>
        <p:spPr bwMode="ltGray">
          <a:xfrm>
            <a:off x="8368045" y="831955"/>
            <a:ext cx="3311236" cy="1324687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P Forma DJR Office" pitchFamily="2" charset="0"/>
            </a:endParaRP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DB488B25-52E9-598E-9600-D28260CAB905}"/>
              </a:ext>
            </a:extLst>
          </p:cNvPr>
          <p:cNvCxnSpPr>
            <a:cxnSpLocks/>
            <a:stCxn id="12" idx="3"/>
            <a:endCxn id="39" idx="1"/>
          </p:cNvCxnSpPr>
          <p:nvPr/>
        </p:nvCxnSpPr>
        <p:spPr bwMode="black">
          <a:xfrm flipV="1">
            <a:off x="3630368" y="3224655"/>
            <a:ext cx="1125393" cy="1689"/>
          </a:xfrm>
          <a:prstGeom prst="line">
            <a:avLst/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909FA66E-6563-DEB8-0377-85C7DD35E51A}"/>
              </a:ext>
            </a:extLst>
          </p:cNvPr>
          <p:cNvCxnSpPr>
            <a:cxnSpLocks/>
            <a:stCxn id="39" idx="3"/>
            <a:endCxn id="43" idx="1"/>
          </p:cNvCxnSpPr>
          <p:nvPr/>
        </p:nvCxnSpPr>
        <p:spPr bwMode="black">
          <a:xfrm>
            <a:off x="7090252" y="3224655"/>
            <a:ext cx="1265092" cy="0"/>
          </a:xfrm>
          <a:prstGeom prst="line">
            <a:avLst/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EF23F712-2736-0B83-47D0-3502B2D920DA}"/>
              </a:ext>
            </a:extLst>
          </p:cNvPr>
          <p:cNvSpPr/>
          <p:nvPr/>
        </p:nvSpPr>
        <p:spPr bwMode="ltGray">
          <a:xfrm>
            <a:off x="8355344" y="2562311"/>
            <a:ext cx="3311236" cy="1324687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P Forma DJR Office" pitchFamily="2" charset="0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5F8CCD7-1910-4554-6C11-A3EF147D791D}"/>
              </a:ext>
            </a:extLst>
          </p:cNvPr>
          <p:cNvSpPr/>
          <p:nvPr/>
        </p:nvSpPr>
        <p:spPr bwMode="ltGray">
          <a:xfrm>
            <a:off x="8368045" y="4292667"/>
            <a:ext cx="3311236" cy="1324687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P Forma DJR Office" pitchFamily="2" charset="0"/>
            </a:endParaRPr>
          </a:p>
        </p:txBody>
      </p:sp>
      <p:cxnSp>
        <p:nvCxnSpPr>
          <p:cNvPr id="45" name="Connector: Elbow 28">
            <a:extLst>
              <a:ext uri="{FF2B5EF4-FFF2-40B4-BE49-F238E27FC236}">
                <a16:creationId xmlns:a16="http://schemas.microsoft.com/office/drawing/2014/main" id="{CA4E59F1-F2AD-38A6-C74C-781C9FCA8014}"/>
              </a:ext>
            </a:extLst>
          </p:cNvPr>
          <p:cNvCxnSpPr>
            <a:stCxn id="40" idx="1"/>
            <a:endCxn id="44" idx="1"/>
          </p:cNvCxnSpPr>
          <p:nvPr/>
        </p:nvCxnSpPr>
        <p:spPr bwMode="black">
          <a:xfrm rot="10800000" flipV="1">
            <a:off x="8368045" y="1494299"/>
            <a:ext cx="12700" cy="3460712"/>
          </a:xfrm>
          <a:prstGeom prst="bentConnector3">
            <a:avLst>
              <a:gd name="adj1" fmla="val 4745449"/>
            </a:avLst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3BA99B6B-A1FA-3BE3-3D41-BB8578BFE271}"/>
              </a:ext>
            </a:extLst>
          </p:cNvPr>
          <p:cNvSpPr txBox="1"/>
          <p:nvPr/>
        </p:nvSpPr>
        <p:spPr>
          <a:xfrm>
            <a:off x="5007314" y="2301933"/>
            <a:ext cx="1793515" cy="303672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</a:rPr>
              <a:t>Пошук пристроїв</a:t>
            </a:r>
            <a:b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P Forma DJR Office" pitchFamily="2" charset="0"/>
              </a:rPr>
            </a:b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P Forma DJR Office" pitchFamily="2" charset="0"/>
              </a:rPr>
              <a:t/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HP Forma DJR Office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</a:rPr>
              <a:t>Знаходьте ZGX у мережі</a:t>
            </a:r>
            <a:r>
              <a:rPr lang="en-US" sz="1400" dirty="0">
                <a:solidFill>
                  <a:schemeClr val="bg1"/>
                </a:solidFill>
                <a:latin typeface="+mj-lt"/>
              </a:rPr>
              <a:t/>
            </a:r>
            <a:r>
              <a:rPr kumimoji="0" lang="en-US" sz="14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</a:rPr>
              <a:t/>
            </a:r>
            <a:b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P Forma DJR Office" pitchFamily="2" charset="0"/>
              </a:rPr>
            </a:b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P Forma DJR Office" pitchFamily="2" charset="0"/>
              </a:rPr>
              <a:t/>
            </a:r>
            <a:b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P Forma DJR Office" pitchFamily="2" charset="0"/>
              </a:rPr>
            </a:br>
            <a:b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P Forma DJR Office" pitchFamily="2" charset="0"/>
              </a:rPr>
            </a:br>
            <a:r>
              <a:rPr kumimoji="0" lang="en-US" sz="14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</a:rPr>
              <a:t/>
            </a:r>
            <a:b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P Forma DJR Office" pitchFamily="2" charset="0"/>
              </a:rPr>
            </a:b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P Forma DJR Office" pitchFamily="2" charset="0"/>
              </a:rPr>
              <a:t/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</a:rPr>
              <a:t>Парування пристроїв</a:t>
            </a:r>
            <a:r>
              <a:rPr lang="en-US" sz="1400" dirty="0">
                <a:solidFill>
                  <a:schemeClr val="bg1"/>
                </a:solidFill>
                <a:latin typeface="+mj-lt"/>
              </a:rPr>
              <a:t/>
            </a:r>
            <a:r>
              <a:rPr kumimoji="0" lang="en-US" sz="140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</a:rPr>
              <a:t/>
            </a:r>
            <a:b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P Forma DJR Office" pitchFamily="2" charset="0"/>
              </a:rPr>
            </a:b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P Forma DJR Office" pitchFamily="2" charset="0"/>
              </a:rPr>
              <a:t/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HP Forma DJR Office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HP Forma DJR Office" pitchFamily="2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16E96CA-807E-381B-74D3-DBD0770CD453}"/>
              </a:ext>
            </a:extLst>
          </p:cNvPr>
          <p:cNvSpPr txBox="1"/>
          <p:nvPr/>
        </p:nvSpPr>
        <p:spPr>
          <a:xfrm>
            <a:off x="5007314" y="1620418"/>
            <a:ext cx="1992747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</a:rPr>
              <a:t>Усе необхідне вже вбудовано.</a:t>
            </a:r>
          </a:p>
        </p:txBody>
      </p:sp>
      <p:pic>
        <p:nvPicPr>
          <p:cNvPr id="48" name="Graphic 47" descr="Money outline">
            <a:extLst>
              <a:ext uri="{FF2B5EF4-FFF2-40B4-BE49-F238E27FC236}">
                <a16:creationId xmlns:a16="http://schemas.microsoft.com/office/drawing/2014/main" id="{7E3B359E-59C0-A650-93DB-6509E237D47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571345" y="1059038"/>
            <a:ext cx="705424" cy="705424"/>
          </a:xfrm>
          <a:prstGeom prst="rect">
            <a:avLst/>
          </a:prstGeom>
        </p:spPr>
      </p:pic>
      <p:pic>
        <p:nvPicPr>
          <p:cNvPr id="49" name="Graphic 48" descr="Programmer male outline">
            <a:extLst>
              <a:ext uri="{FF2B5EF4-FFF2-40B4-BE49-F238E27FC236}">
                <a16:creationId xmlns:a16="http://schemas.microsoft.com/office/drawing/2014/main" id="{E23505A7-ABE8-1CD5-2415-E5D34774005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77216" y="2819479"/>
            <a:ext cx="729668" cy="729668"/>
          </a:xfrm>
          <a:prstGeom prst="rect">
            <a:avLst/>
          </a:prstGeom>
        </p:spPr>
      </p:pic>
      <p:pic>
        <p:nvPicPr>
          <p:cNvPr id="50" name="Graphic 49" descr="Rocket outline">
            <a:extLst>
              <a:ext uri="{FF2B5EF4-FFF2-40B4-BE49-F238E27FC236}">
                <a16:creationId xmlns:a16="http://schemas.microsoft.com/office/drawing/2014/main" id="{EE2BC24D-DF58-6F1E-9F2A-3625FC79856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541557" y="4634468"/>
            <a:ext cx="641083" cy="641083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4A739FEB-6C58-4B8D-09C4-46878475744F}"/>
              </a:ext>
            </a:extLst>
          </p:cNvPr>
          <p:cNvSpPr txBox="1"/>
          <p:nvPr/>
        </p:nvSpPr>
        <p:spPr>
          <a:xfrm>
            <a:off x="9404924" y="1059038"/>
            <a:ext cx="1917699" cy="120032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</a:rPr>
              <a:t>Без витрат на токени
Запускайте моделі локально.
Без оплати за запити або на основі використання.</a:t>
            </a:r>
            <a:r>
              <a:rPr lang="en-US" sz="1600" dirty="0">
                <a:solidFill>
                  <a:schemeClr val="bg1"/>
                </a:solidFill>
                <a:latin typeface="+mj-lt"/>
              </a:rPr>
              <a:t/>
            </a:r>
            <a:r>
              <a:rPr kumimoji="0" lang="en-US" sz="160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</a:rPr>
              <a:t/>
            </a:r>
            <a:b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P Forma DJR Office" pitchFamily="2" charset="0"/>
              </a:rPr>
            </a:b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P Forma DJR Office" pitchFamily="2" charset="0"/>
              </a:rPr>
              <a:t/>
            </a:r>
            <a:b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P Forma DJR Office" pitchFamily="2" charset="0"/>
              </a:rPr>
            </a:b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P Forma DJR Office" pitchFamily="2" charset="0"/>
              </a:rPr>
              <a:t/>
            </a:r>
            <a:b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P Forma DJR Office" pitchFamily="2" charset="0"/>
              </a:rPr>
            </a:br>
            <a:b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P Forma DJR Office" pitchFamily="2" charset="0"/>
              </a:rPr>
            </a:br>
            <a:endParaRPr kumimoji="0" lang="en-US" sz="13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HP Forma DJR Office" pitchFamily="2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0E1ACC6-7C56-31D6-24AC-231B44D3E41B}"/>
              </a:ext>
            </a:extLst>
          </p:cNvPr>
          <p:cNvSpPr txBox="1"/>
          <p:nvPr/>
        </p:nvSpPr>
        <p:spPr>
          <a:xfrm>
            <a:off x="9351136" y="2913952"/>
            <a:ext cx="2157744" cy="10156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</a:rPr>
              <a:t>Продуктивність розробників
Попередньо налаштований стек, що дозволяє швидко створювати та вносити зміни.</a:t>
            </a:r>
            <a:r>
              <a:rPr lang="en-US" sz="1600" dirty="0">
                <a:solidFill>
                  <a:schemeClr val="bg1"/>
                </a:solidFill>
                <a:latin typeface="+mj-lt"/>
              </a:rPr>
              <a:t/>
            </a:r>
            <a:r>
              <a:rPr kumimoji="0" lang="en-US" sz="160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</a:rPr>
              <a:t/>
            </a:r>
            <a:b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P Forma DJR Office" pitchFamily="2" charset="0"/>
              </a:rPr>
            </a:b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P Forma DJR Office" pitchFamily="2" charset="0"/>
              </a:rPr>
              <a:t/>
            </a:r>
            <a:b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P Forma DJR Office" pitchFamily="2" charset="0"/>
              </a:rPr>
            </a:br>
            <a:b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P Forma DJR Office" pitchFamily="2" charset="0"/>
              </a:rPr>
            </a:br>
            <a:endParaRPr kumimoji="0" lang="en-US" sz="13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HP Forma DJR Office" pitchFamily="2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61FF0EF-FDA1-602A-4342-76B0A4A3445C}"/>
              </a:ext>
            </a:extLst>
          </p:cNvPr>
          <p:cNvSpPr txBox="1"/>
          <p:nvPr/>
        </p:nvSpPr>
        <p:spPr>
          <a:xfrm>
            <a:off x="9351659" y="4615015"/>
            <a:ext cx="2157744" cy="10156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</a:rPr>
              <a:t>Локальне донавчання
Навчайте моделі безпечно
на власних даних</a:t>
            </a:r>
            <a:b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P Forma DJR Office" pitchFamily="2" charset="0"/>
              </a:rPr>
            </a:b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P Forma DJR Office" pitchFamily="2" charset="0"/>
              </a:rPr>
              <a:t/>
            </a:r>
            <a:b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P Forma DJR Office" pitchFamily="2" charset="0"/>
              </a:rPr>
            </a:b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P Forma DJR Office" pitchFamily="2" charset="0"/>
              </a:rPr>
              <a:t/>
            </a:r>
            <a:b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P Forma DJR Office" pitchFamily="2" charset="0"/>
              </a:rPr>
            </a:br>
            <a:b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P Forma DJR Office" pitchFamily="2" charset="0"/>
              </a:rPr>
            </a:br>
            <a:endParaRPr kumimoji="0" lang="en-US" sz="13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HP Forma DJR Office" pitchFamily="2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410FAD3-49D8-F23D-2204-071C62989091}"/>
              </a:ext>
            </a:extLst>
          </p:cNvPr>
          <p:cNvSpPr txBox="1"/>
          <p:nvPr/>
        </p:nvSpPr>
        <p:spPr>
          <a:xfrm>
            <a:off x="457200" y="5509947"/>
            <a:ext cx="7383494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P Forma DJR Office" pitchFamily="2" charset="0"/>
              </a:rPr>
              <a:t>Розробляйте та налаштовуйте ШІ локально — з повним контролем</a:t>
            </a:r>
          </a:p>
        </p:txBody>
      </p:sp>
    </p:spTree>
    <p:extLst>
      <p:ext uri="{BB962C8B-B14F-4D97-AF65-F5344CB8AC3E}">
        <p14:creationId xmlns:p14="http://schemas.microsoft.com/office/powerpoint/2010/main" val="5994528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442069-148E-C231-96BC-74D66076D5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172666A-4841-970D-8536-B11C1847FD0F}"/>
              </a:ext>
            </a:extLst>
          </p:cNvPr>
          <p:cNvSpPr/>
          <p:nvPr/>
        </p:nvSpPr>
        <p:spPr bwMode="ltGray">
          <a:xfrm>
            <a:off x="4097756" y="2353507"/>
            <a:ext cx="3311236" cy="1745673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P Forma DJR Office" pitchFamily="2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DE92430-7AC4-45FB-4207-41C86D89A2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41471"/>
            <a:ext cx="11278800" cy="393300"/>
          </a:xfrm>
        </p:spPr>
        <p:txBody>
          <a:bodyPr/>
          <a:lstStyle/>
          <a:p>
            <a:r>
              <a:rPr lang="en-US" dirty="0"/>
              <a:t>Комплексне середовище для інференсу</a:t>
            </a:r>
          </a:p>
        </p:txBody>
      </p:sp>
      <p:sp>
        <p:nvSpPr>
          <p:cNvPr id="33" name="Footer Placeholder 5">
            <a:extLst>
              <a:ext uri="{FF2B5EF4-FFF2-40B4-BE49-F238E27FC236}">
                <a16:creationId xmlns:a16="http://schemas.microsoft.com/office/drawing/2014/main" id="{F52890C8-0824-CC80-CB47-0BB244029ABC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6396505" y="6316162"/>
            <a:ext cx="5339495" cy="107722"/>
          </a:xfrm>
        </p:spPr>
        <p:txBody>
          <a:bodyPr/>
          <a:lstStyle/>
          <a:p>
            <a:r>
              <a:rPr lang="en-US" dirty="0"/>
              <a:t>HP Restricted. Виключно для внутрішнього використання HP.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5B4D78D-092A-9EC3-4630-418E705A93E3}"/>
              </a:ext>
            </a:extLst>
          </p:cNvPr>
          <p:cNvSpPr/>
          <p:nvPr/>
        </p:nvSpPr>
        <p:spPr bwMode="ltGray">
          <a:xfrm>
            <a:off x="319132" y="2353507"/>
            <a:ext cx="3311236" cy="1745673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P Forma DJR Office" pitchFamily="2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86DB7FC-7B1E-EA68-CA5E-4E92CDD49079}"/>
              </a:ext>
            </a:extLst>
          </p:cNvPr>
          <p:cNvSpPr txBox="1"/>
          <p:nvPr/>
        </p:nvSpPr>
        <p:spPr>
          <a:xfrm>
            <a:off x="469543" y="2887461"/>
            <a:ext cx="1826522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</a:rPr>
              <a:t>Високопродуктивне локальне виконання ШІ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E9AB68D-80DF-2363-E063-72EC89CF2A47}"/>
              </a:ext>
            </a:extLst>
          </p:cNvPr>
          <p:cNvSpPr txBox="1"/>
          <p:nvPr/>
        </p:nvSpPr>
        <p:spPr>
          <a:xfrm>
            <a:off x="2667100" y="3133682"/>
            <a:ext cx="436709" cy="18973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P Forma DJR Office" pitchFamily="2" charset="0"/>
              </a:rPr>
              <a:t>Fury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7F731C1-DD0C-75F3-B390-188E3A367D1D}"/>
              </a:ext>
            </a:extLst>
          </p:cNvPr>
          <p:cNvSpPr/>
          <p:nvPr/>
        </p:nvSpPr>
        <p:spPr bwMode="ltGray">
          <a:xfrm>
            <a:off x="8368045" y="831955"/>
            <a:ext cx="3311236" cy="1324687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P Forma DJR Office" pitchFamily="2" charset="0"/>
            </a:endParaRP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DB7467FA-6C0A-90DF-BA86-4156AA9A335F}"/>
              </a:ext>
            </a:extLst>
          </p:cNvPr>
          <p:cNvCxnSpPr>
            <a:cxnSpLocks/>
            <a:stCxn id="12" idx="3"/>
          </p:cNvCxnSpPr>
          <p:nvPr/>
        </p:nvCxnSpPr>
        <p:spPr bwMode="black">
          <a:xfrm flipV="1">
            <a:off x="3630368" y="3224655"/>
            <a:ext cx="1125393" cy="1689"/>
          </a:xfrm>
          <a:prstGeom prst="line">
            <a:avLst/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9F156477-FF8D-43D6-140A-7D9DEB315698}"/>
              </a:ext>
            </a:extLst>
          </p:cNvPr>
          <p:cNvCxnSpPr>
            <a:cxnSpLocks/>
            <a:endCxn id="43" idx="1"/>
          </p:cNvCxnSpPr>
          <p:nvPr/>
        </p:nvCxnSpPr>
        <p:spPr bwMode="black">
          <a:xfrm>
            <a:off x="7090252" y="3224655"/>
            <a:ext cx="1265092" cy="0"/>
          </a:xfrm>
          <a:prstGeom prst="line">
            <a:avLst/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5E25277A-D636-FCC6-11E3-047F5354DAA0}"/>
              </a:ext>
            </a:extLst>
          </p:cNvPr>
          <p:cNvSpPr/>
          <p:nvPr/>
        </p:nvSpPr>
        <p:spPr bwMode="ltGray">
          <a:xfrm>
            <a:off x="8355344" y="2562311"/>
            <a:ext cx="3311236" cy="1324687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P Forma DJR Office" pitchFamily="2" charset="0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99E5C62-455E-2852-6AF6-71538CDBFC32}"/>
              </a:ext>
            </a:extLst>
          </p:cNvPr>
          <p:cNvSpPr/>
          <p:nvPr/>
        </p:nvSpPr>
        <p:spPr bwMode="ltGray">
          <a:xfrm>
            <a:off x="8368045" y="4292667"/>
            <a:ext cx="3311236" cy="1324687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P Forma DJR Office" pitchFamily="2" charset="0"/>
            </a:endParaRPr>
          </a:p>
        </p:txBody>
      </p:sp>
      <p:cxnSp>
        <p:nvCxnSpPr>
          <p:cNvPr id="45" name="Connector: Elbow 28">
            <a:extLst>
              <a:ext uri="{FF2B5EF4-FFF2-40B4-BE49-F238E27FC236}">
                <a16:creationId xmlns:a16="http://schemas.microsoft.com/office/drawing/2014/main" id="{F1465992-EFDE-A7A7-3B05-F9E4E1A446E1}"/>
              </a:ext>
            </a:extLst>
          </p:cNvPr>
          <p:cNvCxnSpPr>
            <a:stCxn id="40" idx="1"/>
            <a:endCxn id="44" idx="1"/>
          </p:cNvCxnSpPr>
          <p:nvPr/>
        </p:nvCxnSpPr>
        <p:spPr bwMode="black">
          <a:xfrm rot="10800000" flipV="1">
            <a:off x="8368045" y="1494299"/>
            <a:ext cx="12700" cy="3460712"/>
          </a:xfrm>
          <a:prstGeom prst="bentConnector3">
            <a:avLst>
              <a:gd name="adj1" fmla="val 4745449"/>
            </a:avLst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EDECF475-DA5F-3E16-7688-A90B5B077A64}"/>
              </a:ext>
            </a:extLst>
          </p:cNvPr>
          <p:cNvSpPr txBox="1"/>
          <p:nvPr/>
        </p:nvSpPr>
        <p:spPr>
          <a:xfrm>
            <a:off x="9512500" y="1193508"/>
            <a:ext cx="1917699" cy="81560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</a:rPr>
              <a:t>Інференс моделей
Запуск LLM та інших моделей
у великих масштабах</a:t>
            </a:r>
            <a:b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P Forma DJR Office" pitchFamily="2" charset="0"/>
              </a:rPr>
            </a:b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P Forma DJR Office" pitchFamily="2" charset="0"/>
              </a:rPr>
              <a:t/>
            </a:r>
            <a:b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P Forma DJR Office" pitchFamily="2" charset="0"/>
              </a:rPr>
            </a:b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P Forma DJR Office" pitchFamily="2" charset="0"/>
              </a:rPr>
              <a:t/>
            </a:r>
            <a:b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P Forma DJR Office" pitchFamily="2" charset="0"/>
              </a:rPr>
            </a:br>
            <a:endParaRPr kumimoji="0" lang="en-US" sz="13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HP Forma DJR Office" pitchFamily="2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2F9F19E-57A0-37B6-E4F9-B04343AE6F8D}"/>
              </a:ext>
            </a:extLst>
          </p:cNvPr>
          <p:cNvSpPr txBox="1"/>
          <p:nvPr/>
        </p:nvSpPr>
        <p:spPr>
          <a:xfrm>
            <a:off x="9458712" y="2792929"/>
            <a:ext cx="1595516" cy="12618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</a:rPr>
              <a:t>Сумісні з OpenAI API
Безперешкодна інтеграція з вашими додатками</a:t>
            </a:r>
            <a:r>
              <a:rPr lang="en-US" sz="1600" dirty="0">
                <a:solidFill>
                  <a:schemeClr val="bg1"/>
                </a:solidFill>
                <a:latin typeface="+mj-lt"/>
              </a:rPr>
              <a:t/>
            </a:r>
            <a:r>
              <a:rPr kumimoji="0" lang="en-US" sz="160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</a:rPr>
              <a:t/>
            </a: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</a:rPr>
              <a:t/>
            </a:r>
            <a:b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P Forma DJR Office" pitchFamily="2" charset="0"/>
              </a:rPr>
            </a:b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P Forma DJR Office" pitchFamily="2" charset="0"/>
              </a:rPr>
              <a:t/>
            </a:r>
            <a:b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P Forma DJR Office" pitchFamily="2" charset="0"/>
              </a:rPr>
            </a:br>
            <a:b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P Forma DJR Office" pitchFamily="2" charset="0"/>
              </a:rPr>
            </a:br>
            <a:endParaRPr kumimoji="0" lang="en-US" sz="13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HP Forma DJR Office" pitchFamily="2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48A245E-7FA0-9644-F08D-B7942229DB51}"/>
              </a:ext>
            </a:extLst>
          </p:cNvPr>
          <p:cNvSpPr txBox="1"/>
          <p:nvPr/>
        </p:nvSpPr>
        <p:spPr>
          <a:xfrm>
            <a:off x="9459235" y="4520886"/>
            <a:ext cx="1970964" cy="12618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</a:rPr>
              <a:t>Висока продуктивність
у великих масштабах
Низька затримка, висока пропускна здатність, паралельні робочі навантаження</a:t>
            </a:r>
            <a:b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</a:rPr>
            </a:b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</a:rPr>
              <a:t/>
            </a:r>
            <a:b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P Forma DJR Office" pitchFamily="2" charset="0"/>
              </a:rPr>
            </a:b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P Forma DJR Office" pitchFamily="2" charset="0"/>
              </a:rPr>
              <a:t/>
            </a:r>
            <a:b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P Forma DJR Office" pitchFamily="2" charset="0"/>
              </a:rPr>
            </a:br>
            <a:b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P Forma DJR Office" pitchFamily="2" charset="0"/>
              </a:rPr>
            </a:br>
            <a:endParaRPr kumimoji="0" lang="en-US" sz="13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HP Forma DJR Office" pitchFamily="2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E66CFFB-32A0-5497-0015-7DFEE48215C2}"/>
              </a:ext>
            </a:extLst>
          </p:cNvPr>
          <p:cNvSpPr txBox="1"/>
          <p:nvPr/>
        </p:nvSpPr>
        <p:spPr>
          <a:xfrm>
            <a:off x="457200" y="4955010"/>
            <a:ext cx="5338296" cy="105157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P Forma DJR Office" pitchFamily="2" charset="0"/>
              </a:rPr>
              <a:t>Попередньо налаштовані стеки та CLI-орієнтовані робочі процеси для переходу від моделі до інференсу за лічені хвилини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0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HP Forma DJR Office" pitchFamily="2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28E9828-8F64-BF2D-7917-103B83F44682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577"/>
                    </a14:imgEffect>
                    <a14:imgEffect>
                      <a14:saturation sat="93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168619" y="2503296"/>
            <a:ext cx="1280158" cy="1442716"/>
          </a:xfrm>
          <a:prstGeom prst="rect">
            <a:avLst/>
          </a:prstGeom>
        </p:spPr>
      </p:pic>
      <p:pic>
        <p:nvPicPr>
          <p:cNvPr id="3" name="Graphic 2" descr="Download from cloud outline">
            <a:extLst>
              <a:ext uri="{FF2B5EF4-FFF2-40B4-BE49-F238E27FC236}">
                <a16:creationId xmlns:a16="http://schemas.microsoft.com/office/drawing/2014/main" id="{B673F07B-30D5-6F4F-A337-E207658B841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38328" y="1149395"/>
            <a:ext cx="685572" cy="685572"/>
          </a:xfrm>
          <a:prstGeom prst="rect">
            <a:avLst/>
          </a:prstGeom>
        </p:spPr>
      </p:pic>
      <p:pic>
        <p:nvPicPr>
          <p:cNvPr id="4" name="Graphic 3" descr="Speedometer Middle outline">
            <a:extLst>
              <a:ext uri="{FF2B5EF4-FFF2-40B4-BE49-F238E27FC236}">
                <a16:creationId xmlns:a16="http://schemas.microsoft.com/office/drawing/2014/main" id="{B943FCF4-D49B-871E-EAF7-2C4384C763F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38328" y="4547820"/>
            <a:ext cx="692726" cy="69272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6364D6F-3C18-C97F-E360-C63C5EFCF3F8}"/>
              </a:ext>
            </a:extLst>
          </p:cNvPr>
          <p:cNvSpPr/>
          <p:nvPr/>
        </p:nvSpPr>
        <p:spPr>
          <a:xfrm>
            <a:off x="8619565" y="2874014"/>
            <a:ext cx="635668" cy="63566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none">
            <a:schemeClr val="tx1"/>
          </a:fontRef>
        </p:style>
        <p:txBody>
          <a:bodyPr rtlCol="0" anchor="ctr"/>
          <a:lstStyle/>
          <a:p>
            <a:pPr algn="l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F60EFD2-8551-7AA6-08AF-B11CBC281136}"/>
              </a:ext>
            </a:extLst>
          </p:cNvPr>
          <p:cNvSpPr txBox="1"/>
          <p:nvPr/>
        </p:nvSpPr>
        <p:spPr>
          <a:xfrm>
            <a:off x="8605014" y="3075719"/>
            <a:ext cx="66001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API</a:t>
            </a:r>
          </a:p>
        </p:txBody>
      </p:sp>
      <p:pic>
        <p:nvPicPr>
          <p:cNvPr id="8" name="Graphic 7" descr="Cmd Terminal with solid fill">
            <a:extLst>
              <a:ext uri="{FF2B5EF4-FFF2-40B4-BE49-F238E27FC236}">
                <a16:creationId xmlns:a16="http://schemas.microsoft.com/office/drawing/2014/main" id="{BCB80463-E249-495C-274B-CB800F8FA41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330007" y="2802174"/>
            <a:ext cx="742659" cy="74265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34217D0-0783-CC58-A7B1-581F4B891EDC}"/>
              </a:ext>
            </a:extLst>
          </p:cNvPr>
          <p:cNvSpPr txBox="1"/>
          <p:nvPr/>
        </p:nvSpPr>
        <p:spPr>
          <a:xfrm>
            <a:off x="5353611" y="2580408"/>
            <a:ext cx="2120725" cy="137710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</a:rPr>
              <a:t>Z Runtime</a:t>
            </a:r>
            <a:endParaRPr kumimoji="0" lang="en-US" sz="160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</a:endParaRPr>
          </a:p>
          <a:p>
            <a:pPr marL="0" marR="0" lvl="0" indent="0" algn="l" defTabSz="914400" rtl="0" eaLnBrk="1" fontAlgn="auto" latinLnBrk="0" hangingPunct="1">
              <a:lnSpc>
                <a:spcPts val="118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P Forma DJR Office" pitchFamily="2" charset="0"/>
              </a:rPr>
              <a:t>Pull Models</a:t>
            </a:r>
          </a:p>
          <a:p>
            <a:pPr marL="0" marR="0" lvl="0" indent="0" algn="l" defTabSz="914400" rtl="0" eaLnBrk="1" fontAlgn="auto" latinLnBrk="0" hangingPunct="1">
              <a:lnSpc>
                <a:spcPts val="118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P Forma DJR Office" pitchFamily="2" charset="0"/>
              </a:rPr>
              <a:t>Start Inference Service</a:t>
            </a:r>
          </a:p>
          <a:p>
            <a:pPr marL="0" marR="0" lvl="0" indent="0" algn="l" defTabSz="914400" rtl="0" eaLnBrk="1" fontAlgn="auto" latinLnBrk="0" hangingPunct="1">
              <a:lnSpc>
                <a:spcPts val="118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P Forma DJR Office" pitchFamily="2" charset="0"/>
              </a:rPr>
              <a:t>Create Endpoints</a:t>
            </a:r>
          </a:p>
          <a:p>
            <a:pPr marL="0" marR="0" lvl="0" indent="0" algn="l" defTabSz="914400" rtl="0" eaLnBrk="1" fontAlgn="auto" latinLnBrk="0" hangingPunct="1">
              <a:lnSpc>
                <a:spcPts val="118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P Forma DJR Office" pitchFamily="2" charset="0"/>
              </a:rPr>
              <a:t>Monitor &amp; Manage</a:t>
            </a:r>
          </a:p>
        </p:txBody>
      </p:sp>
    </p:spTree>
    <p:extLst>
      <p:ext uri="{BB962C8B-B14F-4D97-AF65-F5344CB8AC3E}">
        <p14:creationId xmlns:p14="http://schemas.microsoft.com/office/powerpoint/2010/main" val="1220308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1120E3C6-A988-9932-83EE-BB21AE50464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4285"/>
          <a:stretch>
            <a:fillRect/>
          </a:stretch>
        </p:blipFill>
        <p:spPr>
          <a:xfrm>
            <a:off x="30480" y="6240778"/>
            <a:ext cx="573096" cy="548641"/>
          </a:xfrm>
          <a:prstGeom prst="rect">
            <a:avLst/>
          </a:prstGeom>
        </p:spPr>
      </p:pic>
      <p:sp>
        <p:nvSpPr>
          <p:cNvPr id="4" name="Text 2"/>
          <p:cNvSpPr/>
          <p:nvPr/>
        </p:nvSpPr>
        <p:spPr>
          <a:xfrm>
            <a:off x="640080" y="7315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Від експериментів до виробництва</a:t>
            </a: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P Forma DJR Office" pitchFamily="2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40080" y="132588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Одна платформа, два рівні: почніть розробку на Nano, масштабуйте до Fury, коли ваші робочі навантаження цього вимагають.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P Forma DJR Office" pitchFamily="2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40080" y="2011680"/>
            <a:ext cx="5029200" cy="457200"/>
          </a:xfrm>
          <a:prstGeom prst="rect">
            <a:avLst/>
          </a:prstGeom>
          <a:solidFill>
            <a:schemeClr val="tx2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P Forma DJR Office" pitchFamily="2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640080" y="20116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HP ZGX Nano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P Forma DJR Office" pitchFamily="2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640080" y="25603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1" u="none" strike="noStrike" kern="1200" cap="none" spc="0" normalizeH="0" baseline="0" noProof="0">
                <a:ln>
                  <a:noFill/>
                </a:ln>
                <a:solidFill>
                  <a:srgbClr val="0096D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Де починається розробка ШІ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P Forma DJR Office" pitchFamily="2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640080" y="2880360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Експериментуйте, доопрацьовуйте та перевіряйте локально — без хмарних витрат, без виведення даних за межі вашого офісу. Призначено для: Розробників ШІ, які ітеративно працюють з моделями до 70 млрд параметрів (доопрацювання) та 200 млрд параметрів (локальний висновок). Ідеально підходить для прототипування, доопрацювання за допомогою LoRA/QLoRA та розробки концепційних доказів.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P Forma DJR Office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P Forma DJR Office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P Forma DJR Office" pitchFamily="2" charset="0"/>
            </a:endParaRPr>
          </a:p>
        </p:txBody>
      </p:sp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640080" y="4434840"/>
          <a:ext cx="5029200" cy="114300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Характеристики</a:t>
                      </a:r>
                      <a:endParaRPr lang="en-US" sz="900">
                        <a:solidFill>
                          <a:schemeClr val="tx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Деталі</a:t>
                      </a:r>
                      <a:endParaRPr lang="en-US" sz="900">
                        <a:solidFill>
                          <a:schemeClr val="tx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GPU</a:t>
                      </a:r>
                      <a:endParaRPr lang="en-US" sz="9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NVIDIA GB10 Grace Blackwell</a:t>
                      </a:r>
                      <a:endParaRPr lang="en-US" sz="9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Пам'ять</a:t>
                      </a:r>
                      <a:endParaRPr lang="en-US" sz="9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128 ГБ когерентної об'єднаної (273 ГБ/с)</a:t>
                      </a:r>
                      <a:endParaRPr lang="en-US" sz="9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Тензорна продуктивність</a:t>
                      </a:r>
                      <a:endParaRPr lang="en-US" sz="9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До 1 PFLOP FP4</a:t>
                      </a:r>
                      <a:endParaRPr lang="en-US" sz="9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Форм-фактор</a:t>
                      </a:r>
                      <a:endParaRPr lang="en-US" sz="9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Компактний настільний ПК — 240 Вт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5699762" y="33832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024AD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Масштабування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24AD8"/>
              </a:solidFill>
              <a:effectLst/>
              <a:uLnTx/>
              <a:uFillTx/>
              <a:latin typeface="HP Forma DJR Office" pitchFamily="2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6492240" y="2011680"/>
            <a:ext cx="5029200" cy="45720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P Forma DJR Office" pitchFamily="2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6492240" y="20116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HP ZGX Fury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P Forma DJR Office" pitchFamily="2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6492240" y="25603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1" u="none" strike="noStrike" kern="1200" cap="none" spc="0" normalizeH="0" baseline="0" noProof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Де ШІ виходить на виробництво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P Forma DJR Office" pitchFamily="2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6492240" y="2880360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Запускайте виробничий висновок на рівні відділу — обслуговуйте кількох одночасних користувачів за допомогою моделей світового рівня на власній інфраструктурі. Призначено для: Команд, які впроваджують виробничі сервіси ШІ, виконують доопрацювання великих масштабів та забезпечують високопродуктивний висновок для корпоративних застосунків. Інфраструктура ШІ для відділу без необхідності у створенні дата-центру.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P Forma DJR Office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P Forma DJR Office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P Forma DJR Office" pitchFamily="2" charset="0"/>
            </a:endParaRPr>
          </a:p>
        </p:txBody>
      </p:sp>
      <p:graphicFrame>
        <p:nvGraphicFramePr>
          <p:cNvPr id="18" name="Table 1"/>
          <p:cNvGraphicFramePr>
            <a:graphicFrameLocks noGrp="1"/>
          </p:cNvGraphicFramePr>
          <p:nvPr/>
        </p:nvGraphicFramePr>
        <p:xfrm>
          <a:off x="6492240" y="4434840"/>
          <a:ext cx="5029200" cy="114300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Характеристики</a:t>
                      </a:r>
                      <a:endParaRPr lang="en-US" sz="9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Деталі</a:t>
                      </a:r>
                      <a:endParaRPr lang="en-US" sz="9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GPU</a:t>
                      </a:r>
                      <a:endParaRPr lang="en-US" sz="9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1x NVIDIA Blackwell Ultra (GB300)</a:t>
                      </a:r>
                      <a:endParaRPr lang="en-US" sz="9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Пам'ять</a:t>
                      </a:r>
                      <a:endParaRPr lang="en-US" sz="9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748 ГБ когерентної (7,1 ТБ/с HBM3e + 396 ГБ/с)</a:t>
                      </a:r>
                      <a:endParaRPr lang="en-US" sz="9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ЦП</a:t>
                      </a:r>
                      <a:endParaRPr lang="en-US" sz="9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72-ядерний Grace Neoverse V2</a:t>
                      </a:r>
                      <a:endParaRPr lang="en-US" sz="9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Форм-фактор</a:t>
                      </a:r>
                      <a:endParaRPr lang="en-US" sz="9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Баштовий / 5U стійковий — з рідинним охолодженням, 1600 Вт</a:t>
                      </a:r>
                      <a:endParaRPr lang="en-US" sz="9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9" name="Shape 15"/>
          <p:cNvSpPr/>
          <p:nvPr/>
        </p:nvSpPr>
        <p:spPr>
          <a:xfrm>
            <a:off x="0" y="5760720"/>
            <a:ext cx="12161520" cy="64008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P Forma DJR Office" pitchFamily="2" charset="0"/>
            </a:endParaRPr>
          </a:p>
        </p:txBody>
      </p:sp>
      <p:sp>
        <p:nvSpPr>
          <p:cNvPr id="20" name="Text 16"/>
          <p:cNvSpPr/>
          <p:nvPr/>
        </p:nvSpPr>
        <p:spPr>
          <a:xfrm>
            <a:off x="640080" y="58064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Платформа ZGX усуває хибний вибір між локальним та хмарним рішенням. Почніть з Nano — експериментуйте вільно, швидко ітеруйте, зберігайте дані локально. Коли ви будете готові до виробничого висновку або більш складного доопрацювання, масштабуйте до Fury, не змінюючи свій робочий процес, а якщо все ще потрібна більша потужність, переходьте до хмари</a:t>
            </a: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P Forma DJR Office" pitchFamily="2" charset="0"/>
            </a:endParaRPr>
          </a:p>
        </p:txBody>
      </p:sp>
      <p:sp>
        <p:nvSpPr>
          <p:cNvPr id="21" name="Text 17"/>
          <p:cNvSpPr/>
          <p:nvPr/>
        </p:nvSpPr>
        <p:spPr>
          <a:xfrm>
            <a:off x="8686800" y="64922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HP Restricted. Виключно для внутрішнього використання в HP.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P Forma DJR Office" pitchFamily="2" charset="0"/>
            </a:endParaRPr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6C9DBB16-04B7-0E2A-62BD-035BD8DC3AE2}"/>
              </a:ext>
            </a:extLst>
          </p:cNvPr>
          <p:cNvSpPr/>
          <p:nvPr/>
        </p:nvSpPr>
        <p:spPr>
          <a:xfrm>
            <a:off x="5916706" y="3153335"/>
            <a:ext cx="376518" cy="184225"/>
          </a:xfrm>
          <a:prstGeom prst="rightArrow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none">
            <a:schemeClr val="tx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P Forma DJR Office" pitchFamily="2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B818A9-5E7D-C720-D249-D5BD48E60D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3DB6574-0A2E-FD5C-55E9-28E6A1C612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41471"/>
            <a:ext cx="11278800" cy="393300"/>
          </a:xfrm>
        </p:spPr>
        <p:txBody>
          <a:bodyPr/>
          <a:lstStyle/>
          <a:p>
            <a:r>
              <a:rPr lang="en-US" dirty="0"/>
              <a:t>Правильний інструмент для правильного навантаження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449D0DE-2404-D542-B165-20CE7724FB7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834770"/>
            <a:ext cx="11278800" cy="295967"/>
          </a:xfrm>
        </p:spPr>
        <p:txBody>
          <a:bodyPr/>
          <a:lstStyle/>
          <a:p>
            <a:r>
              <a:rPr lang="en-US" dirty="0"/>
              <a:t>Хмарні та локальні рішення задовольняють різні потреби. Ось як зробити правильний вибір.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20" name="Shape 16">
            <a:extLst>
              <a:ext uri="{FF2B5EF4-FFF2-40B4-BE49-F238E27FC236}">
                <a16:creationId xmlns:a16="http://schemas.microsoft.com/office/drawing/2014/main" id="{A6C8F75C-2B87-F768-BA35-0234BD2958A9}"/>
              </a:ext>
            </a:extLst>
          </p:cNvPr>
          <p:cNvSpPr/>
          <p:nvPr/>
        </p:nvSpPr>
        <p:spPr>
          <a:xfrm>
            <a:off x="457200" y="4859166"/>
            <a:ext cx="10728960" cy="1026546"/>
          </a:xfrm>
          <a:prstGeom prst="rect">
            <a:avLst/>
          </a:prstGeom>
          <a:solidFill>
            <a:schemeClr val="tx2"/>
          </a:solidFill>
          <a:ln w="19050">
            <a:noFill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HP Forma DJR Office" pitchFamily="2" charset="0"/>
            </a:endParaRPr>
          </a:p>
        </p:txBody>
      </p:sp>
      <p:sp>
        <p:nvSpPr>
          <p:cNvPr id="33" name="Footer Placeholder 5">
            <a:extLst>
              <a:ext uri="{FF2B5EF4-FFF2-40B4-BE49-F238E27FC236}">
                <a16:creationId xmlns:a16="http://schemas.microsoft.com/office/drawing/2014/main" id="{C25BD500-569C-8DCB-9811-91402E1EE53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6396505" y="6316162"/>
            <a:ext cx="5339495" cy="107722"/>
          </a:xfrm>
        </p:spPr>
        <p:txBody>
          <a:bodyPr/>
          <a:lstStyle/>
          <a:p>
            <a:r>
              <a:rPr lang="en-US" dirty="0"/>
              <a:t>HP Restricted. Тільки для внутрішнього використання в HP.</a:t>
            </a:r>
          </a:p>
        </p:txBody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BC0D69A3-6BC5-2421-D05D-7D24AE00436E}"/>
              </a:ext>
            </a:extLst>
          </p:cNvPr>
          <p:cNvSpPr/>
          <p:nvPr/>
        </p:nvSpPr>
        <p:spPr>
          <a:xfrm>
            <a:off x="457200" y="1517348"/>
            <a:ext cx="5242560" cy="487680"/>
          </a:xfrm>
          <a:prstGeom prst="rect">
            <a:avLst/>
          </a:prstGeom>
          <a:solidFill>
            <a:srgbClr val="024AD8"/>
          </a:solidFill>
          <a:ln/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HP Forma DJR Office" pitchFamily="2" charset="0"/>
            </a:endParaRPr>
          </a:p>
        </p:txBody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591C6DD7-D6BF-FA50-C1D5-679C61710CE9}"/>
              </a:ext>
            </a:extLst>
          </p:cNvPr>
          <p:cNvSpPr/>
          <p:nvPr/>
        </p:nvSpPr>
        <p:spPr>
          <a:xfrm>
            <a:off x="579120" y="1578308"/>
            <a:ext cx="499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dirty="0">
                <a:solidFill>
                  <a:srgbClr val="FFFFFF"/>
                </a:solidFill>
                <a:latin typeface="+mj-lt"/>
                <a:ea typeface="Arial" pitchFamily="34" charset="-122"/>
                <a:cs typeface="Arial" pitchFamily="34" charset="-120"/>
              </a:rPr>
              <a:t>Коли ZGX Fury є оптимальним вибором</a:t>
            </a:r>
            <a:endParaRPr lang="en-US" dirty="0">
              <a:solidFill>
                <a:prstClr val="black"/>
              </a:solidFill>
              <a:latin typeface="+mj-lt"/>
            </a:endParaRPr>
          </a:p>
        </p:txBody>
      </p:sp>
      <p:sp>
        <p:nvSpPr>
          <p:cNvPr id="12" name="Text 5">
            <a:extLst>
              <a:ext uri="{FF2B5EF4-FFF2-40B4-BE49-F238E27FC236}">
                <a16:creationId xmlns:a16="http://schemas.microsoft.com/office/drawing/2014/main" id="{41556292-AD27-DD95-22F7-FD6ED96540F6}"/>
              </a:ext>
            </a:extLst>
          </p:cNvPr>
          <p:cNvSpPr/>
          <p:nvPr/>
        </p:nvSpPr>
        <p:spPr>
          <a:xfrm>
            <a:off x="579120" y="2126948"/>
            <a:ext cx="499872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500" dirty="0">
                <a:solidFill>
                  <a:srgbClr val="333333"/>
                </a:solidFill>
                <a:latin typeface="HP Forma DJR Office" pitchFamily="2" charset="0"/>
                <a:ea typeface="Arial" pitchFamily="34" charset="-122"/>
                <a:cs typeface="Arial" pitchFamily="34" charset="-120"/>
              </a:rPr>
              <a:t>✓ Дані не можуть покидати ваші приміщення (HIPAA, ITAR, інтелектуальна власність)</a:t>
            </a:r>
            <a:endParaRPr lang="en-US" sz="1500" dirty="0">
              <a:solidFill>
                <a:prstClr val="black"/>
              </a:solidFill>
              <a:latin typeface="HP Forma DJR Office" pitchFamily="2" charset="0"/>
            </a:endParaRPr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15307B10-32A6-F1DC-47C3-283F204328C8}"/>
              </a:ext>
            </a:extLst>
          </p:cNvPr>
          <p:cNvSpPr/>
          <p:nvPr/>
        </p:nvSpPr>
        <p:spPr>
          <a:xfrm>
            <a:off x="579120" y="2635247"/>
            <a:ext cx="499872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500" dirty="0">
                <a:solidFill>
                  <a:srgbClr val="333333"/>
                </a:solidFill>
                <a:latin typeface="HP Forma DJR Office" pitchFamily="2" charset="0"/>
                <a:ea typeface="Arial" pitchFamily="34" charset="-122"/>
                <a:cs typeface="Arial" pitchFamily="34" charset="-120"/>
              </a:rPr>
              <a:t>✓ Витрати на хмарні послуги стали проблемою</a:t>
            </a:r>
            <a:endParaRPr lang="en-US" sz="1500" dirty="0">
              <a:solidFill>
                <a:prstClr val="black"/>
              </a:solidFill>
              <a:latin typeface="HP Forma DJR Office" pitchFamily="2" charset="0"/>
            </a:endParaRPr>
          </a:p>
        </p:txBody>
      </p:sp>
      <p:sp>
        <p:nvSpPr>
          <p:cNvPr id="17" name="Text 7">
            <a:extLst>
              <a:ext uri="{FF2B5EF4-FFF2-40B4-BE49-F238E27FC236}">
                <a16:creationId xmlns:a16="http://schemas.microsoft.com/office/drawing/2014/main" id="{A0055335-474D-7E1F-A4B3-DB5140A5B9A6}"/>
              </a:ext>
            </a:extLst>
          </p:cNvPr>
          <p:cNvSpPr/>
          <p:nvPr/>
        </p:nvSpPr>
        <p:spPr>
          <a:xfrm>
            <a:off x="579120" y="3143546"/>
            <a:ext cx="499872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500">
                <a:solidFill>
                  <a:srgbClr val="333333"/>
                </a:solidFill>
                <a:latin typeface="HP Forma DJR Office" pitchFamily="2" charset="0"/>
                <a:ea typeface="Arial" pitchFamily="34" charset="-122"/>
                <a:cs typeface="Arial" pitchFamily="34" charset="-120"/>
              </a:rPr>
              <a:t>✓ Черги затримують розробку вашої AI-команди</a:t>
            </a:r>
            <a:endParaRPr lang="en-US" sz="1500">
              <a:solidFill>
                <a:prstClr val="black"/>
              </a:solidFill>
              <a:latin typeface="HP Forma DJR Office" pitchFamily="2" charset="0"/>
            </a:endParaRPr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3ADFED93-0D0C-D8A1-B85D-E4F177453E13}"/>
              </a:ext>
            </a:extLst>
          </p:cNvPr>
          <p:cNvSpPr/>
          <p:nvPr/>
        </p:nvSpPr>
        <p:spPr>
          <a:xfrm>
            <a:off x="579120" y="3651845"/>
            <a:ext cx="499872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500" dirty="0">
                <a:solidFill>
                  <a:srgbClr val="333333"/>
                </a:solidFill>
                <a:latin typeface="HP Forma DJR Office" pitchFamily="2" charset="0"/>
                <a:ea typeface="Arial" pitchFamily="34" charset="-122"/>
                <a:cs typeface="Arial" pitchFamily="34" charset="-120"/>
              </a:rPr>
              <a:t>✓ Вам потрібна детермінована затримка для продуктивного середовища</a:t>
            </a:r>
            <a:endParaRPr lang="en-US" sz="1500" dirty="0">
              <a:solidFill>
                <a:prstClr val="black"/>
              </a:solidFill>
              <a:latin typeface="HP Forma DJR Office" pitchFamily="2" charset="0"/>
            </a:endParaRPr>
          </a:p>
        </p:txBody>
      </p:sp>
      <p:sp>
        <p:nvSpPr>
          <p:cNvPr id="19" name="Text 9">
            <a:extLst>
              <a:ext uri="{FF2B5EF4-FFF2-40B4-BE49-F238E27FC236}">
                <a16:creationId xmlns:a16="http://schemas.microsoft.com/office/drawing/2014/main" id="{94F03A8C-3FC8-9799-CDE8-4D6AE496509E}"/>
              </a:ext>
            </a:extLst>
          </p:cNvPr>
          <p:cNvSpPr/>
          <p:nvPr/>
        </p:nvSpPr>
        <p:spPr>
          <a:xfrm>
            <a:off x="579120" y="4160144"/>
            <a:ext cx="499872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500">
                <a:solidFill>
                  <a:srgbClr val="333333"/>
                </a:solidFill>
                <a:latin typeface="HP Forma DJR Office" pitchFamily="2" charset="0"/>
                <a:ea typeface="Arial" pitchFamily="34" charset="-122"/>
                <a:cs typeface="Arial" pitchFamily="34" charset="-120"/>
              </a:rPr>
              <a:t>✓ Ви хочете передбачуваних капітальних витрат (CapEx), а не змінних операційних витрат (OpEx)</a:t>
            </a:r>
            <a:endParaRPr lang="en-US" sz="1500">
              <a:solidFill>
                <a:prstClr val="black"/>
              </a:solidFill>
              <a:latin typeface="HP Forma DJR Office" pitchFamily="2" charset="0"/>
            </a:endParaRPr>
          </a:p>
        </p:txBody>
      </p:sp>
      <p:sp>
        <p:nvSpPr>
          <p:cNvPr id="34" name="Shape 10">
            <a:extLst>
              <a:ext uri="{FF2B5EF4-FFF2-40B4-BE49-F238E27FC236}">
                <a16:creationId xmlns:a16="http://schemas.microsoft.com/office/drawing/2014/main" id="{48A75EB7-D63C-0EDA-A3CC-1B224185ADE7}"/>
              </a:ext>
            </a:extLst>
          </p:cNvPr>
          <p:cNvSpPr/>
          <p:nvPr/>
        </p:nvSpPr>
        <p:spPr>
          <a:xfrm>
            <a:off x="5943600" y="1517348"/>
            <a:ext cx="5242560" cy="487680"/>
          </a:xfrm>
          <a:prstGeom prst="rect">
            <a:avLst/>
          </a:prstGeom>
          <a:solidFill>
            <a:schemeClr val="bg1">
              <a:lumMod val="85000"/>
            </a:schemeClr>
          </a:solidFill>
          <a:ln/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HP Forma DJR Office" pitchFamily="2" charset="0"/>
            </a:endParaRPr>
          </a:p>
        </p:txBody>
      </p:sp>
      <p:sp>
        <p:nvSpPr>
          <p:cNvPr id="35" name="Text 11">
            <a:extLst>
              <a:ext uri="{FF2B5EF4-FFF2-40B4-BE49-F238E27FC236}">
                <a16:creationId xmlns:a16="http://schemas.microsoft.com/office/drawing/2014/main" id="{008FECB4-12F7-57C4-A8EB-8D4D8BC44113}"/>
              </a:ext>
            </a:extLst>
          </p:cNvPr>
          <p:cNvSpPr/>
          <p:nvPr/>
        </p:nvSpPr>
        <p:spPr>
          <a:xfrm>
            <a:off x="6065520" y="1578308"/>
            <a:ext cx="499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dirty="0">
                <a:latin typeface="+mj-lt"/>
                <a:ea typeface="Arial" pitchFamily="34" charset="-122"/>
                <a:cs typeface="Arial" pitchFamily="34" charset="-120"/>
              </a:rPr>
              <a:t>Коли хмарні рішення залишаються оптимальним вибором</a:t>
            </a:r>
            <a:endParaRPr lang="en-US" dirty="0">
              <a:latin typeface="+mj-lt"/>
            </a:endParaRPr>
          </a:p>
        </p:txBody>
      </p:sp>
      <p:sp>
        <p:nvSpPr>
          <p:cNvPr id="36" name="Text 12">
            <a:extLst>
              <a:ext uri="{FF2B5EF4-FFF2-40B4-BE49-F238E27FC236}">
                <a16:creationId xmlns:a16="http://schemas.microsoft.com/office/drawing/2014/main" id="{57378CCB-89D0-BE6D-EA6F-DF837C95F409}"/>
              </a:ext>
            </a:extLst>
          </p:cNvPr>
          <p:cNvSpPr/>
          <p:nvPr/>
        </p:nvSpPr>
        <p:spPr>
          <a:xfrm>
            <a:off x="6065520" y="2126948"/>
            <a:ext cx="499872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500">
                <a:solidFill>
                  <a:srgbClr val="333333"/>
                </a:solidFill>
                <a:latin typeface="HP Forma DJR Office" pitchFamily="2" charset="0"/>
                <a:ea typeface="Arial" pitchFamily="34" charset="-122"/>
                <a:cs typeface="Arial" pitchFamily="34" charset="-120"/>
              </a:rPr>
              <a:t>✓ Ви експериментуєте та потребуєте еластичного масштабування</a:t>
            </a:r>
            <a:endParaRPr lang="en-US" sz="1500">
              <a:solidFill>
                <a:prstClr val="black"/>
              </a:solidFill>
              <a:latin typeface="HP Forma DJR Office" pitchFamily="2" charset="0"/>
            </a:endParaRPr>
          </a:p>
        </p:txBody>
      </p:sp>
      <p:sp>
        <p:nvSpPr>
          <p:cNvPr id="37" name="Text 13">
            <a:extLst>
              <a:ext uri="{FF2B5EF4-FFF2-40B4-BE49-F238E27FC236}">
                <a16:creationId xmlns:a16="http://schemas.microsoft.com/office/drawing/2014/main" id="{A117CB05-8176-459D-C3D3-84E9A57147F4}"/>
              </a:ext>
            </a:extLst>
          </p:cNvPr>
          <p:cNvSpPr/>
          <p:nvPr/>
        </p:nvSpPr>
        <p:spPr>
          <a:xfrm>
            <a:off x="6065520" y="2635247"/>
            <a:ext cx="499872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500">
                <a:solidFill>
                  <a:srgbClr val="333333"/>
                </a:solidFill>
                <a:latin typeface="HP Forma DJR Office" pitchFamily="2" charset="0"/>
                <a:ea typeface="Arial" pitchFamily="34" charset="-122"/>
                <a:cs typeface="Arial" pitchFamily="34" charset="-120"/>
              </a:rPr>
              <a:t>✓ Навантаження є піковим та непередбачуваним</a:t>
            </a:r>
            <a:endParaRPr lang="en-US" sz="1500">
              <a:solidFill>
                <a:prstClr val="black"/>
              </a:solidFill>
              <a:latin typeface="HP Forma DJR Office" pitchFamily="2" charset="0"/>
            </a:endParaRPr>
          </a:p>
        </p:txBody>
      </p:sp>
      <p:sp>
        <p:nvSpPr>
          <p:cNvPr id="38" name="Text 14">
            <a:extLst>
              <a:ext uri="{FF2B5EF4-FFF2-40B4-BE49-F238E27FC236}">
                <a16:creationId xmlns:a16="http://schemas.microsoft.com/office/drawing/2014/main" id="{F2DA3EF2-BBEE-075A-9EEF-9B1E8A87B254}"/>
              </a:ext>
            </a:extLst>
          </p:cNvPr>
          <p:cNvSpPr/>
          <p:nvPr/>
        </p:nvSpPr>
        <p:spPr>
          <a:xfrm>
            <a:off x="6065520" y="3143546"/>
            <a:ext cx="499872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500">
                <a:solidFill>
                  <a:srgbClr val="333333"/>
                </a:solidFill>
                <a:latin typeface="HP Forma DJR Office" pitchFamily="2" charset="0"/>
                <a:ea typeface="Arial" pitchFamily="34" charset="-122"/>
                <a:cs typeface="Arial" pitchFamily="34" charset="-120"/>
              </a:rPr>
              <a:t>✓ Відсутні обмеження щодо місця обробки даних з точки зору комплаєнсу</a:t>
            </a:r>
            <a:endParaRPr lang="en-US" sz="1500">
              <a:solidFill>
                <a:prstClr val="black"/>
              </a:solidFill>
              <a:latin typeface="HP Forma DJR Office" pitchFamily="2" charset="0"/>
            </a:endParaRPr>
          </a:p>
        </p:txBody>
      </p:sp>
      <p:sp>
        <p:nvSpPr>
          <p:cNvPr id="39" name="Text 15">
            <a:extLst>
              <a:ext uri="{FF2B5EF4-FFF2-40B4-BE49-F238E27FC236}">
                <a16:creationId xmlns:a16="http://schemas.microsoft.com/office/drawing/2014/main" id="{3B8C846C-25FD-8BC9-D58E-685A0FE84970}"/>
              </a:ext>
            </a:extLst>
          </p:cNvPr>
          <p:cNvSpPr/>
          <p:nvPr/>
        </p:nvSpPr>
        <p:spPr>
          <a:xfrm>
            <a:off x="6065520" y="3651845"/>
            <a:ext cx="499872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500">
                <a:solidFill>
                  <a:srgbClr val="333333"/>
                </a:solidFill>
                <a:latin typeface="HP Forma DJR Office" pitchFamily="2" charset="0"/>
                <a:ea typeface="Arial" pitchFamily="34" charset="-122"/>
                <a:cs typeface="Arial" pitchFamily="34" charset="-120"/>
              </a:rPr>
              <a:t>✓ Вам потрібен доступ до передових моделей лише через API</a:t>
            </a:r>
            <a:endParaRPr lang="en-US" sz="1500">
              <a:solidFill>
                <a:prstClr val="black"/>
              </a:solidFill>
              <a:latin typeface="HP Forma DJR Office" pitchFamily="2" charset="0"/>
            </a:endParaRPr>
          </a:p>
        </p:txBody>
      </p:sp>
      <p:sp>
        <p:nvSpPr>
          <p:cNvPr id="40" name="Text 16">
            <a:extLst>
              <a:ext uri="{FF2B5EF4-FFF2-40B4-BE49-F238E27FC236}">
                <a16:creationId xmlns:a16="http://schemas.microsoft.com/office/drawing/2014/main" id="{26700B84-367C-CFE5-6933-41E5B7D4F17B}"/>
              </a:ext>
            </a:extLst>
          </p:cNvPr>
          <p:cNvSpPr/>
          <p:nvPr/>
        </p:nvSpPr>
        <p:spPr>
          <a:xfrm>
            <a:off x="6065520" y="4160144"/>
            <a:ext cx="499872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500">
                <a:solidFill>
                  <a:srgbClr val="333333"/>
                </a:solidFill>
                <a:latin typeface="HP Forma DJR Office" pitchFamily="2" charset="0"/>
                <a:ea typeface="Arial" pitchFamily="34" charset="-122"/>
                <a:cs typeface="Arial" pitchFamily="34" charset="-120"/>
              </a:rPr>
              <a:t>✓ Ви ще не стикаєтеся з проблемами витрат або затримок у чергах</a:t>
            </a:r>
            <a:endParaRPr lang="en-US" sz="1500">
              <a:solidFill>
                <a:prstClr val="black"/>
              </a:solidFill>
              <a:latin typeface="HP Forma DJR Office" pitchFamily="2" charset="0"/>
            </a:endParaRPr>
          </a:p>
        </p:txBody>
      </p:sp>
      <p:sp>
        <p:nvSpPr>
          <p:cNvPr id="41" name="Text 18">
            <a:extLst>
              <a:ext uri="{FF2B5EF4-FFF2-40B4-BE49-F238E27FC236}">
                <a16:creationId xmlns:a16="http://schemas.microsoft.com/office/drawing/2014/main" id="{661D1740-7C57-7E33-F958-6943B82AD95D}"/>
              </a:ext>
            </a:extLst>
          </p:cNvPr>
          <p:cNvSpPr/>
          <p:nvPr/>
        </p:nvSpPr>
        <p:spPr>
          <a:xfrm>
            <a:off x="579120" y="4900773"/>
            <a:ext cx="1036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dirty="0">
                <a:solidFill>
                  <a:schemeClr val="bg1"/>
                </a:solidFill>
                <a:latin typeface="+mj-lt"/>
                <a:ea typeface="Arial" pitchFamily="34" charset="-122"/>
                <a:cs typeface="Arial" pitchFamily="34" charset="-120"/>
              </a:rPr>
              <a:t>Більшість організацій використовують обидва підходи.</a:t>
            </a:r>
            <a:endParaRPr lang="en-US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42" name="Text 19">
            <a:extLst>
              <a:ext uri="{FF2B5EF4-FFF2-40B4-BE49-F238E27FC236}">
                <a16:creationId xmlns:a16="http://schemas.microsoft.com/office/drawing/2014/main" id="{8FE564D1-3102-E4E6-4DE1-BDB70E33C994}"/>
              </a:ext>
            </a:extLst>
          </p:cNvPr>
          <p:cNvSpPr/>
          <p:nvPr/>
        </p:nvSpPr>
        <p:spPr>
          <a:xfrm>
            <a:off x="579120" y="5266533"/>
            <a:ext cx="103632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67" dirty="0">
                <a:solidFill>
                  <a:schemeClr val="bg1"/>
                </a:solidFill>
                <a:latin typeface="HP Forma DJR Office" pitchFamily="2" charset="0"/>
                <a:ea typeface="Arial" pitchFamily="34" charset="-122"/>
                <a:cs typeface="Arial" pitchFamily="34" charset="-120"/>
              </a:rPr>
              <a:t>ZGX Fury обробляє навантаження, де хмарні рішення не є оптимальними: розробка з чутливими до комплаєнсу даними, інференс з чутливими до витрат параметрами та робочі процеси, де важливо місце розташування даних.</a:t>
            </a:r>
            <a:endParaRPr lang="en-US" sz="1467" dirty="0">
              <a:solidFill>
                <a:schemeClr val="bg1"/>
              </a:solidFill>
              <a:latin typeface="HP Forma DJR Office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90117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47A247-08FA-6DB5-B509-27552C9F8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B82F180-491D-7EB1-777D-D951D07E52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41471"/>
            <a:ext cx="11278800" cy="393300"/>
          </a:xfrm>
        </p:spPr>
        <p:txBody>
          <a:bodyPr/>
          <a:lstStyle/>
          <a:p>
            <a:r>
              <a:rPr lang="en-US" dirty="0"/>
              <a:t>ZGX Fury: сценарії використання за галузями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3D1EC9A-28AF-1CF1-88BA-2E3A8E332E0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834770"/>
            <a:ext cx="11278800" cy="295967"/>
          </a:xfrm>
        </p:spPr>
        <p:txBody>
          <a:bodyPr/>
          <a:lstStyle/>
          <a:p>
            <a:r>
              <a:rPr lang="en-US" dirty="0"/>
              <a:t>Розробка ШІ та виробниче висновки в різних галузях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3" name="Footer Placeholder 5">
            <a:extLst>
              <a:ext uri="{FF2B5EF4-FFF2-40B4-BE49-F238E27FC236}">
                <a16:creationId xmlns:a16="http://schemas.microsoft.com/office/drawing/2014/main" id="{98DF7D53-39D9-6E73-0B7A-D73CF57DB24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6396505" y="6316162"/>
            <a:ext cx="5339495" cy="107722"/>
          </a:xfrm>
        </p:spPr>
        <p:txBody>
          <a:bodyPr/>
          <a:lstStyle/>
          <a:p>
            <a:r>
              <a:rPr lang="en-US" dirty="0"/>
              <a:t>HP Confidential. Виключно для внутрішнього використання HP.</a:t>
            </a:r>
          </a:p>
        </p:txBody>
      </p: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3031204D-6EF4-9E93-D8E8-23BF5144A5EC}"/>
              </a:ext>
            </a:extLst>
          </p:cNvPr>
          <p:cNvGrpSpPr/>
          <p:nvPr/>
        </p:nvGrpSpPr>
        <p:grpSpPr>
          <a:xfrm>
            <a:off x="456000" y="1503263"/>
            <a:ext cx="2938451" cy="4278971"/>
            <a:chOff x="456000" y="1503263"/>
            <a:chExt cx="2938451" cy="4278971"/>
          </a:xfrm>
        </p:grpSpPr>
        <p:sp>
          <p:nvSpPr>
            <p:cNvPr id="2" name="Shape 2">
              <a:extLst>
                <a:ext uri="{FF2B5EF4-FFF2-40B4-BE49-F238E27FC236}">
                  <a16:creationId xmlns:a16="http://schemas.microsoft.com/office/drawing/2014/main" id="{BD0365D7-BA10-429F-A50D-9D09290CFD13}"/>
                </a:ext>
              </a:extLst>
            </p:cNvPr>
            <p:cNvSpPr/>
            <p:nvPr/>
          </p:nvSpPr>
          <p:spPr>
            <a:xfrm>
              <a:off x="456000" y="1503263"/>
              <a:ext cx="2749296" cy="4278971"/>
            </a:xfrm>
            <a:prstGeom prst="rect">
              <a:avLst/>
            </a:prstGeom>
            <a:solidFill>
              <a:srgbClr val="F5F5F5"/>
            </a:solidFill>
            <a:ln w="6350">
              <a:solidFill>
                <a:srgbClr val="E0E0E0"/>
              </a:solidFill>
              <a:prstDash val="solid"/>
            </a:ln>
          </p:spPr>
          <p:txBody>
            <a:bodyPr/>
            <a:lstStyle/>
            <a:p>
              <a:pPr defTabSz="1219170"/>
              <a:endParaRPr lang="en-US" sz="240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" name="Text 4">
              <a:extLst>
                <a:ext uri="{FF2B5EF4-FFF2-40B4-BE49-F238E27FC236}">
                  <a16:creationId xmlns:a16="http://schemas.microsoft.com/office/drawing/2014/main" id="{8E99952A-CFF8-F2F6-B9ED-C0D1FB8048E3}"/>
                </a:ext>
              </a:extLst>
            </p:cNvPr>
            <p:cNvSpPr/>
            <p:nvPr/>
          </p:nvSpPr>
          <p:spPr>
            <a:xfrm>
              <a:off x="645155" y="1610850"/>
              <a:ext cx="2621280" cy="365760"/>
            </a:xfrm>
            <a:prstGeom prst="rect">
              <a:avLst/>
            </a:prstGeom>
            <a:noFill/>
            <a:ln/>
          </p:spPr>
          <p:txBody>
            <a:bodyPr wrap="square" lIns="0" rtlCol="0" anchor="ctr"/>
            <a:lstStyle/>
            <a:p>
              <a:pPr defTabSz="1219170"/>
              <a:r>
                <a:rPr lang="en-US" dirty="0">
                  <a:latin typeface="+mj-lt"/>
                  <a:ea typeface="Arial" pitchFamily="34" charset="-122"/>
                  <a:cs typeface="Arial" pitchFamily="34" charset="-120"/>
                </a:rPr>
                <a:t>Охорона здоров'я</a:t>
              </a:r>
              <a:endParaRPr lang="en-US" dirty="0">
                <a:latin typeface="+mj-lt"/>
              </a:endParaRPr>
            </a:p>
          </p:txBody>
        </p:sp>
        <p:sp>
          <p:nvSpPr>
            <p:cNvPr id="4" name="Text 5">
              <a:extLst>
                <a:ext uri="{FF2B5EF4-FFF2-40B4-BE49-F238E27FC236}">
                  <a16:creationId xmlns:a16="http://schemas.microsoft.com/office/drawing/2014/main" id="{4A494F14-A705-248D-4647-5BD2D43A61F9}"/>
                </a:ext>
              </a:extLst>
            </p:cNvPr>
            <p:cNvSpPr/>
            <p:nvPr/>
          </p:nvSpPr>
          <p:spPr>
            <a:xfrm>
              <a:off x="645155" y="2051280"/>
              <a:ext cx="2621280" cy="243840"/>
            </a:xfrm>
            <a:prstGeom prst="rect">
              <a:avLst/>
            </a:prstGeom>
            <a:noFill/>
            <a:ln/>
          </p:spPr>
          <p:txBody>
            <a:bodyPr wrap="square" lIns="0" rtlCol="0" anchor="ctr"/>
            <a:lstStyle/>
            <a:p>
              <a:pPr defTabSz="1219170"/>
              <a:r>
                <a:rPr lang="en-US" sz="1400" dirty="0">
                  <a:latin typeface="+mj-lt"/>
                  <a:ea typeface="Arial" pitchFamily="34" charset="-122"/>
                  <a:cs typeface="Arial" pitchFamily="34" charset="-120"/>
                </a:rPr>
                <a:t>Навчання генеративного дизайну на даних моделювання</a:t>
              </a:r>
              <a:endParaRPr lang="en-US" sz="1400" dirty="0">
                <a:latin typeface="+mj-lt"/>
              </a:endParaRPr>
            </a:p>
          </p:txBody>
        </p:sp>
        <p:sp>
          <p:nvSpPr>
            <p:cNvPr id="7" name="Text 6">
              <a:extLst>
                <a:ext uri="{FF2B5EF4-FFF2-40B4-BE49-F238E27FC236}">
                  <a16:creationId xmlns:a16="http://schemas.microsoft.com/office/drawing/2014/main" id="{A9CDB402-6FFC-E64A-9CB6-8E8650F69988}"/>
                </a:ext>
              </a:extLst>
            </p:cNvPr>
            <p:cNvSpPr/>
            <p:nvPr/>
          </p:nvSpPr>
          <p:spPr>
            <a:xfrm>
              <a:off x="645155" y="2295120"/>
              <a:ext cx="2121657" cy="548640"/>
            </a:xfrm>
            <a:prstGeom prst="rect">
              <a:avLst/>
            </a:prstGeom>
            <a:noFill/>
            <a:ln/>
          </p:spPr>
          <p:txBody>
            <a:bodyPr wrap="square" lIns="0" rtlCol="0" anchor="t"/>
            <a:lstStyle/>
            <a:p>
              <a:pPr defTabSz="1219170"/>
              <a:r>
                <a:rPr lang="en-US" sz="1200" dirty="0">
                  <a:latin typeface="HP Forma DJR Office" pitchFamily="2" charset="77"/>
                  <a:ea typeface="Arial" pitchFamily="34" charset="-122"/>
                  <a:cs typeface="Arial" pitchFamily="34" charset="-120"/>
                </a:rPr>
                <a:t>Дообучення моделей медичної візуалізації на даних пацієнтів</a:t>
              </a:r>
              <a:endParaRPr lang="en-US" sz="1200" dirty="0">
                <a:latin typeface="HP Forma DJR Office" pitchFamily="2" charset="77"/>
              </a:endParaRPr>
            </a:p>
          </p:txBody>
        </p:sp>
        <p:sp>
          <p:nvSpPr>
            <p:cNvPr id="8" name="Text 7">
              <a:extLst>
                <a:ext uri="{FF2B5EF4-FFF2-40B4-BE49-F238E27FC236}">
                  <a16:creationId xmlns:a16="http://schemas.microsoft.com/office/drawing/2014/main" id="{0200585B-530F-D0CE-85BB-805AD6882430}"/>
                </a:ext>
              </a:extLst>
            </p:cNvPr>
            <p:cNvSpPr/>
            <p:nvPr/>
          </p:nvSpPr>
          <p:spPr>
            <a:xfrm>
              <a:off x="645155" y="2780732"/>
              <a:ext cx="2621280" cy="731520"/>
            </a:xfrm>
            <a:prstGeom prst="rect">
              <a:avLst/>
            </a:prstGeom>
            <a:noFill/>
            <a:ln/>
          </p:spPr>
          <p:txBody>
            <a:bodyPr wrap="square" lIns="0" rtlCol="0" anchor="t"/>
            <a:lstStyle/>
            <a:p>
              <a:pPr marL="171450" indent="-171450" defTabSz="1219170">
                <a:buClr>
                  <a:schemeClr val="tx2"/>
                </a:buClr>
                <a:buFont typeface="Wingdings" pitchFamily="2" charset="2"/>
                <a:buChar char="§"/>
              </a:pPr>
              <a:r>
                <a:rPr lang="en-US" sz="1000" dirty="0">
                  <a:latin typeface="HP Forma DJR Office" pitchFamily="2" charset="77"/>
                  <a:ea typeface="Arial" pitchFamily="34" charset="-122"/>
                  <a:cs typeface="Arial" pitchFamily="34" charset="-120"/>
                </a:rPr>
                <a:t>Відповідність HIPAA</a:t>
              </a:r>
              <a:endParaRPr lang="en-US" sz="1000" dirty="0">
                <a:latin typeface="HP Forma DJR Office" pitchFamily="2" charset="77"/>
              </a:endParaRPr>
            </a:p>
            <a:p>
              <a:pPr marL="171450" indent="-171450" defTabSz="1219170">
                <a:buClr>
                  <a:schemeClr val="tx2"/>
                </a:buClr>
                <a:buFont typeface="Wingdings" pitchFamily="2" charset="2"/>
                <a:buChar char="§"/>
              </a:pPr>
              <a:r>
                <a:rPr lang="en-US" sz="1000" dirty="0">
                  <a:latin typeface="HP Forma DJR Office" pitchFamily="2" charset="77"/>
                  <a:ea typeface="Arial" pitchFamily="34" charset="-122"/>
                  <a:cs typeface="Arial" pitchFamily="34" charset="-120"/>
                </a:rPr>
                <a:t/>
              </a:r>
              <a:endParaRPr lang="en-US" sz="1000" dirty="0">
                <a:latin typeface="HP Forma DJR Office" pitchFamily="2" charset="77"/>
              </a:endParaRPr>
            </a:p>
            <a:p>
              <a:pPr marL="171450" indent="-171450" defTabSz="1219170">
                <a:buClr>
                  <a:schemeClr val="tx2"/>
                </a:buClr>
                <a:buFont typeface="Wingdings" pitchFamily="2" charset="2"/>
                <a:buChar char="§"/>
              </a:pPr>
              <a:r>
                <a:rPr lang="en-US" sz="1000" dirty="0">
                  <a:latin typeface="HP Forma DJR Office" pitchFamily="2" charset="77"/>
                  <a:ea typeface="Arial" pitchFamily="34" charset="-122"/>
                  <a:cs typeface="Arial" pitchFamily="34" charset="-120"/>
                </a:rPr>
                <a:t/>
              </a:r>
              <a:endParaRPr lang="en-US" sz="1000" dirty="0">
                <a:latin typeface="HP Forma DJR Office" pitchFamily="2" charset="77"/>
              </a:endParaRPr>
            </a:p>
          </p:txBody>
        </p:sp>
        <p:sp>
          <p:nvSpPr>
            <p:cNvPr id="16" name="Shape 11">
              <a:extLst>
                <a:ext uri="{FF2B5EF4-FFF2-40B4-BE49-F238E27FC236}">
                  <a16:creationId xmlns:a16="http://schemas.microsoft.com/office/drawing/2014/main" id="{06FB99BA-6144-A5DB-31C1-C173CD158604}"/>
                </a:ext>
              </a:extLst>
            </p:cNvPr>
            <p:cNvSpPr/>
            <p:nvPr/>
          </p:nvSpPr>
          <p:spPr>
            <a:xfrm>
              <a:off x="456000" y="4913157"/>
              <a:ext cx="2749296" cy="869077"/>
            </a:xfrm>
            <a:prstGeom prst="rect">
              <a:avLst/>
            </a:prstGeom>
            <a:solidFill>
              <a:srgbClr val="024AD8"/>
            </a:solidFill>
            <a:ln/>
          </p:spPr>
          <p:txBody>
            <a:bodyPr/>
            <a:lstStyle/>
            <a:p>
              <a:pPr defTabSz="1219170"/>
              <a:endParaRPr lang="en-US" sz="2400">
                <a:solidFill>
                  <a:prstClr val="black"/>
                </a:solidFill>
                <a:latin typeface="HP Forma DJR Office" pitchFamily="2" charset="77"/>
              </a:endParaRPr>
            </a:p>
          </p:txBody>
        </p:sp>
        <p:sp>
          <p:nvSpPr>
            <p:cNvPr id="21" name="Text 12">
              <a:extLst>
                <a:ext uri="{FF2B5EF4-FFF2-40B4-BE49-F238E27FC236}">
                  <a16:creationId xmlns:a16="http://schemas.microsoft.com/office/drawing/2014/main" id="{382BA1F7-9C9B-7039-870D-0526B99D32B1}"/>
                </a:ext>
              </a:extLst>
            </p:cNvPr>
            <p:cNvSpPr/>
            <p:nvPr/>
          </p:nvSpPr>
          <p:spPr>
            <a:xfrm>
              <a:off x="645155" y="5055697"/>
              <a:ext cx="2749296" cy="182880"/>
            </a:xfrm>
            <a:prstGeom prst="rect">
              <a:avLst/>
            </a:prstGeom>
            <a:noFill/>
            <a:ln/>
          </p:spPr>
          <p:txBody>
            <a:bodyPr wrap="square" lIns="0" rtlCol="0" anchor="ctr"/>
            <a:lstStyle/>
            <a:p>
              <a:pPr defTabSz="1219170"/>
              <a:r>
                <a:rPr lang="en-US" sz="1400" dirty="0">
                  <a:solidFill>
                    <a:srgbClr val="FFFFFF"/>
                  </a:solidFill>
                  <a:latin typeface="+mj-lt"/>
                  <a:ea typeface="Arial" pitchFamily="34" charset="-122"/>
                  <a:cs typeface="Arial" pitchFamily="34" charset="-120"/>
                </a:rPr>
                <a:t>Результати моделювання</a:t>
              </a:r>
              <a:endParaRPr lang="en-US" sz="1400" dirty="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22" name="Text 13">
              <a:extLst>
                <a:ext uri="{FF2B5EF4-FFF2-40B4-BE49-F238E27FC236}">
                  <a16:creationId xmlns:a16="http://schemas.microsoft.com/office/drawing/2014/main" id="{7517F707-89D2-23A1-D463-22D8EC3C33A5}"/>
                </a:ext>
              </a:extLst>
            </p:cNvPr>
            <p:cNvSpPr/>
            <p:nvPr/>
          </p:nvSpPr>
          <p:spPr>
            <a:xfrm>
              <a:off x="645155" y="5238577"/>
              <a:ext cx="1767247" cy="365760"/>
            </a:xfrm>
            <a:prstGeom prst="rect">
              <a:avLst/>
            </a:prstGeom>
            <a:noFill/>
            <a:ln/>
          </p:spPr>
          <p:txBody>
            <a:bodyPr wrap="square" lIns="0" rtlCol="0" anchor="t"/>
            <a:lstStyle/>
            <a:p>
              <a:pPr defTabSz="1219170"/>
              <a:r>
                <a:rPr lang="en-US" sz="1200" dirty="0">
                  <a:solidFill>
                    <a:srgbClr val="FFFFFF"/>
                  </a:solidFill>
                  <a:latin typeface="HP Forma DJR Office" pitchFamily="2" charset="77"/>
                  <a:ea typeface="Arial" pitchFamily="34" charset="-122"/>
                  <a:cs typeface="Arial" pitchFamily="34" charset="-120"/>
                </a:rPr>
                <a:t>Ітерації без залучення хмарних сервісів</a:t>
              </a:r>
              <a:endParaRPr lang="en-US" sz="1200" dirty="0">
                <a:solidFill>
                  <a:prstClr val="black"/>
                </a:solidFill>
                <a:latin typeface="HP Forma DJR Office" pitchFamily="2" charset="77"/>
              </a:endParaRPr>
            </a:p>
          </p:txBody>
        </p:sp>
        <p:sp>
          <p:nvSpPr>
            <p:cNvPr id="69" name="Text 5">
              <a:extLst>
                <a:ext uri="{FF2B5EF4-FFF2-40B4-BE49-F238E27FC236}">
                  <a16:creationId xmlns:a16="http://schemas.microsoft.com/office/drawing/2014/main" id="{6CFBC0E5-D5A4-5705-B3E8-BDEFA9E2C22C}"/>
                </a:ext>
              </a:extLst>
            </p:cNvPr>
            <p:cNvSpPr/>
            <p:nvPr/>
          </p:nvSpPr>
          <p:spPr>
            <a:xfrm>
              <a:off x="645155" y="3543904"/>
              <a:ext cx="2621280" cy="243840"/>
            </a:xfrm>
            <a:prstGeom prst="rect">
              <a:avLst/>
            </a:prstGeom>
            <a:noFill/>
            <a:ln/>
          </p:spPr>
          <p:txBody>
            <a:bodyPr wrap="square" lIns="0" rtlCol="0" anchor="ctr"/>
            <a:lstStyle/>
            <a:p>
              <a:pPr defTabSz="1219170"/>
              <a:r>
                <a:rPr lang="en-US" sz="1400" dirty="0">
                  <a:latin typeface="+mj-lt"/>
                  <a:ea typeface="Arial" pitchFamily="34" charset="-122"/>
                  <a:cs typeface="Arial" pitchFamily="34" charset="-120"/>
                </a:rPr>
                <a:t>Захист інтелектуальної власності, передбачувані витрати</a:t>
              </a:r>
              <a:endParaRPr lang="en-US" sz="1400" dirty="0">
                <a:latin typeface="+mj-lt"/>
              </a:endParaRPr>
            </a:p>
          </p:txBody>
        </p:sp>
        <p:sp>
          <p:nvSpPr>
            <p:cNvPr id="70" name="Text 6">
              <a:extLst>
                <a:ext uri="{FF2B5EF4-FFF2-40B4-BE49-F238E27FC236}">
                  <a16:creationId xmlns:a16="http://schemas.microsoft.com/office/drawing/2014/main" id="{6AD32777-EE23-E5FD-12A9-90DA096946FB}"/>
                </a:ext>
              </a:extLst>
            </p:cNvPr>
            <p:cNvSpPr/>
            <p:nvPr/>
          </p:nvSpPr>
          <p:spPr>
            <a:xfrm>
              <a:off x="645155" y="3787744"/>
              <a:ext cx="2121657" cy="548640"/>
            </a:xfrm>
            <a:prstGeom prst="rect">
              <a:avLst/>
            </a:prstGeom>
            <a:noFill/>
            <a:ln/>
          </p:spPr>
          <p:txBody>
            <a:bodyPr wrap="square" lIns="0" rtlCol="0" anchor="t"/>
            <a:lstStyle/>
            <a:p>
              <a:pPr defTabSz="1219170"/>
              <a:r>
                <a:rPr lang="en-US" sz="1200" dirty="0">
                  <a:latin typeface="HP Forma DJR Office" pitchFamily="2" charset="77"/>
                  <a:ea typeface="Arial" pitchFamily="34" charset="-122"/>
                  <a:cs typeface="Arial" pitchFamily="34" charset="-120"/>
                </a:rPr>
                <a:t>Відповідність вимогам на місці, нульове переміщення даних</a:t>
              </a:r>
            </a:p>
            <a:p>
              <a:pPr defTabSz="1219170"/>
              <a:endParaRPr lang="en-US" sz="1200" dirty="0">
                <a:latin typeface="HP Forma DJR Office" pitchFamily="2" charset="77"/>
                <a:ea typeface="Arial" pitchFamily="34" charset="-122"/>
                <a:cs typeface="Arial" pitchFamily="34" charset="-120"/>
              </a:endParaRPr>
            </a:p>
          </p:txBody>
        </p:sp>
        <p:sp>
          <p:nvSpPr>
            <p:cNvPr id="71" name="Text 7">
              <a:extLst>
                <a:ext uri="{FF2B5EF4-FFF2-40B4-BE49-F238E27FC236}">
                  <a16:creationId xmlns:a16="http://schemas.microsoft.com/office/drawing/2014/main" id="{E21CF8CD-E02A-8B7B-EE1C-C1F801F068BD}"/>
                </a:ext>
              </a:extLst>
            </p:cNvPr>
            <p:cNvSpPr/>
            <p:nvPr/>
          </p:nvSpPr>
          <p:spPr>
            <a:xfrm>
              <a:off x="645155" y="4087785"/>
              <a:ext cx="2621280" cy="731520"/>
            </a:xfrm>
            <a:prstGeom prst="rect">
              <a:avLst/>
            </a:prstGeom>
            <a:noFill/>
            <a:ln/>
          </p:spPr>
          <p:txBody>
            <a:bodyPr wrap="square" lIns="0" rtlCol="0" anchor="t"/>
            <a:lstStyle/>
            <a:p>
              <a:pPr marL="171450" indent="-171450" defTabSz="1219170">
                <a:buClr>
                  <a:schemeClr val="tx2"/>
                </a:buClr>
                <a:buFont typeface="Wingdings" pitchFamily="2" charset="2"/>
                <a:buChar char="§"/>
              </a:pPr>
              <a:r>
                <a:rPr lang="en-US" sz="1000" dirty="0">
                  <a:latin typeface="HP Forma DJR Office" pitchFamily="2" charset="77"/>
                  <a:ea typeface="Arial" pitchFamily="34" charset="-122"/>
                  <a:cs typeface="Arial" pitchFamily="34" charset="-120"/>
                </a:rPr>
                <a:t>Виробниче висновки</a:t>
              </a:r>
            </a:p>
            <a:p>
              <a:pPr marL="171450" indent="-171450" defTabSz="1219170">
                <a:buClr>
                  <a:schemeClr val="tx2"/>
                </a:buClr>
                <a:buFont typeface="Wingdings" pitchFamily="2" charset="2"/>
                <a:buChar char="§"/>
              </a:pPr>
              <a:r>
                <a:rPr lang="en-US" sz="1000" dirty="0">
                  <a:latin typeface="HP Forma DJR Office" pitchFamily="2" charset="77"/>
                  <a:ea typeface="Arial" pitchFamily="34" charset="-122"/>
                  <a:cs typeface="Arial" pitchFamily="34" charset="-120"/>
                </a:rPr>
                <a:t/>
              </a:r>
            </a:p>
            <a:p>
              <a:pPr marL="171450" indent="-171450" defTabSz="1219170">
                <a:buClr>
                  <a:schemeClr val="tx2"/>
                </a:buClr>
                <a:buFont typeface="Wingdings" pitchFamily="2" charset="2"/>
                <a:buChar char="§"/>
              </a:pPr>
              <a:r>
                <a:rPr lang="en-US" sz="1000" dirty="0">
                  <a:latin typeface="HP Forma DJR Office" pitchFamily="2" charset="77"/>
                  <a:ea typeface="Arial" pitchFamily="34" charset="-122"/>
                  <a:cs typeface="Arial" pitchFamily="34" charset="-120"/>
                </a:rPr>
                <a:t/>
              </a:r>
            </a:p>
            <a:p>
              <a:pPr marL="171450" indent="-171450" defTabSz="1219170">
                <a:buClr>
                  <a:schemeClr val="tx2"/>
                </a:buClr>
                <a:buFont typeface="Wingdings" pitchFamily="2" charset="2"/>
                <a:buChar char="§"/>
              </a:pPr>
              <a:endParaRPr lang="en-US" sz="1000" dirty="0">
                <a:latin typeface="HP Forma DJR Office" pitchFamily="2" charset="77"/>
                <a:ea typeface="Arial" pitchFamily="34" charset="-122"/>
                <a:cs typeface="Arial" pitchFamily="34" charset="-120"/>
              </a:endParaRPr>
            </a:p>
          </p:txBody>
        </p:sp>
      </p:grp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82C6DB44-E302-F97E-42F2-6FB5399F5922}"/>
              </a:ext>
            </a:extLst>
          </p:cNvPr>
          <p:cNvGrpSpPr/>
          <p:nvPr/>
        </p:nvGrpSpPr>
        <p:grpSpPr>
          <a:xfrm>
            <a:off x="3329188" y="1503263"/>
            <a:ext cx="2938451" cy="4278971"/>
            <a:chOff x="3347117" y="1503263"/>
            <a:chExt cx="2938451" cy="4278971"/>
          </a:xfrm>
        </p:grpSpPr>
        <p:sp>
          <p:nvSpPr>
            <p:cNvPr id="72" name="Shape 2">
              <a:extLst>
                <a:ext uri="{FF2B5EF4-FFF2-40B4-BE49-F238E27FC236}">
                  <a16:creationId xmlns:a16="http://schemas.microsoft.com/office/drawing/2014/main" id="{D2F0A2C5-720A-B4A8-259B-7B2FF1824A24}"/>
                </a:ext>
              </a:extLst>
            </p:cNvPr>
            <p:cNvSpPr/>
            <p:nvPr/>
          </p:nvSpPr>
          <p:spPr>
            <a:xfrm>
              <a:off x="3347117" y="1503263"/>
              <a:ext cx="2749296" cy="4278971"/>
            </a:xfrm>
            <a:prstGeom prst="rect">
              <a:avLst/>
            </a:prstGeom>
            <a:solidFill>
              <a:srgbClr val="F5F5F5"/>
            </a:solidFill>
            <a:ln w="6350">
              <a:solidFill>
                <a:srgbClr val="E0E0E0"/>
              </a:solidFill>
              <a:prstDash val="solid"/>
            </a:ln>
          </p:spPr>
          <p:txBody>
            <a:bodyPr/>
            <a:lstStyle/>
            <a:p>
              <a:pPr defTabSz="1219170"/>
              <a:endParaRPr lang="en-US" sz="240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73" name="Text 4">
              <a:extLst>
                <a:ext uri="{FF2B5EF4-FFF2-40B4-BE49-F238E27FC236}">
                  <a16:creationId xmlns:a16="http://schemas.microsoft.com/office/drawing/2014/main" id="{DB054C36-6F6A-114C-FF4A-25DF6B499A28}"/>
                </a:ext>
              </a:extLst>
            </p:cNvPr>
            <p:cNvSpPr/>
            <p:nvPr/>
          </p:nvSpPr>
          <p:spPr>
            <a:xfrm>
              <a:off x="3536272" y="1610850"/>
              <a:ext cx="2621280" cy="365760"/>
            </a:xfrm>
            <a:prstGeom prst="rect">
              <a:avLst/>
            </a:prstGeom>
            <a:noFill/>
            <a:ln/>
          </p:spPr>
          <p:txBody>
            <a:bodyPr wrap="square" lIns="0" rtlCol="0" anchor="ctr"/>
            <a:lstStyle/>
            <a:p>
              <a:pPr defTabSz="1219170"/>
              <a:r>
                <a:rPr lang="en-US" dirty="0">
                  <a:latin typeface="+mj-lt"/>
                  <a:ea typeface="Arial" pitchFamily="34" charset="-122"/>
                  <a:cs typeface="Arial" pitchFamily="34" charset="-120"/>
                </a:rPr>
                <a:t>ШІ-асистент для радіології в реальному часі</a:t>
              </a:r>
              <a:endParaRPr lang="en-US" dirty="0">
                <a:latin typeface="+mj-lt"/>
              </a:endParaRPr>
            </a:p>
          </p:txBody>
        </p:sp>
        <p:sp>
          <p:nvSpPr>
            <p:cNvPr id="74" name="Text 5">
              <a:extLst>
                <a:ext uri="{FF2B5EF4-FFF2-40B4-BE49-F238E27FC236}">
                  <a16:creationId xmlns:a16="http://schemas.microsoft.com/office/drawing/2014/main" id="{E8728ED8-09FB-6E77-C78E-DF817E5AF188}"/>
                </a:ext>
              </a:extLst>
            </p:cNvPr>
            <p:cNvSpPr/>
            <p:nvPr/>
          </p:nvSpPr>
          <p:spPr>
            <a:xfrm>
              <a:off x="3536272" y="2051280"/>
              <a:ext cx="2621280" cy="243840"/>
            </a:xfrm>
            <a:prstGeom prst="rect">
              <a:avLst/>
            </a:prstGeom>
            <a:noFill/>
            <a:ln/>
          </p:spPr>
          <p:txBody>
            <a:bodyPr wrap="square" lIns="0" rtlCol="0" anchor="ctr"/>
            <a:lstStyle/>
            <a:p>
              <a:pPr defTabSz="1219170"/>
              <a:r>
                <a:rPr lang="en-US" sz="1400" dirty="0">
                  <a:latin typeface="+mj-lt"/>
                  <a:ea typeface="Arial" pitchFamily="34" charset="-122"/>
                  <a:cs typeface="Arial" pitchFamily="34" charset="-120"/>
                </a:rPr>
                <a:t>Навчання генеративного дизайну на даних моделювання</a:t>
              </a:r>
              <a:endParaRPr lang="en-US" sz="1400" dirty="0">
                <a:latin typeface="+mj-lt"/>
              </a:endParaRPr>
            </a:p>
          </p:txBody>
        </p:sp>
        <p:sp>
          <p:nvSpPr>
            <p:cNvPr id="75" name="Text 6">
              <a:extLst>
                <a:ext uri="{FF2B5EF4-FFF2-40B4-BE49-F238E27FC236}">
                  <a16:creationId xmlns:a16="http://schemas.microsoft.com/office/drawing/2014/main" id="{EE063CD0-8786-9945-588C-B567F7B9DF22}"/>
                </a:ext>
              </a:extLst>
            </p:cNvPr>
            <p:cNvSpPr/>
            <p:nvPr/>
          </p:nvSpPr>
          <p:spPr>
            <a:xfrm>
              <a:off x="3536272" y="2295120"/>
              <a:ext cx="2121657" cy="548640"/>
            </a:xfrm>
            <a:prstGeom prst="rect">
              <a:avLst/>
            </a:prstGeom>
            <a:noFill/>
            <a:ln/>
          </p:spPr>
          <p:txBody>
            <a:bodyPr wrap="square" lIns="0" rtlCol="0" anchor="t"/>
            <a:lstStyle/>
            <a:p>
              <a:pPr defTabSz="1219170"/>
              <a:r>
                <a:rPr lang="en-US" sz="1200" dirty="0">
                  <a:latin typeface="HP Forma DJR Office" pitchFamily="2" charset="77"/>
                  <a:ea typeface="Arial" pitchFamily="34" charset="-122"/>
                  <a:cs typeface="Arial" pitchFamily="34" charset="-120"/>
                </a:rPr>
                <a:t>Локальна діагностична візуалізація</a:t>
              </a:r>
            </a:p>
            <a:p>
              <a:pPr defTabSz="1219170"/>
              <a:endParaRPr lang="en-US" sz="1200" dirty="0">
                <a:latin typeface="HP Forma DJR Office" pitchFamily="2" charset="77"/>
                <a:ea typeface="Arial" pitchFamily="34" charset="-122"/>
                <a:cs typeface="Arial" pitchFamily="34" charset="-120"/>
              </a:endParaRPr>
            </a:p>
          </p:txBody>
        </p:sp>
        <p:sp>
          <p:nvSpPr>
            <p:cNvPr id="76" name="Text 7">
              <a:extLst>
                <a:ext uri="{FF2B5EF4-FFF2-40B4-BE49-F238E27FC236}">
                  <a16:creationId xmlns:a16="http://schemas.microsoft.com/office/drawing/2014/main" id="{53ECB0CE-F863-0795-D3A2-95AD47BF1C12}"/>
                </a:ext>
              </a:extLst>
            </p:cNvPr>
            <p:cNvSpPr/>
            <p:nvPr/>
          </p:nvSpPr>
          <p:spPr>
            <a:xfrm>
              <a:off x="3536272" y="2780732"/>
              <a:ext cx="2621280" cy="731520"/>
            </a:xfrm>
            <a:prstGeom prst="rect">
              <a:avLst/>
            </a:prstGeom>
            <a:noFill/>
            <a:ln/>
          </p:spPr>
          <p:txBody>
            <a:bodyPr wrap="square" lIns="0" rtlCol="0" anchor="t"/>
            <a:lstStyle/>
            <a:p>
              <a:pPr marL="171450" indent="-171450" defTabSz="1219170">
                <a:buClr>
                  <a:schemeClr val="tx2"/>
                </a:buClr>
                <a:buFont typeface="Wingdings" pitchFamily="2" charset="2"/>
                <a:buChar char="§"/>
              </a:pPr>
              <a:r>
                <a:rPr lang="en-US" sz="1000" dirty="0">
                  <a:latin typeface="HP Forma DJR Office" pitchFamily="2" charset="77"/>
                  <a:ea typeface="Arial" pitchFamily="34" charset="-122"/>
                  <a:cs typeface="Arial" pitchFamily="34" charset="-120"/>
                </a:rPr>
                <a:t>Підтримка кількох клініцистів</a:t>
              </a:r>
            </a:p>
            <a:p>
              <a:pPr marL="171450" indent="-171450" defTabSz="1219170">
                <a:buClr>
                  <a:schemeClr val="tx2"/>
                </a:buClr>
                <a:buFont typeface="Wingdings" pitchFamily="2" charset="2"/>
                <a:buChar char="§"/>
              </a:pPr>
              <a:r>
                <a:rPr lang="en-US" sz="1000" dirty="0">
                  <a:latin typeface="HP Forma DJR Office" pitchFamily="2" charset="77"/>
                  <a:ea typeface="Arial" pitchFamily="34" charset="-122"/>
                  <a:cs typeface="Arial" pitchFamily="34" charset="-120"/>
                </a:rPr>
                <a:t/>
              </a:r>
            </a:p>
            <a:p>
              <a:pPr marL="171450" indent="-171450" defTabSz="1219170">
                <a:buClr>
                  <a:schemeClr val="tx2"/>
                </a:buClr>
                <a:buFont typeface="Wingdings" pitchFamily="2" charset="2"/>
                <a:buChar char="§"/>
              </a:pPr>
              <a:r>
                <a:rPr lang="en-US" sz="1000" dirty="0">
                  <a:latin typeface="HP Forma DJR Office" pitchFamily="2" charset="77"/>
                  <a:ea typeface="Arial" pitchFamily="34" charset="-122"/>
                  <a:cs typeface="Arial" pitchFamily="34" charset="-120"/>
                </a:rPr>
                <a:t/>
              </a:r>
            </a:p>
            <a:p>
              <a:pPr marL="171450" indent="-171450" defTabSz="1219170">
                <a:buClr>
                  <a:schemeClr val="tx2"/>
                </a:buClr>
                <a:buFont typeface="Wingdings" pitchFamily="2" charset="2"/>
                <a:buChar char="§"/>
              </a:pPr>
              <a:endParaRPr lang="en-US" sz="1000" dirty="0">
                <a:latin typeface="HP Forma DJR Office" pitchFamily="2" charset="77"/>
                <a:ea typeface="Arial" pitchFamily="34" charset="-122"/>
                <a:cs typeface="Arial" pitchFamily="34" charset="-120"/>
              </a:endParaRPr>
            </a:p>
          </p:txBody>
        </p:sp>
        <p:sp>
          <p:nvSpPr>
            <p:cNvPr id="77" name="Shape 11">
              <a:extLst>
                <a:ext uri="{FF2B5EF4-FFF2-40B4-BE49-F238E27FC236}">
                  <a16:creationId xmlns:a16="http://schemas.microsoft.com/office/drawing/2014/main" id="{841F9F46-D45F-93CA-6176-DD9FC22CD1B2}"/>
                </a:ext>
              </a:extLst>
            </p:cNvPr>
            <p:cNvSpPr/>
            <p:nvPr/>
          </p:nvSpPr>
          <p:spPr>
            <a:xfrm>
              <a:off x="3347117" y="4913157"/>
              <a:ext cx="2749296" cy="869077"/>
            </a:xfrm>
            <a:prstGeom prst="rect">
              <a:avLst/>
            </a:prstGeom>
            <a:solidFill>
              <a:srgbClr val="024AD8"/>
            </a:solidFill>
            <a:ln/>
          </p:spPr>
          <p:txBody>
            <a:bodyPr/>
            <a:lstStyle/>
            <a:p>
              <a:pPr defTabSz="1219170"/>
              <a:endParaRPr lang="en-US" sz="2400">
                <a:solidFill>
                  <a:prstClr val="black"/>
                </a:solidFill>
                <a:latin typeface="HP Forma DJR Office" pitchFamily="2" charset="77"/>
              </a:endParaRPr>
            </a:p>
          </p:txBody>
        </p:sp>
        <p:sp>
          <p:nvSpPr>
            <p:cNvPr id="78" name="Text 12">
              <a:extLst>
                <a:ext uri="{FF2B5EF4-FFF2-40B4-BE49-F238E27FC236}">
                  <a16:creationId xmlns:a16="http://schemas.microsoft.com/office/drawing/2014/main" id="{615E017E-4218-35E4-4CAD-C2C507FA7260}"/>
                </a:ext>
              </a:extLst>
            </p:cNvPr>
            <p:cNvSpPr/>
            <p:nvPr/>
          </p:nvSpPr>
          <p:spPr>
            <a:xfrm>
              <a:off x="3536272" y="5055697"/>
              <a:ext cx="2749296" cy="182880"/>
            </a:xfrm>
            <a:prstGeom prst="rect">
              <a:avLst/>
            </a:prstGeom>
            <a:noFill/>
            <a:ln/>
          </p:spPr>
          <p:txBody>
            <a:bodyPr wrap="square" lIns="0" rtlCol="0" anchor="ctr"/>
            <a:lstStyle/>
            <a:p>
              <a:pPr defTabSz="1219170"/>
              <a:r>
                <a:rPr lang="en-US" sz="1400" dirty="0">
                  <a:solidFill>
                    <a:srgbClr val="FFFFFF"/>
                  </a:solidFill>
                  <a:latin typeface="+mj-lt"/>
                  <a:ea typeface="Arial" pitchFamily="34" charset="-122"/>
                  <a:cs typeface="Arial" pitchFamily="34" charset="-120"/>
                </a:rPr>
                <a:t>Результати моделювання</a:t>
              </a:r>
              <a:endParaRPr lang="en-US" sz="1400" dirty="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79" name="Text 13">
              <a:extLst>
                <a:ext uri="{FF2B5EF4-FFF2-40B4-BE49-F238E27FC236}">
                  <a16:creationId xmlns:a16="http://schemas.microsoft.com/office/drawing/2014/main" id="{957B9AFF-DBFE-612E-AC19-D227FC58B250}"/>
                </a:ext>
              </a:extLst>
            </p:cNvPr>
            <p:cNvSpPr/>
            <p:nvPr/>
          </p:nvSpPr>
          <p:spPr>
            <a:xfrm>
              <a:off x="3536272" y="5238577"/>
              <a:ext cx="2749296" cy="365760"/>
            </a:xfrm>
            <a:prstGeom prst="rect">
              <a:avLst/>
            </a:prstGeom>
            <a:noFill/>
            <a:ln/>
          </p:spPr>
          <p:txBody>
            <a:bodyPr wrap="square" lIns="0" rtlCol="0" anchor="t"/>
            <a:lstStyle/>
            <a:p>
              <a:pPr defTabSz="1219170"/>
              <a:r>
                <a:rPr lang="en-US" sz="1200" dirty="0">
                  <a:solidFill>
                    <a:srgbClr val="FFFFFF"/>
                  </a:solidFill>
                  <a:latin typeface="HP Forma DJR Office" pitchFamily="2" charset="77"/>
                  <a:ea typeface="Arial" pitchFamily="34" charset="-122"/>
                  <a:cs typeface="Arial" pitchFamily="34" charset="-120"/>
                </a:rPr>
                <a:t>Розробка ШІ</a:t>
              </a:r>
            </a:p>
            <a:p>
              <a:pPr defTabSz="1219170"/>
              <a:endParaRPr lang="en-US" sz="1200" dirty="0">
                <a:solidFill>
                  <a:srgbClr val="FFFFFF"/>
                </a:solidFill>
                <a:latin typeface="HP Forma DJR Office" pitchFamily="2" charset="77"/>
                <a:ea typeface="Arial" pitchFamily="34" charset="-122"/>
                <a:cs typeface="Arial" pitchFamily="34" charset="-120"/>
              </a:endParaRPr>
            </a:p>
          </p:txBody>
        </p:sp>
        <p:sp>
          <p:nvSpPr>
            <p:cNvPr id="80" name="Text 5">
              <a:extLst>
                <a:ext uri="{FF2B5EF4-FFF2-40B4-BE49-F238E27FC236}">
                  <a16:creationId xmlns:a16="http://schemas.microsoft.com/office/drawing/2014/main" id="{DB5AABCE-6208-49A0-13F5-14C5EA9CA8BC}"/>
                </a:ext>
              </a:extLst>
            </p:cNvPr>
            <p:cNvSpPr/>
            <p:nvPr/>
          </p:nvSpPr>
          <p:spPr>
            <a:xfrm>
              <a:off x="3536272" y="3543904"/>
              <a:ext cx="2621280" cy="243840"/>
            </a:xfrm>
            <a:prstGeom prst="rect">
              <a:avLst/>
            </a:prstGeom>
            <a:noFill/>
            <a:ln/>
          </p:spPr>
          <p:txBody>
            <a:bodyPr wrap="square" lIns="0" rtlCol="0" anchor="ctr"/>
            <a:lstStyle/>
            <a:p>
              <a:pPr defTabSz="1219170"/>
              <a:r>
                <a:rPr lang="en-US" sz="1400" dirty="0">
                  <a:latin typeface="+mj-lt"/>
                  <a:ea typeface="Arial" pitchFamily="34" charset="-122"/>
                  <a:cs typeface="Arial" pitchFamily="34" charset="-120"/>
                </a:rPr>
                <a:t>Захист інтелектуальної власності, передбачувані витрати</a:t>
              </a:r>
              <a:endParaRPr lang="en-US" sz="1400" dirty="0">
                <a:latin typeface="+mj-lt"/>
              </a:endParaRPr>
            </a:p>
          </p:txBody>
        </p:sp>
        <p:sp>
          <p:nvSpPr>
            <p:cNvPr id="81" name="Text 6">
              <a:extLst>
                <a:ext uri="{FF2B5EF4-FFF2-40B4-BE49-F238E27FC236}">
                  <a16:creationId xmlns:a16="http://schemas.microsoft.com/office/drawing/2014/main" id="{8DF562A3-4772-35F2-30B2-344D2DD103E0}"/>
                </a:ext>
              </a:extLst>
            </p:cNvPr>
            <p:cNvSpPr/>
            <p:nvPr/>
          </p:nvSpPr>
          <p:spPr>
            <a:xfrm>
              <a:off x="3536272" y="3787744"/>
              <a:ext cx="2121657" cy="548640"/>
            </a:xfrm>
            <a:prstGeom prst="rect">
              <a:avLst/>
            </a:prstGeom>
            <a:noFill/>
            <a:ln/>
          </p:spPr>
          <p:txBody>
            <a:bodyPr wrap="square" lIns="0" rtlCol="0" anchor="t"/>
            <a:lstStyle/>
            <a:p>
              <a:pPr defTabSz="1219170"/>
              <a:r>
                <a:rPr lang="en-US" sz="1200" dirty="0">
                  <a:latin typeface="HP Forma DJR Office" pitchFamily="2" charset="77"/>
                  <a:ea typeface="Arial" pitchFamily="34" charset="-122"/>
                  <a:cs typeface="Arial" pitchFamily="34" charset="-120"/>
                </a:rPr>
                <a:t>Готовність до повітряного розриву</a:t>
              </a:r>
            </a:p>
            <a:p>
              <a:pPr defTabSz="1219170"/>
              <a:endParaRPr lang="en-US" sz="1200" dirty="0">
                <a:latin typeface="HP Forma DJR Office" pitchFamily="2" charset="77"/>
                <a:ea typeface="Arial" pitchFamily="34" charset="-122"/>
                <a:cs typeface="Arial" pitchFamily="34" charset="-120"/>
              </a:endParaRPr>
            </a:p>
            <a:p>
              <a:pPr defTabSz="1219170"/>
              <a:endParaRPr lang="en-US" sz="1200" dirty="0">
                <a:latin typeface="HP Forma DJR Office" pitchFamily="2" charset="77"/>
                <a:ea typeface="Arial" pitchFamily="34" charset="-122"/>
                <a:cs typeface="Arial" pitchFamily="34" charset="-120"/>
              </a:endParaRPr>
            </a:p>
          </p:txBody>
        </p:sp>
        <p:sp>
          <p:nvSpPr>
            <p:cNvPr id="82" name="Text 7">
              <a:extLst>
                <a:ext uri="{FF2B5EF4-FFF2-40B4-BE49-F238E27FC236}">
                  <a16:creationId xmlns:a16="http://schemas.microsoft.com/office/drawing/2014/main" id="{305D3C64-A9F9-0D07-950B-B4389A4BE80C}"/>
                </a:ext>
              </a:extLst>
            </p:cNvPr>
            <p:cNvSpPr/>
            <p:nvPr/>
          </p:nvSpPr>
          <p:spPr>
            <a:xfrm>
              <a:off x="3536272" y="4087785"/>
              <a:ext cx="2621280" cy="731520"/>
            </a:xfrm>
            <a:prstGeom prst="rect">
              <a:avLst/>
            </a:prstGeom>
            <a:noFill/>
            <a:ln/>
          </p:spPr>
          <p:txBody>
            <a:bodyPr wrap="square" lIns="0" rtlCol="0" anchor="t"/>
            <a:lstStyle/>
            <a:p>
              <a:pPr marL="171450" indent="-171450" defTabSz="1219170">
                <a:buClr>
                  <a:schemeClr val="tx2"/>
                </a:buClr>
                <a:buFont typeface="Wingdings" pitchFamily="2" charset="2"/>
                <a:buChar char="§"/>
              </a:pPr>
              <a:r>
                <a:rPr lang="en-US" sz="1000" dirty="0">
                  <a:latin typeface="HP Forma DJR Office" pitchFamily="2" charset="77"/>
                  <a:ea typeface="Arial" pitchFamily="34" charset="-122"/>
                  <a:cs typeface="Arial" pitchFamily="34" charset="-120"/>
                </a:rPr>
                <a:t>Суворі вимоги до безпеки</a:t>
              </a:r>
            </a:p>
            <a:p>
              <a:pPr marL="171450" indent="-171450" defTabSz="1219170">
                <a:buClr>
                  <a:schemeClr val="tx2"/>
                </a:buClr>
                <a:buFont typeface="Wingdings" pitchFamily="2" charset="2"/>
                <a:buChar char="§"/>
              </a:pPr>
              <a:r>
                <a:rPr lang="en-US" sz="1000" dirty="0">
                  <a:latin typeface="HP Forma DJR Office" pitchFamily="2" charset="77"/>
                  <a:ea typeface="Arial" pitchFamily="34" charset="-122"/>
                  <a:cs typeface="Arial" pitchFamily="34" charset="-120"/>
                </a:rPr>
                <a:t/>
              </a:r>
            </a:p>
            <a:p>
              <a:pPr marL="171450" indent="-171450" defTabSz="1219170">
                <a:buClr>
                  <a:schemeClr val="tx2"/>
                </a:buClr>
                <a:buFont typeface="Wingdings" pitchFamily="2" charset="2"/>
                <a:buChar char="§"/>
              </a:pPr>
              <a:r>
                <a:rPr lang="en-US" sz="1000" dirty="0">
                  <a:latin typeface="HP Forma DJR Office" pitchFamily="2" charset="77"/>
                  <a:ea typeface="Arial" pitchFamily="34" charset="-122"/>
                  <a:cs typeface="Arial" pitchFamily="34" charset="-120"/>
                </a:rPr>
                <a:t/>
              </a:r>
            </a:p>
            <a:p>
              <a:pPr marL="171450" indent="-171450" defTabSz="1219170">
                <a:buClr>
                  <a:schemeClr val="tx2"/>
                </a:buClr>
                <a:buFont typeface="Wingdings" pitchFamily="2" charset="2"/>
                <a:buChar char="§"/>
              </a:pPr>
              <a:endParaRPr lang="en-US" sz="1000" dirty="0">
                <a:latin typeface="HP Forma DJR Office" pitchFamily="2" charset="77"/>
                <a:ea typeface="Arial" pitchFamily="34" charset="-122"/>
                <a:cs typeface="Arial" pitchFamily="34" charset="-120"/>
              </a:endParaRPr>
            </a:p>
          </p:txBody>
        </p:sp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E25D77DE-2B65-DBD1-9872-9E0E9DFB8337}"/>
              </a:ext>
            </a:extLst>
          </p:cNvPr>
          <p:cNvGrpSpPr/>
          <p:nvPr/>
        </p:nvGrpSpPr>
        <p:grpSpPr>
          <a:xfrm>
            <a:off x="6202376" y="1503263"/>
            <a:ext cx="2938451" cy="4278971"/>
            <a:chOff x="6238235" y="1503263"/>
            <a:chExt cx="2938451" cy="4278971"/>
          </a:xfrm>
        </p:grpSpPr>
        <p:sp>
          <p:nvSpPr>
            <p:cNvPr id="93" name="Shape 2">
              <a:extLst>
                <a:ext uri="{FF2B5EF4-FFF2-40B4-BE49-F238E27FC236}">
                  <a16:creationId xmlns:a16="http://schemas.microsoft.com/office/drawing/2014/main" id="{1AD68591-C854-CFF2-8C0D-CEECF055EBC9}"/>
                </a:ext>
              </a:extLst>
            </p:cNvPr>
            <p:cNvSpPr/>
            <p:nvPr/>
          </p:nvSpPr>
          <p:spPr>
            <a:xfrm>
              <a:off x="6238235" y="1503263"/>
              <a:ext cx="2749296" cy="4278971"/>
            </a:xfrm>
            <a:prstGeom prst="rect">
              <a:avLst/>
            </a:prstGeom>
            <a:solidFill>
              <a:srgbClr val="F5F5F5"/>
            </a:solidFill>
            <a:ln w="6350">
              <a:solidFill>
                <a:srgbClr val="E0E0E0"/>
              </a:solidFill>
              <a:prstDash val="solid"/>
            </a:ln>
          </p:spPr>
          <p:txBody>
            <a:bodyPr/>
            <a:lstStyle/>
            <a:p>
              <a:pPr defTabSz="1219170"/>
              <a:endParaRPr lang="en-US" sz="240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94" name="Text 4">
              <a:extLst>
                <a:ext uri="{FF2B5EF4-FFF2-40B4-BE49-F238E27FC236}">
                  <a16:creationId xmlns:a16="http://schemas.microsoft.com/office/drawing/2014/main" id="{53497CBB-C12D-1DB9-2CB7-53B12BD4B453}"/>
                </a:ext>
              </a:extLst>
            </p:cNvPr>
            <p:cNvSpPr/>
            <p:nvPr/>
          </p:nvSpPr>
          <p:spPr>
            <a:xfrm>
              <a:off x="6427390" y="1610850"/>
              <a:ext cx="2621280" cy="365760"/>
            </a:xfrm>
            <a:prstGeom prst="rect">
              <a:avLst/>
            </a:prstGeom>
            <a:noFill/>
            <a:ln/>
          </p:spPr>
          <p:txBody>
            <a:bodyPr wrap="square" lIns="0" rtlCol="0" anchor="ctr"/>
            <a:lstStyle/>
            <a:p>
              <a:pPr defTabSz="1219170"/>
              <a:r>
                <a:rPr lang="en-US" dirty="0">
                  <a:latin typeface="+mj-lt"/>
                  <a:ea typeface="Arial" pitchFamily="34" charset="-122"/>
                  <a:cs typeface="Arial" pitchFamily="34" charset="-120"/>
                </a:rPr>
                <a:t>Відповідність TAA</a:t>
              </a:r>
              <a:r>
                <a:rPr lang="en-US" dirty="0" err="1">
                  <a:latin typeface="+mj-lt"/>
                  <a:ea typeface="Arial" pitchFamily="34" charset="-122"/>
                  <a:cs typeface="Arial" pitchFamily="34" charset="-120"/>
                </a:rPr>
                <a:t/>
              </a:r>
              <a:endParaRPr lang="en-US" dirty="0">
                <a:latin typeface="+mj-lt"/>
              </a:endParaRPr>
            </a:p>
          </p:txBody>
        </p:sp>
        <p:sp>
          <p:nvSpPr>
            <p:cNvPr id="95" name="Text 5">
              <a:extLst>
                <a:ext uri="{FF2B5EF4-FFF2-40B4-BE49-F238E27FC236}">
                  <a16:creationId xmlns:a16="http://schemas.microsoft.com/office/drawing/2014/main" id="{EDB70622-68FC-FB3F-419D-A0EBD1504FFA}"/>
                </a:ext>
              </a:extLst>
            </p:cNvPr>
            <p:cNvSpPr/>
            <p:nvPr/>
          </p:nvSpPr>
          <p:spPr>
            <a:xfrm>
              <a:off x="6427390" y="2051280"/>
              <a:ext cx="2621280" cy="243840"/>
            </a:xfrm>
            <a:prstGeom prst="rect">
              <a:avLst/>
            </a:prstGeom>
            <a:noFill/>
            <a:ln/>
          </p:spPr>
          <p:txBody>
            <a:bodyPr wrap="square" lIns="0" rtlCol="0" anchor="ctr"/>
            <a:lstStyle/>
            <a:p>
              <a:pPr defTabSz="1219170"/>
              <a:r>
                <a:rPr lang="en-US" sz="1400" dirty="0">
                  <a:latin typeface="+mj-lt"/>
                  <a:ea typeface="Arial" pitchFamily="34" charset="-122"/>
                  <a:cs typeface="Arial" pitchFamily="34" charset="-120"/>
                </a:rPr>
                <a:t>Навчання генеративного дизайну на даних моделювання</a:t>
              </a:r>
              <a:endParaRPr lang="en-US" sz="1400" dirty="0">
                <a:latin typeface="+mj-lt"/>
              </a:endParaRPr>
            </a:p>
          </p:txBody>
        </p:sp>
        <p:sp>
          <p:nvSpPr>
            <p:cNvPr id="96" name="Text 6">
              <a:extLst>
                <a:ext uri="{FF2B5EF4-FFF2-40B4-BE49-F238E27FC236}">
                  <a16:creationId xmlns:a16="http://schemas.microsoft.com/office/drawing/2014/main" id="{CA957398-03B8-4EDC-18F9-67AA444A33E7}"/>
                </a:ext>
              </a:extLst>
            </p:cNvPr>
            <p:cNvSpPr/>
            <p:nvPr/>
          </p:nvSpPr>
          <p:spPr>
            <a:xfrm>
              <a:off x="6427390" y="2295120"/>
              <a:ext cx="2121657" cy="548640"/>
            </a:xfrm>
            <a:prstGeom prst="rect">
              <a:avLst/>
            </a:prstGeom>
            <a:noFill/>
            <a:ln/>
          </p:spPr>
          <p:txBody>
            <a:bodyPr wrap="square" lIns="0" rtlCol="0" anchor="t"/>
            <a:lstStyle/>
            <a:p>
              <a:pPr defTabSz="1219170"/>
              <a:r>
                <a:rPr lang="en-US" sz="1200" dirty="0">
                  <a:latin typeface="HP Forma DJR Office" pitchFamily="2" charset="77"/>
                  <a:ea typeface="Arial" pitchFamily="34" charset="-122"/>
                  <a:cs typeface="Arial" pitchFamily="34" charset="-120"/>
                </a:rPr>
                <a:t>Готовність до повітряного розриву, нульовий вихідний трафік</a:t>
              </a:r>
            </a:p>
            <a:p>
              <a:pPr defTabSz="1219170"/>
              <a:endParaRPr lang="en-US" sz="1200" dirty="0">
                <a:latin typeface="HP Forma DJR Office" pitchFamily="2" charset="77"/>
                <a:ea typeface="Arial" pitchFamily="34" charset="-122"/>
                <a:cs typeface="Arial" pitchFamily="34" charset="-120"/>
              </a:endParaRPr>
            </a:p>
          </p:txBody>
        </p:sp>
        <p:sp>
          <p:nvSpPr>
            <p:cNvPr id="97" name="Text 7">
              <a:extLst>
                <a:ext uri="{FF2B5EF4-FFF2-40B4-BE49-F238E27FC236}">
                  <a16:creationId xmlns:a16="http://schemas.microsoft.com/office/drawing/2014/main" id="{9BEBAEE5-7A44-2A6B-0C18-D864C67E40F9}"/>
                </a:ext>
              </a:extLst>
            </p:cNvPr>
            <p:cNvSpPr/>
            <p:nvPr/>
          </p:nvSpPr>
          <p:spPr>
            <a:xfrm>
              <a:off x="6427390" y="2780732"/>
              <a:ext cx="2621280" cy="731520"/>
            </a:xfrm>
            <a:prstGeom prst="rect">
              <a:avLst/>
            </a:prstGeom>
            <a:noFill/>
            <a:ln/>
          </p:spPr>
          <p:txBody>
            <a:bodyPr wrap="square" lIns="0" rtlCol="0" anchor="t"/>
            <a:lstStyle/>
            <a:p>
              <a:pPr marL="171450" indent="-171450" defTabSz="1219170">
                <a:buClr>
                  <a:schemeClr val="tx2"/>
                </a:buClr>
                <a:buFont typeface="Wingdings" pitchFamily="2" charset="2"/>
                <a:buChar char="§"/>
              </a:pPr>
              <a:r>
                <a:rPr lang="en-US" sz="1000" dirty="0">
                  <a:latin typeface="HP Forma DJR Office" pitchFamily="2" charset="77"/>
                  <a:ea typeface="Arial" pitchFamily="34" charset="-122"/>
                  <a:cs typeface="Arial" pitchFamily="34" charset="-120"/>
                </a:rPr>
                <a:t>Виробниче висновки</a:t>
              </a:r>
            </a:p>
            <a:p>
              <a:pPr marL="171450" indent="-171450" defTabSz="1219170">
                <a:buClr>
                  <a:schemeClr val="tx2"/>
                </a:buClr>
                <a:buFont typeface="Wingdings" pitchFamily="2" charset="2"/>
                <a:buChar char="§"/>
              </a:pPr>
              <a:r>
                <a:rPr lang="en-US" sz="1000" dirty="0">
                  <a:latin typeface="HP Forma DJR Office" pitchFamily="2" charset="77"/>
                  <a:ea typeface="Arial" pitchFamily="34" charset="-122"/>
                  <a:cs typeface="Arial" pitchFamily="34" charset="-120"/>
                </a:rPr>
                <a:t/>
              </a:r>
            </a:p>
            <a:p>
              <a:pPr marL="171450" indent="-171450" defTabSz="1219170">
                <a:buClr>
                  <a:schemeClr val="tx2"/>
                </a:buClr>
                <a:buFont typeface="Wingdings" pitchFamily="2" charset="2"/>
                <a:buChar char="§"/>
              </a:pPr>
              <a:r>
                <a:rPr lang="en-US" sz="1000" dirty="0">
                  <a:latin typeface="HP Forma DJR Office" pitchFamily="2" charset="77"/>
                  <a:ea typeface="Arial" pitchFamily="34" charset="-122"/>
                  <a:cs typeface="Arial" pitchFamily="34" charset="-120"/>
                </a:rPr>
                <a:t/>
              </a:r>
            </a:p>
            <a:p>
              <a:pPr marL="171450" indent="-171450" defTabSz="1219170">
                <a:buClr>
                  <a:schemeClr val="tx2"/>
                </a:buClr>
                <a:buFont typeface="Wingdings" pitchFamily="2" charset="2"/>
                <a:buChar char="§"/>
              </a:pPr>
              <a:endParaRPr lang="en-US" sz="1000" dirty="0">
                <a:latin typeface="HP Forma DJR Office" pitchFamily="2" charset="77"/>
                <a:ea typeface="Arial" pitchFamily="34" charset="-122"/>
                <a:cs typeface="Arial" pitchFamily="34" charset="-120"/>
              </a:endParaRPr>
            </a:p>
          </p:txBody>
        </p:sp>
        <p:sp>
          <p:nvSpPr>
            <p:cNvPr id="98" name="Shape 11">
              <a:extLst>
                <a:ext uri="{FF2B5EF4-FFF2-40B4-BE49-F238E27FC236}">
                  <a16:creationId xmlns:a16="http://schemas.microsoft.com/office/drawing/2014/main" id="{4CBB0F64-7C4A-AB67-9150-368A7FD4FDA7}"/>
                </a:ext>
              </a:extLst>
            </p:cNvPr>
            <p:cNvSpPr/>
            <p:nvPr/>
          </p:nvSpPr>
          <p:spPr>
            <a:xfrm>
              <a:off x="6238235" y="4913157"/>
              <a:ext cx="2749296" cy="869077"/>
            </a:xfrm>
            <a:prstGeom prst="rect">
              <a:avLst/>
            </a:prstGeom>
            <a:solidFill>
              <a:srgbClr val="024AD8"/>
            </a:solidFill>
            <a:ln/>
          </p:spPr>
          <p:txBody>
            <a:bodyPr/>
            <a:lstStyle/>
            <a:p>
              <a:pPr defTabSz="1219170"/>
              <a:endParaRPr lang="en-US" sz="2400">
                <a:solidFill>
                  <a:prstClr val="black"/>
                </a:solidFill>
                <a:latin typeface="HP Forma DJR Office" pitchFamily="2" charset="77"/>
              </a:endParaRPr>
            </a:p>
          </p:txBody>
        </p:sp>
        <p:sp>
          <p:nvSpPr>
            <p:cNvPr id="99" name="Text 12">
              <a:extLst>
                <a:ext uri="{FF2B5EF4-FFF2-40B4-BE49-F238E27FC236}">
                  <a16:creationId xmlns:a16="http://schemas.microsoft.com/office/drawing/2014/main" id="{9D3B7265-0AEF-BE31-2C5B-320A868EA2C9}"/>
                </a:ext>
              </a:extLst>
            </p:cNvPr>
            <p:cNvSpPr/>
            <p:nvPr/>
          </p:nvSpPr>
          <p:spPr>
            <a:xfrm>
              <a:off x="6427390" y="5055697"/>
              <a:ext cx="2749296" cy="182880"/>
            </a:xfrm>
            <a:prstGeom prst="rect">
              <a:avLst/>
            </a:prstGeom>
            <a:noFill/>
            <a:ln/>
          </p:spPr>
          <p:txBody>
            <a:bodyPr wrap="square" lIns="0" rtlCol="0" anchor="ctr"/>
            <a:lstStyle/>
            <a:p>
              <a:pPr defTabSz="1219170"/>
              <a:r>
                <a:rPr lang="en-US" sz="1400" dirty="0">
                  <a:solidFill>
                    <a:srgbClr val="FFFFFF"/>
                  </a:solidFill>
                  <a:latin typeface="+mj-lt"/>
                  <a:ea typeface="Arial" pitchFamily="34" charset="-122"/>
                  <a:cs typeface="Arial" pitchFamily="34" charset="-120"/>
                </a:rPr>
                <a:t>Результати моделювання</a:t>
              </a:r>
              <a:endParaRPr lang="en-US" sz="1400" dirty="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100" name="Text 13">
              <a:extLst>
                <a:ext uri="{FF2B5EF4-FFF2-40B4-BE49-F238E27FC236}">
                  <a16:creationId xmlns:a16="http://schemas.microsoft.com/office/drawing/2014/main" id="{EFECA920-90D5-E295-05D8-A7D8D59FA4D8}"/>
                </a:ext>
              </a:extLst>
            </p:cNvPr>
            <p:cNvSpPr/>
            <p:nvPr/>
          </p:nvSpPr>
          <p:spPr>
            <a:xfrm>
              <a:off x="6427390" y="5238577"/>
              <a:ext cx="2749296" cy="365760"/>
            </a:xfrm>
            <a:prstGeom prst="rect">
              <a:avLst/>
            </a:prstGeom>
            <a:noFill/>
            <a:ln/>
          </p:spPr>
          <p:txBody>
            <a:bodyPr wrap="square" lIns="0" rtlCol="0" anchor="t"/>
            <a:lstStyle/>
            <a:p>
              <a:pPr defTabSz="1219170"/>
              <a:r>
                <a:rPr lang="en-US" sz="1200" dirty="0">
                  <a:solidFill>
                    <a:srgbClr val="FFFFFF"/>
                  </a:solidFill>
                  <a:latin typeface="HP Forma DJR Office" pitchFamily="2" charset="77"/>
                  <a:ea typeface="Arial" pitchFamily="34" charset="-122"/>
                  <a:cs typeface="Arial" pitchFamily="34" charset="-120"/>
                </a:rPr>
                <a:t>Локальне висновки</a:t>
              </a:r>
            </a:p>
            <a:p>
              <a:pPr defTabSz="1219170"/>
              <a:endParaRPr lang="en-US" sz="1200" dirty="0">
                <a:solidFill>
                  <a:srgbClr val="FFFFFF"/>
                </a:solidFill>
                <a:latin typeface="HP Forma DJR Office" pitchFamily="2" charset="77"/>
                <a:ea typeface="Arial" pitchFamily="34" charset="-122"/>
                <a:cs typeface="Arial" pitchFamily="34" charset="-120"/>
              </a:endParaRPr>
            </a:p>
            <a:p>
              <a:pPr defTabSz="1219170"/>
              <a:endParaRPr lang="en-US" sz="1200" dirty="0">
                <a:solidFill>
                  <a:srgbClr val="FFFFFF"/>
                </a:solidFill>
                <a:latin typeface="HP Forma DJR Office" pitchFamily="2" charset="77"/>
                <a:ea typeface="Arial" pitchFamily="34" charset="-122"/>
                <a:cs typeface="Arial" pitchFamily="34" charset="-120"/>
              </a:endParaRPr>
            </a:p>
          </p:txBody>
        </p:sp>
        <p:sp>
          <p:nvSpPr>
            <p:cNvPr id="101" name="Text 5">
              <a:extLst>
                <a:ext uri="{FF2B5EF4-FFF2-40B4-BE49-F238E27FC236}">
                  <a16:creationId xmlns:a16="http://schemas.microsoft.com/office/drawing/2014/main" id="{0BD47650-70CE-F524-7C14-52EF6D9B55CD}"/>
                </a:ext>
              </a:extLst>
            </p:cNvPr>
            <p:cNvSpPr/>
            <p:nvPr/>
          </p:nvSpPr>
          <p:spPr>
            <a:xfrm>
              <a:off x="6427390" y="3543904"/>
              <a:ext cx="2621280" cy="243840"/>
            </a:xfrm>
            <a:prstGeom prst="rect">
              <a:avLst/>
            </a:prstGeom>
            <a:noFill/>
            <a:ln/>
          </p:spPr>
          <p:txBody>
            <a:bodyPr wrap="square" lIns="0" rtlCol="0" anchor="ctr"/>
            <a:lstStyle/>
            <a:p>
              <a:pPr defTabSz="1219170"/>
              <a:r>
                <a:rPr lang="en-US" sz="1400" dirty="0">
                  <a:latin typeface="+mj-lt"/>
                  <a:ea typeface="Arial" pitchFamily="34" charset="-122"/>
                  <a:cs typeface="Arial" pitchFamily="34" charset="-120"/>
                </a:rPr>
                <a:t>Захист інтелектуальної власності, передбачувані витрати</a:t>
              </a:r>
              <a:endParaRPr lang="en-US" sz="1400" dirty="0">
                <a:latin typeface="+mj-lt"/>
              </a:endParaRPr>
            </a:p>
          </p:txBody>
        </p:sp>
        <p:sp>
          <p:nvSpPr>
            <p:cNvPr id="102" name="Text 6">
              <a:extLst>
                <a:ext uri="{FF2B5EF4-FFF2-40B4-BE49-F238E27FC236}">
                  <a16:creationId xmlns:a16="http://schemas.microsoft.com/office/drawing/2014/main" id="{0B4110DC-F636-79C1-B055-EB847E9A7F17}"/>
                </a:ext>
              </a:extLst>
            </p:cNvPr>
            <p:cNvSpPr/>
            <p:nvPr/>
          </p:nvSpPr>
          <p:spPr>
            <a:xfrm>
              <a:off x="6427390" y="3787744"/>
              <a:ext cx="2121657" cy="548640"/>
            </a:xfrm>
            <a:prstGeom prst="rect">
              <a:avLst/>
            </a:prstGeom>
            <a:noFill/>
            <a:ln/>
          </p:spPr>
          <p:txBody>
            <a:bodyPr wrap="square" lIns="0" rtlCol="0" anchor="t"/>
            <a:lstStyle/>
            <a:p>
              <a:pPr defTabSz="1219170"/>
              <a:r>
                <a:rPr lang="en-US" sz="1200" dirty="0">
                  <a:latin typeface="HP Forma DJR Office" pitchFamily="2" charset="77"/>
                  <a:ea typeface="Arial" pitchFamily="34" charset="-122"/>
                  <a:cs typeface="Arial" pitchFamily="34" charset="-120"/>
                </a:rPr>
                <a:t>Можливість розгортання в SCIF</a:t>
              </a:r>
            </a:p>
            <a:p>
              <a:pPr defTabSz="1219170"/>
              <a:endParaRPr lang="en-US" sz="1200" dirty="0">
                <a:latin typeface="HP Forma DJR Office" pitchFamily="2" charset="77"/>
                <a:ea typeface="Arial" pitchFamily="34" charset="-122"/>
                <a:cs typeface="Arial" pitchFamily="34" charset="-120"/>
              </a:endParaRPr>
            </a:p>
            <a:p>
              <a:pPr defTabSz="1219170"/>
              <a:endParaRPr lang="en-US" sz="1200" dirty="0">
                <a:latin typeface="HP Forma DJR Office" pitchFamily="2" charset="77"/>
                <a:ea typeface="Arial" pitchFamily="34" charset="-122"/>
                <a:cs typeface="Arial" pitchFamily="34" charset="-120"/>
              </a:endParaRPr>
            </a:p>
            <a:p>
              <a:pPr defTabSz="1219170"/>
              <a:endParaRPr lang="en-US" sz="1200" dirty="0">
                <a:latin typeface="HP Forma DJR Office" pitchFamily="2" charset="77"/>
                <a:ea typeface="Arial" pitchFamily="34" charset="-122"/>
                <a:cs typeface="Arial" pitchFamily="34" charset="-120"/>
              </a:endParaRPr>
            </a:p>
          </p:txBody>
        </p:sp>
        <p:sp>
          <p:nvSpPr>
            <p:cNvPr id="103" name="Text 7">
              <a:extLst>
                <a:ext uri="{FF2B5EF4-FFF2-40B4-BE49-F238E27FC236}">
                  <a16:creationId xmlns:a16="http://schemas.microsoft.com/office/drawing/2014/main" id="{5704CF0E-A444-A199-CE59-D67FE44D6ABD}"/>
                </a:ext>
              </a:extLst>
            </p:cNvPr>
            <p:cNvSpPr/>
            <p:nvPr/>
          </p:nvSpPr>
          <p:spPr>
            <a:xfrm>
              <a:off x="6427390" y="4087785"/>
              <a:ext cx="2621280" cy="731520"/>
            </a:xfrm>
            <a:prstGeom prst="rect">
              <a:avLst/>
            </a:prstGeom>
            <a:noFill/>
            <a:ln/>
          </p:spPr>
          <p:txBody>
            <a:bodyPr wrap="square" lIns="0" rtlCol="0" anchor="t"/>
            <a:lstStyle/>
            <a:p>
              <a:pPr marL="171450" indent="-171450" defTabSz="1219170">
                <a:buClr>
                  <a:schemeClr val="tx2"/>
                </a:buClr>
                <a:buFont typeface="Wingdings" pitchFamily="2" charset="2"/>
                <a:buChar char="§"/>
              </a:pPr>
              <a:r>
                <a:rPr lang="en-US" sz="1000" dirty="0">
                  <a:latin typeface="HP Forma DJR Office" pitchFamily="2" charset="77"/>
                  <a:ea typeface="Arial" pitchFamily="34" charset="-122"/>
                  <a:cs typeface="Arial" pitchFamily="34" charset="-120"/>
                </a:rPr>
                <a:t>Проектування продукції та виробництво</a:t>
              </a:r>
            </a:p>
            <a:p>
              <a:pPr marL="171450" indent="-171450" defTabSz="1219170">
                <a:buClr>
                  <a:schemeClr val="tx2"/>
                </a:buClr>
                <a:buFont typeface="Wingdings" pitchFamily="2" charset="2"/>
                <a:buChar char="§"/>
              </a:pPr>
              <a:r>
                <a:rPr lang="en-US" sz="1000" dirty="0">
                  <a:latin typeface="HP Forma DJR Office" pitchFamily="2" charset="77"/>
                  <a:ea typeface="Arial" pitchFamily="34" charset="-122"/>
                  <a:cs typeface="Arial" pitchFamily="34" charset="-120"/>
                </a:rPr>
                <a:t/>
              </a:r>
            </a:p>
            <a:p>
              <a:pPr marL="171450" indent="-171450" defTabSz="1219170">
                <a:buClr>
                  <a:schemeClr val="tx2"/>
                </a:buClr>
                <a:buFont typeface="Wingdings" pitchFamily="2" charset="2"/>
                <a:buChar char="§"/>
              </a:pPr>
              <a:r>
                <a:rPr lang="en-US" sz="1000" dirty="0">
                  <a:latin typeface="HP Forma DJR Office" pitchFamily="2" charset="77"/>
                  <a:ea typeface="Arial" pitchFamily="34" charset="-122"/>
                  <a:cs typeface="Arial" pitchFamily="34" charset="-120"/>
                </a:rPr>
                <a:t/>
              </a:r>
            </a:p>
            <a:p>
              <a:pPr marL="171450" indent="-171450" defTabSz="1219170">
                <a:buClr>
                  <a:schemeClr val="tx2"/>
                </a:buClr>
                <a:buFont typeface="Wingdings" pitchFamily="2" charset="2"/>
                <a:buChar char="§"/>
              </a:pPr>
              <a:endParaRPr lang="en-US" sz="1000" dirty="0">
                <a:latin typeface="HP Forma DJR Office" pitchFamily="2" charset="77"/>
                <a:ea typeface="Arial" pitchFamily="34" charset="-122"/>
                <a:cs typeface="Arial" pitchFamily="34" charset="-120"/>
              </a:endParaRPr>
            </a:p>
          </p:txBody>
        </p:sp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632A5624-65B7-8844-490A-8AF7F57E3365}"/>
              </a:ext>
            </a:extLst>
          </p:cNvPr>
          <p:cNvGrpSpPr/>
          <p:nvPr/>
        </p:nvGrpSpPr>
        <p:grpSpPr>
          <a:xfrm>
            <a:off x="9075564" y="1503263"/>
            <a:ext cx="2938451" cy="4278971"/>
            <a:chOff x="9075564" y="1503263"/>
            <a:chExt cx="2938451" cy="4278971"/>
          </a:xfrm>
        </p:grpSpPr>
        <p:sp>
          <p:nvSpPr>
            <p:cNvPr id="114" name="Shape 2">
              <a:extLst>
                <a:ext uri="{FF2B5EF4-FFF2-40B4-BE49-F238E27FC236}">
                  <a16:creationId xmlns:a16="http://schemas.microsoft.com/office/drawing/2014/main" id="{D7610483-F900-D13A-F4D8-2FB79294821D}"/>
                </a:ext>
              </a:extLst>
            </p:cNvPr>
            <p:cNvSpPr/>
            <p:nvPr/>
          </p:nvSpPr>
          <p:spPr>
            <a:xfrm>
              <a:off x="9075564" y="1503263"/>
              <a:ext cx="2749296" cy="4278971"/>
            </a:xfrm>
            <a:prstGeom prst="rect">
              <a:avLst/>
            </a:prstGeom>
            <a:solidFill>
              <a:srgbClr val="F5F5F5"/>
            </a:solidFill>
            <a:ln w="6350">
              <a:solidFill>
                <a:srgbClr val="E0E0E0"/>
              </a:solidFill>
              <a:prstDash val="solid"/>
            </a:ln>
          </p:spPr>
          <p:txBody>
            <a:bodyPr/>
            <a:lstStyle/>
            <a:p>
              <a:pPr defTabSz="1219170"/>
              <a:endParaRPr lang="en-US" sz="240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15" name="Text 4">
              <a:extLst>
                <a:ext uri="{FF2B5EF4-FFF2-40B4-BE49-F238E27FC236}">
                  <a16:creationId xmlns:a16="http://schemas.microsoft.com/office/drawing/2014/main" id="{AC70EFF7-2005-9AA3-E9A4-1FF64E6AA976}"/>
                </a:ext>
              </a:extLst>
            </p:cNvPr>
            <p:cNvSpPr/>
            <p:nvPr/>
          </p:nvSpPr>
          <p:spPr>
            <a:xfrm>
              <a:off x="9264719" y="1610850"/>
              <a:ext cx="2621280" cy="365760"/>
            </a:xfrm>
            <a:prstGeom prst="rect">
              <a:avLst/>
            </a:prstGeom>
            <a:noFill/>
            <a:ln/>
          </p:spPr>
          <p:txBody>
            <a:bodyPr wrap="square" lIns="0" rtlCol="0" anchor="ctr"/>
            <a:lstStyle/>
            <a:p>
              <a:pPr defTabSz="1219170"/>
              <a:r>
                <a:rPr lang="en-US" dirty="0">
                  <a:latin typeface="+mj-lt"/>
                  <a:ea typeface="Arial" pitchFamily="34" charset="-122"/>
                  <a:cs typeface="Arial" pitchFamily="34" charset="-120"/>
                </a:rPr>
                <a:t>Розробка ШІ</a:t>
              </a:r>
              <a:endParaRPr lang="en-US" dirty="0">
                <a:latin typeface="+mj-lt"/>
              </a:endParaRPr>
            </a:p>
          </p:txBody>
        </p:sp>
        <p:sp>
          <p:nvSpPr>
            <p:cNvPr id="116" name="Text 5">
              <a:extLst>
                <a:ext uri="{FF2B5EF4-FFF2-40B4-BE49-F238E27FC236}">
                  <a16:creationId xmlns:a16="http://schemas.microsoft.com/office/drawing/2014/main" id="{98375C30-FD69-BCB1-104F-10EC4C044F67}"/>
                </a:ext>
              </a:extLst>
            </p:cNvPr>
            <p:cNvSpPr/>
            <p:nvPr/>
          </p:nvSpPr>
          <p:spPr>
            <a:xfrm>
              <a:off x="9264719" y="2051280"/>
              <a:ext cx="2621280" cy="243840"/>
            </a:xfrm>
            <a:prstGeom prst="rect">
              <a:avLst/>
            </a:prstGeom>
            <a:noFill/>
            <a:ln/>
          </p:spPr>
          <p:txBody>
            <a:bodyPr wrap="square" lIns="0" rtlCol="0" anchor="ctr"/>
            <a:lstStyle/>
            <a:p>
              <a:pPr defTabSz="1219170"/>
              <a:r>
                <a:rPr lang="en-US" sz="1400" dirty="0">
                  <a:latin typeface="+mj-lt"/>
                  <a:ea typeface="Arial" pitchFamily="34" charset="-122"/>
                  <a:cs typeface="Arial" pitchFamily="34" charset="-120"/>
                </a:rPr>
                <a:t>Навчання генеративного дизайну на даних моделювання</a:t>
              </a:r>
              <a:endParaRPr lang="en-US" sz="1400" dirty="0">
                <a:latin typeface="+mj-lt"/>
              </a:endParaRPr>
            </a:p>
          </p:txBody>
        </p:sp>
        <p:sp>
          <p:nvSpPr>
            <p:cNvPr id="117" name="Text 6">
              <a:extLst>
                <a:ext uri="{FF2B5EF4-FFF2-40B4-BE49-F238E27FC236}">
                  <a16:creationId xmlns:a16="http://schemas.microsoft.com/office/drawing/2014/main" id="{0F8FDB11-5E59-8F4C-8EAF-5DB4D6C727EA}"/>
                </a:ext>
              </a:extLst>
            </p:cNvPr>
            <p:cNvSpPr/>
            <p:nvPr/>
          </p:nvSpPr>
          <p:spPr>
            <a:xfrm>
              <a:off x="9264719" y="2295120"/>
              <a:ext cx="2121657" cy="548640"/>
            </a:xfrm>
            <a:prstGeom prst="rect">
              <a:avLst/>
            </a:prstGeom>
            <a:noFill/>
            <a:ln/>
          </p:spPr>
          <p:txBody>
            <a:bodyPr wrap="square" lIns="0" rtlCol="0" anchor="t"/>
            <a:lstStyle/>
            <a:p>
              <a:pPr defTabSz="1219170"/>
              <a:r>
                <a:rPr lang="en-US" sz="1200" dirty="0">
                  <a:latin typeface="HP Forma DJR Office" pitchFamily="2" charset="77"/>
                  <a:ea typeface="Arial" pitchFamily="34" charset="-122"/>
                  <a:cs typeface="Arial" pitchFamily="34" charset="-120"/>
                </a:rPr>
                <a:t>Захист інтелектуальної власності</a:t>
              </a:r>
            </a:p>
            <a:p>
              <a:pPr defTabSz="1219170"/>
              <a:endParaRPr lang="en-US" sz="1200" dirty="0">
                <a:latin typeface="HP Forma DJR Office" pitchFamily="2" charset="77"/>
                <a:ea typeface="Arial" pitchFamily="34" charset="-122"/>
                <a:cs typeface="Arial" pitchFamily="34" charset="-120"/>
              </a:endParaRPr>
            </a:p>
          </p:txBody>
        </p:sp>
        <p:sp>
          <p:nvSpPr>
            <p:cNvPr id="118" name="Text 7">
              <a:extLst>
                <a:ext uri="{FF2B5EF4-FFF2-40B4-BE49-F238E27FC236}">
                  <a16:creationId xmlns:a16="http://schemas.microsoft.com/office/drawing/2014/main" id="{2645065D-3624-0A28-031F-7F5DCCE9136D}"/>
                </a:ext>
              </a:extLst>
            </p:cNvPr>
            <p:cNvSpPr/>
            <p:nvPr/>
          </p:nvSpPr>
          <p:spPr>
            <a:xfrm>
              <a:off x="9264719" y="2780732"/>
              <a:ext cx="2621280" cy="731520"/>
            </a:xfrm>
            <a:prstGeom prst="rect">
              <a:avLst/>
            </a:prstGeom>
            <a:noFill/>
            <a:ln/>
          </p:spPr>
          <p:txBody>
            <a:bodyPr wrap="square" lIns="0" rtlCol="0" anchor="t"/>
            <a:lstStyle/>
            <a:p>
              <a:pPr marL="171450" indent="-171450" defTabSz="1219170">
                <a:buClr>
                  <a:schemeClr val="tx2"/>
                </a:buClr>
                <a:buFont typeface="Wingdings" pitchFamily="2" charset="2"/>
                <a:buChar char="§"/>
              </a:pPr>
              <a:r>
                <a:rPr lang="en-US" sz="1000" dirty="0">
                  <a:latin typeface="HP Forma DJR Office" pitchFamily="2" charset="77"/>
                  <a:ea typeface="Arial" pitchFamily="34" charset="-122"/>
                  <a:cs typeface="Arial" pitchFamily="34" charset="-120"/>
                </a:rPr>
                <a:t>Внутрішні бібліотеки дизайну</a:t>
              </a:r>
            </a:p>
            <a:p>
              <a:pPr marL="171450" indent="-171450" defTabSz="1219170">
                <a:buClr>
                  <a:schemeClr val="tx2"/>
                </a:buClr>
                <a:buFont typeface="Wingdings" pitchFamily="2" charset="2"/>
                <a:buChar char="§"/>
              </a:pPr>
              <a:r>
                <a:rPr lang="en-US" sz="1000" dirty="0">
                  <a:latin typeface="HP Forma DJR Office" pitchFamily="2" charset="77"/>
                  <a:ea typeface="Arial" pitchFamily="34" charset="-122"/>
                  <a:cs typeface="Arial" pitchFamily="34" charset="-120"/>
                </a:rPr>
                <a:t/>
              </a:r>
            </a:p>
            <a:p>
              <a:pPr marL="171450" indent="-171450" defTabSz="1219170">
                <a:buClr>
                  <a:schemeClr val="tx2"/>
                </a:buClr>
                <a:buFont typeface="Wingdings" pitchFamily="2" charset="2"/>
                <a:buChar char="§"/>
              </a:pPr>
              <a:r>
                <a:rPr lang="en-US" sz="1000" dirty="0">
                  <a:latin typeface="HP Forma DJR Office" pitchFamily="2" charset="77"/>
                  <a:ea typeface="Arial" pitchFamily="34" charset="-122"/>
                  <a:cs typeface="Arial" pitchFamily="34" charset="-120"/>
                </a:rPr>
                <a:t/>
              </a:r>
            </a:p>
            <a:p>
              <a:pPr marL="171450" indent="-171450" defTabSz="1219170">
                <a:buClr>
                  <a:schemeClr val="tx2"/>
                </a:buClr>
                <a:buFont typeface="Wingdings" pitchFamily="2" charset="2"/>
                <a:buChar char="§"/>
              </a:pPr>
              <a:endParaRPr lang="en-US" sz="1000" dirty="0">
                <a:latin typeface="HP Forma DJR Office" pitchFamily="2" charset="77"/>
                <a:ea typeface="Arial" pitchFamily="34" charset="-122"/>
                <a:cs typeface="Arial" pitchFamily="34" charset="-120"/>
              </a:endParaRPr>
            </a:p>
          </p:txBody>
        </p:sp>
        <p:sp>
          <p:nvSpPr>
            <p:cNvPr id="119" name="Shape 11">
              <a:extLst>
                <a:ext uri="{FF2B5EF4-FFF2-40B4-BE49-F238E27FC236}">
                  <a16:creationId xmlns:a16="http://schemas.microsoft.com/office/drawing/2014/main" id="{8B113190-47D0-E08C-C85E-000B19C5F303}"/>
                </a:ext>
              </a:extLst>
            </p:cNvPr>
            <p:cNvSpPr/>
            <p:nvPr/>
          </p:nvSpPr>
          <p:spPr>
            <a:xfrm>
              <a:off x="9075564" y="4913157"/>
              <a:ext cx="2749296" cy="869077"/>
            </a:xfrm>
            <a:prstGeom prst="rect">
              <a:avLst/>
            </a:prstGeom>
            <a:solidFill>
              <a:srgbClr val="024AD8"/>
            </a:solidFill>
            <a:ln/>
          </p:spPr>
          <p:txBody>
            <a:bodyPr/>
            <a:lstStyle/>
            <a:p>
              <a:pPr defTabSz="1219170"/>
              <a:endParaRPr lang="en-US" sz="2400">
                <a:solidFill>
                  <a:prstClr val="black"/>
                </a:solidFill>
                <a:latin typeface="HP Forma DJR Office" pitchFamily="2" charset="77"/>
              </a:endParaRPr>
            </a:p>
          </p:txBody>
        </p:sp>
        <p:sp>
          <p:nvSpPr>
            <p:cNvPr id="120" name="Text 12">
              <a:extLst>
                <a:ext uri="{FF2B5EF4-FFF2-40B4-BE49-F238E27FC236}">
                  <a16:creationId xmlns:a16="http://schemas.microsoft.com/office/drawing/2014/main" id="{5DB3B3EF-BB15-1B97-60E4-E5F616A9FFBD}"/>
                </a:ext>
              </a:extLst>
            </p:cNvPr>
            <p:cNvSpPr/>
            <p:nvPr/>
          </p:nvSpPr>
          <p:spPr>
            <a:xfrm>
              <a:off x="9264719" y="5055697"/>
              <a:ext cx="2749296" cy="182880"/>
            </a:xfrm>
            <a:prstGeom prst="rect">
              <a:avLst/>
            </a:prstGeom>
            <a:noFill/>
            <a:ln/>
          </p:spPr>
          <p:txBody>
            <a:bodyPr wrap="square" lIns="0" rtlCol="0" anchor="ctr"/>
            <a:lstStyle/>
            <a:p>
              <a:pPr defTabSz="1219170"/>
              <a:r>
                <a:rPr lang="en-US" sz="1400" dirty="0">
                  <a:solidFill>
                    <a:srgbClr val="FFFFFF"/>
                  </a:solidFill>
                  <a:latin typeface="+mj-lt"/>
                  <a:ea typeface="Arial" pitchFamily="34" charset="-122"/>
                  <a:cs typeface="Arial" pitchFamily="34" charset="-120"/>
                </a:rPr>
                <a:t>Результати моделювання</a:t>
              </a:r>
              <a:endParaRPr lang="en-US" sz="1400" dirty="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121" name="Text 13">
              <a:extLst>
                <a:ext uri="{FF2B5EF4-FFF2-40B4-BE49-F238E27FC236}">
                  <a16:creationId xmlns:a16="http://schemas.microsoft.com/office/drawing/2014/main" id="{9B409F89-B107-F895-F771-B1657A118981}"/>
                </a:ext>
              </a:extLst>
            </p:cNvPr>
            <p:cNvSpPr/>
            <p:nvPr/>
          </p:nvSpPr>
          <p:spPr>
            <a:xfrm>
              <a:off x="9264719" y="5238577"/>
              <a:ext cx="2749296" cy="365760"/>
            </a:xfrm>
            <a:prstGeom prst="rect">
              <a:avLst/>
            </a:prstGeom>
            <a:noFill/>
            <a:ln/>
          </p:spPr>
          <p:txBody>
            <a:bodyPr wrap="square" lIns="0" rtlCol="0" anchor="t"/>
            <a:lstStyle/>
            <a:p>
              <a:pPr defTabSz="1219170"/>
              <a:r>
                <a:rPr lang="en-US" sz="1200" dirty="0">
                  <a:solidFill>
                    <a:srgbClr val="FFFFFF"/>
                  </a:solidFill>
                  <a:latin typeface="HP Forma DJR Office" pitchFamily="2" charset="77"/>
                  <a:ea typeface="Arial" pitchFamily="34" charset="-122"/>
                  <a:cs typeface="Arial" pitchFamily="34" charset="-120"/>
                </a:rPr>
                <a:t>Чому ZGX Fury?</a:t>
              </a:r>
              <a:r>
                <a:rPr lang="en-US" sz="1200">
                  <a:solidFill>
                    <a:srgbClr val="FFFFFF"/>
                  </a:solidFill>
                  <a:latin typeface="HP Forma DJR Office" pitchFamily="2" charset="77"/>
                  <a:ea typeface="Arial" pitchFamily="34" charset="-122"/>
                  <a:cs typeface="Arial" pitchFamily="34" charset="-120"/>
                </a:rPr>
                <a:t/>
              </a:r>
              <a:endParaRPr lang="en-US" sz="1200" dirty="0">
                <a:solidFill>
                  <a:srgbClr val="FFFFFF"/>
                </a:solidFill>
                <a:latin typeface="HP Forma DJR Office" pitchFamily="2" charset="77"/>
                <a:ea typeface="Arial" pitchFamily="34" charset="-122"/>
                <a:cs typeface="Arial" pitchFamily="34" charset="-120"/>
              </a:endParaRPr>
            </a:p>
            <a:p>
              <a:pPr defTabSz="1219170"/>
              <a:endParaRPr lang="en-US" sz="1200" dirty="0">
                <a:solidFill>
                  <a:srgbClr val="FFFFFF"/>
                </a:solidFill>
                <a:latin typeface="HP Forma DJR Office" pitchFamily="2" charset="77"/>
                <a:ea typeface="Arial" pitchFamily="34" charset="-122"/>
                <a:cs typeface="Arial" pitchFamily="34" charset="-120"/>
              </a:endParaRPr>
            </a:p>
            <a:p>
              <a:pPr defTabSz="1219170"/>
              <a:endParaRPr lang="en-US" sz="1200" dirty="0">
                <a:solidFill>
                  <a:srgbClr val="FFFFFF"/>
                </a:solidFill>
                <a:latin typeface="HP Forma DJR Office" pitchFamily="2" charset="77"/>
                <a:ea typeface="Arial" pitchFamily="34" charset="-122"/>
                <a:cs typeface="Arial" pitchFamily="34" charset="-120"/>
              </a:endParaRPr>
            </a:p>
            <a:p>
              <a:pPr defTabSz="1219170"/>
              <a:endParaRPr lang="en-US" sz="1200" dirty="0">
                <a:solidFill>
                  <a:srgbClr val="FFFFFF"/>
                </a:solidFill>
                <a:latin typeface="HP Forma DJR Office" pitchFamily="2" charset="77"/>
                <a:ea typeface="Arial" pitchFamily="34" charset="-122"/>
                <a:cs typeface="Arial" pitchFamily="34" charset="-120"/>
              </a:endParaRPr>
            </a:p>
          </p:txBody>
        </p:sp>
        <p:sp>
          <p:nvSpPr>
            <p:cNvPr id="122" name="Text 5">
              <a:extLst>
                <a:ext uri="{FF2B5EF4-FFF2-40B4-BE49-F238E27FC236}">
                  <a16:creationId xmlns:a16="http://schemas.microsoft.com/office/drawing/2014/main" id="{A6796435-3D16-3378-583C-893B105B4E00}"/>
                </a:ext>
              </a:extLst>
            </p:cNvPr>
            <p:cNvSpPr/>
            <p:nvPr/>
          </p:nvSpPr>
          <p:spPr>
            <a:xfrm>
              <a:off x="9264719" y="3543904"/>
              <a:ext cx="2621280" cy="243840"/>
            </a:xfrm>
            <a:prstGeom prst="rect">
              <a:avLst/>
            </a:prstGeom>
            <a:noFill/>
            <a:ln/>
          </p:spPr>
          <p:txBody>
            <a:bodyPr wrap="square" lIns="0" rtlCol="0" anchor="ctr"/>
            <a:lstStyle/>
            <a:p>
              <a:pPr defTabSz="1219170"/>
              <a:r>
                <a:rPr lang="en-US" sz="1400" dirty="0">
                  <a:latin typeface="+mj-lt"/>
                  <a:ea typeface="Arial" pitchFamily="34" charset="-122"/>
                  <a:cs typeface="Arial" pitchFamily="34" charset="-120"/>
                </a:rPr>
                <a:t>Захист інтелектуальної власності, передбачувані витрати</a:t>
              </a:r>
              <a:endParaRPr lang="en-US" sz="1400" dirty="0">
                <a:latin typeface="+mj-lt"/>
              </a:endParaRPr>
            </a:p>
          </p:txBody>
        </p:sp>
        <p:sp>
          <p:nvSpPr>
            <p:cNvPr id="123" name="Text 6">
              <a:extLst>
                <a:ext uri="{FF2B5EF4-FFF2-40B4-BE49-F238E27FC236}">
                  <a16:creationId xmlns:a16="http://schemas.microsoft.com/office/drawing/2014/main" id="{E82238A5-6540-A983-6B8E-6A0CFEE8BFEA}"/>
                </a:ext>
              </a:extLst>
            </p:cNvPr>
            <p:cNvSpPr/>
            <p:nvPr/>
          </p:nvSpPr>
          <p:spPr>
            <a:xfrm>
              <a:off x="9264719" y="3787744"/>
              <a:ext cx="2121657" cy="548640"/>
            </a:xfrm>
            <a:prstGeom prst="rect">
              <a:avLst/>
            </a:prstGeom>
            <a:noFill/>
            <a:ln/>
          </p:spPr>
          <p:txBody>
            <a:bodyPr wrap="square" lIns="0" rtlCol="0" anchor="t"/>
            <a:lstStyle/>
            <a:p>
              <a:pPr defTabSz="1219170"/>
              <a:r>
                <a:rPr lang="en-US" sz="1200" dirty="0">
                  <a:solidFill>
                    <a:srgbClr val="1A1A1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Виробниче висновки</a:t>
              </a:r>
              <a:endParaRPr lang="en-US" sz="1200" dirty="0">
                <a:solidFill>
                  <a:prstClr val="black"/>
                </a:solidFill>
                <a:latin typeface="Calibri" panose="020F0502020204030204"/>
              </a:endParaRPr>
            </a:p>
            <a:p>
              <a:pPr defTabSz="1219170"/>
              <a:endParaRPr lang="en-US" sz="1200" dirty="0">
                <a:latin typeface="HP Forma DJR Office" pitchFamily="2" charset="77"/>
                <a:ea typeface="Arial" pitchFamily="34" charset="-122"/>
                <a:cs typeface="Arial" pitchFamily="34" charset="-120"/>
              </a:endParaRPr>
            </a:p>
            <a:p>
              <a:pPr defTabSz="1219170"/>
              <a:endParaRPr lang="en-US" sz="1200" dirty="0">
                <a:latin typeface="HP Forma DJR Office" pitchFamily="2" charset="77"/>
                <a:ea typeface="Arial" pitchFamily="34" charset="-122"/>
                <a:cs typeface="Arial" pitchFamily="34" charset="-120"/>
              </a:endParaRPr>
            </a:p>
            <a:p>
              <a:pPr defTabSz="1219170"/>
              <a:endParaRPr lang="en-US" sz="1200" dirty="0">
                <a:latin typeface="HP Forma DJR Office" pitchFamily="2" charset="77"/>
                <a:ea typeface="Arial" pitchFamily="34" charset="-122"/>
                <a:cs typeface="Arial" pitchFamily="34" charset="-120"/>
              </a:endParaRPr>
            </a:p>
          </p:txBody>
        </p:sp>
        <p:sp>
          <p:nvSpPr>
            <p:cNvPr id="124" name="Text 7">
              <a:extLst>
                <a:ext uri="{FF2B5EF4-FFF2-40B4-BE49-F238E27FC236}">
                  <a16:creationId xmlns:a16="http://schemas.microsoft.com/office/drawing/2014/main" id="{D6CB5A04-D52B-F0A6-B8EC-D569A24D1CD7}"/>
                </a:ext>
              </a:extLst>
            </p:cNvPr>
            <p:cNvSpPr/>
            <p:nvPr/>
          </p:nvSpPr>
          <p:spPr>
            <a:xfrm>
              <a:off x="9264719" y="4087785"/>
              <a:ext cx="2621280" cy="731520"/>
            </a:xfrm>
            <a:prstGeom prst="rect">
              <a:avLst/>
            </a:prstGeom>
            <a:noFill/>
            <a:ln/>
          </p:spPr>
          <p:txBody>
            <a:bodyPr wrap="square" lIns="0" rtlCol="0" anchor="t"/>
            <a:lstStyle/>
            <a:p>
              <a:pPr marL="171450" indent="-171450" defTabSz="1219170">
                <a:buClr>
                  <a:schemeClr val="tx2"/>
                </a:buClr>
                <a:buFont typeface="Wingdings" pitchFamily="2" charset="2"/>
                <a:buChar char="§"/>
              </a:pPr>
              <a:r>
                <a:rPr lang="en-US" sz="1000" dirty="0">
                  <a:latin typeface="HP Forma DJR Office" pitchFamily="2" charset="77"/>
                  <a:ea typeface="Arial" pitchFamily="34" charset="-122"/>
                  <a:cs typeface="Arial" pitchFamily="34" charset="-120"/>
                </a:rPr>
                <a:t>Оптимізація дизайну в реальному часі</a:t>
              </a:r>
            </a:p>
            <a:p>
              <a:pPr marL="171450" indent="-171450" defTabSz="1219170">
                <a:buClr>
                  <a:schemeClr val="tx2"/>
                </a:buClr>
                <a:buFont typeface="Wingdings" pitchFamily="2" charset="2"/>
                <a:buChar char="§"/>
              </a:pPr>
              <a:r>
                <a:rPr lang="en-US" sz="1000" dirty="0">
                  <a:latin typeface="HP Forma DJR Office" pitchFamily="2" charset="77"/>
                  <a:ea typeface="Arial" pitchFamily="34" charset="-122"/>
                  <a:cs typeface="Arial" pitchFamily="34" charset="-120"/>
                </a:rPr>
                <a:t/>
              </a:r>
            </a:p>
            <a:p>
              <a:pPr marL="171450" indent="-171450" defTabSz="1219170">
                <a:buClr>
                  <a:schemeClr val="tx2"/>
                </a:buClr>
                <a:buFont typeface="Wingdings" pitchFamily="2" charset="2"/>
                <a:buChar char="§"/>
              </a:pPr>
              <a:r>
                <a:rPr lang="en-US" sz="1000" dirty="0">
                  <a:latin typeface="HP Forma DJR Office" pitchFamily="2" charset="77"/>
                  <a:ea typeface="Arial" pitchFamily="34" charset="-122"/>
                  <a:cs typeface="Arial" pitchFamily="34" charset="-120"/>
                </a:rPr>
                <a:t/>
              </a:r>
            </a:p>
            <a:p>
              <a:pPr marL="171450" indent="-171450" defTabSz="1219170">
                <a:buClr>
                  <a:schemeClr val="tx2"/>
                </a:buClr>
                <a:buFont typeface="Wingdings" pitchFamily="2" charset="2"/>
                <a:buChar char="§"/>
              </a:pPr>
              <a:endParaRPr lang="en-US" sz="1000" dirty="0">
                <a:latin typeface="HP Forma DJR Office" pitchFamily="2" charset="77"/>
                <a:ea typeface="Arial" pitchFamily="34" charset="-122"/>
                <a:cs typeface="Arial" pitchFamily="34" charset="-12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441317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HP 2025 v2">
  <a:themeElements>
    <a:clrScheme name="HP 2025 v2">
      <a:dk1>
        <a:srgbClr val="000000"/>
      </a:dk1>
      <a:lt1>
        <a:srgbClr val="FFFFFF"/>
      </a:lt1>
      <a:dk2>
        <a:srgbClr val="024AD8"/>
      </a:dk2>
      <a:lt2>
        <a:srgbClr val="F0F0F0"/>
      </a:lt2>
      <a:accent1>
        <a:srgbClr val="4C7683"/>
      </a:accent1>
      <a:accent2>
        <a:srgbClr val="568392"/>
      </a:accent2>
      <a:accent3>
        <a:srgbClr val="779CA8"/>
      </a:accent3>
      <a:accent4>
        <a:srgbClr val="E54747"/>
      </a:accent4>
      <a:accent5>
        <a:srgbClr val="FF504F"/>
      </a:accent5>
      <a:accent6>
        <a:srgbClr val="FF7272"/>
      </a:accent6>
      <a:hlink>
        <a:srgbClr val="000000"/>
      </a:hlink>
      <a:folHlink>
        <a:srgbClr val="000000"/>
      </a:folHlink>
    </a:clrScheme>
    <a:fontScheme name="HP Forma DJR Office 2025">
      <a:majorFont>
        <a:latin typeface="HP Forma DJR Office Medium"/>
        <a:ea typeface="HP Forma DJR Office Medium"/>
        <a:cs typeface="HP Forma DJR Office Medium"/>
        <a:font script="Latn" typeface="HP Forma DJR Office Medium"/>
        <a:font script="Cyrl" typeface="HP Forma DJR Cyrl Office Medium"/>
        <a:font script="Deva" typeface="HP Forma DJR Deva Office Medium"/>
        <a:font script="Arab" typeface="HP Forma DJR Arab Office Medium"/>
        <a:font script="Hebr" typeface="HP Forma DJR Hebr Office Medium"/>
        <a:font script="Thai" typeface="HP Forma DJR Thai Office Medium"/>
        <a:font script="Grek" typeface="HP Forma DJR Grek Office Medium"/>
      </a:majorFont>
      <a:minorFont>
        <a:latin typeface="HP Forma DJR Office"/>
        <a:ea typeface="HP Forma DJR Office"/>
        <a:cs typeface="HP Forma DJR Office"/>
        <a:font script="Latn" typeface="HP Forma DJR Office"/>
        <a:font script="Cyrl" typeface="HP Forma DJR Cyrl Office"/>
        <a:font script="Deva" typeface="HP Forma DJR Deva Office"/>
        <a:font script="Arab" typeface="HP Forma DJR Arab Office"/>
        <a:font script="Hebr" typeface="HP Forma DJR Hebr Office"/>
        <a:font script="Thai" typeface="HP Forma DJR Thai Office"/>
        <a:font script="Grek" typeface="HP Forma DJR Grek Office"/>
      </a:minorFont>
    </a:fontScheme>
    <a:fmtScheme name="Flat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65000"/>
          </a:schemeClr>
        </a:solidFill>
      </a:fillStyleLst>
      <a:lnStyleLst>
        <a:ln w="3175" cap="flat" cmpd="sng" algn="ctr">
          <a:solidFill>
            <a:schemeClr val="phClr">
              <a:shade val="65000"/>
            </a:schemeClr>
          </a:solidFill>
          <a:prstDash val="solid"/>
        </a:ln>
        <a:ln w="3175" cap="flat" cmpd="sng" algn="ctr">
          <a:solidFill>
            <a:schemeClr val="phClr"/>
          </a:solidFill>
          <a:prstDash val="solid"/>
        </a:ln>
        <a:ln w="0" cap="flat" cmpd="sng" algn="ctr">
          <a:noFill/>
        </a:ln>
      </a:lnStyleLst>
      <a:effectStyleLst>
        <a:effectStyle>
          <a:effectLst>
            <a:blur/>
          </a:effectLst>
        </a:effectStyle>
        <a:effectStyle>
          <a:effectLst>
            <a:blur/>
          </a:effectLst>
        </a:effectStyle>
        <a:effectStyle>
          <a:effectLst>
            <a:fillOverlay blend="darken">
              <a:solidFill>
                <a:schemeClr val="phClr">
                  <a:shade val="30000"/>
                </a:schemeClr>
              </a:solidFill>
            </a:fillOverlay>
          </a:effectLst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l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none">
          <a:schemeClr val="tx1"/>
        </a:fontRef>
      </a:style>
    </a:spDef>
    <a:lnDef>
      <a:spPr>
        <a:ln w="6350">
          <a:solidFill>
            <a:schemeClr val="bg2">
              <a:lumMod val="10000"/>
            </a:schemeClr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none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E4EBF56D-5FA8-4270-B397-79787659ABC4}" vid="{DDBA45F9-E647-417D-93CE-0FC39BE9AB43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1476</TotalTime>
  <Words>1513</Words>
  <Application>Microsoft Office PowerPoint</Application>
  <PresentationFormat>Widescreen</PresentationFormat>
  <Paragraphs>213</Paragraphs>
  <Slides>10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Aptos</vt:lpstr>
      <vt:lpstr>Arial</vt:lpstr>
      <vt:lpstr>Calibri</vt:lpstr>
      <vt:lpstr>HP Forma DJR Office</vt:lpstr>
      <vt:lpstr>HP Forma DJR Office Medium</vt:lpstr>
      <vt:lpstr>Wingdings</vt:lpstr>
      <vt:lpstr>1_Office Theme</vt:lpstr>
      <vt:lpstr>HP 2025 v2</vt:lpstr>
      <vt:lpstr>HP ZGX Fury G1n </vt:lpstr>
      <vt:lpstr>AI spend is scaling. </vt:lpstr>
      <vt:lpstr>AI economics: the spending paradox</vt:lpstr>
      <vt:lpstr>Key features &amp; specifications of HP ZGX Fury</vt:lpstr>
      <vt:lpstr>What sets HP apart</vt:lpstr>
      <vt:lpstr>Developer-first AI environment</vt:lpstr>
      <vt:lpstr>Turn-key inferencing environment</vt:lpstr>
      <vt:lpstr>PowerPoint Presentation</vt:lpstr>
      <vt:lpstr>The right tool for the right workload</vt:lpstr>
      <vt:lpstr>ZGX Fury: use cases by vertical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Burkhalter, Curtis</dc:creator>
  <cp:lastModifiedBy>Burkhalter, Curtis</cp:lastModifiedBy>
  <cp:revision>11</cp:revision>
  <dcterms:created xsi:type="dcterms:W3CDTF">2026-04-27T21:22:52Z</dcterms:created>
  <dcterms:modified xsi:type="dcterms:W3CDTF">2026-05-13T15:30:48Z</dcterms:modified>
</cp:coreProperties>
</file>