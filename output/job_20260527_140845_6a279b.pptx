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media/image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13"/>
  </p:notesMasterIdLst>
  <p:sldIdLst>
    <p:sldId id="390" r:id="rId3"/>
    <p:sldId id="2147483462" r:id="rId4"/>
    <p:sldId id="2147483471" r:id="rId5"/>
    <p:sldId id="2147483466" r:id="rId6"/>
    <p:sldId id="2147483464" r:id="rId7"/>
    <p:sldId id="2147483465" r:id="rId8"/>
    <p:sldId id="2147483467" r:id="rId9"/>
    <p:sldId id="2147483472" r:id="rId10"/>
    <p:sldId id="2147483468" r:id="rId11"/>
    <p:sldId id="21474834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00F210-5C89-FBC5-1BDE-58988F8113C8}" name="Burkhalter, Curtis" initials="" userId="S::curtis.burkhalter@hp.com::61aabafc-e9f7-40e1-a918-2d21e5c5a12c" providerId="AD"/>
  <p188:author id="{F8DA6230-02D8-CC98-8AD6-78454BA9582D}" name="Amber Huffer" initials="AH" userId="S::amber.huffer@wundermanthompson.com::8651c0f5-c0b0-46da-b940-cebad0babbce" providerId="AD"/>
  <p188:author id="{9A302A42-5CB6-23DD-03BA-0D09E4F4C59D}" name="Tezenas Du Montcel, Cecile" initials="CT" userId="S::cecile.tezenas-du-montcel@hp.com::817b1e8c-c506-4b38-8903-c97e3d1bdae8" providerId="AD"/>
  <p188:author id="{1BBAF9C8-C5AE-BD99-DE95-B1A1DBBB55FD}" name="Gosalvez, Jorge Rick" initials="GJ" userId="S::rick.gosalvez@hp.com::4be3c511-153c-49eb-ae85-bc8fead1241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2214B4-F485-43E4-9424-778AF499DD70}" v="2" dt="2026-05-12T16:21:40.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94658"/>
  </p:normalViewPr>
  <p:slideViewPr>
    <p:cSldViewPr snapToGrid="0">
      <p:cViewPr varScale="1">
        <p:scale>
          <a:sx n="142" d="100"/>
          <a:sy n="142" d="100"/>
        </p:scale>
        <p:origin x="58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 Id="rId2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rkhalter, Curtis" userId="61aabafc-e9f7-40e1-a918-2d21e5c5a12c" providerId="ADAL" clId="{CA1B045F-A9BB-455B-91C9-825E53CD6026}"/>
    <pc:docChg chg="addSld modSld sldOrd">
      <pc:chgData name="Burkhalter, Curtis" userId="61aabafc-e9f7-40e1-a918-2d21e5c5a12c" providerId="ADAL" clId="{CA1B045F-A9BB-455B-91C9-825E53CD6026}" dt="2026-05-13T15:30:45.816" v="66" actId="20577"/>
      <pc:docMkLst>
        <pc:docMk/>
      </pc:docMkLst>
      <pc:sldChg chg="modSp mod">
        <pc:chgData name="Burkhalter, Curtis" userId="61aabafc-e9f7-40e1-a918-2d21e5c5a12c" providerId="ADAL" clId="{CA1B045F-A9BB-455B-91C9-825E53CD6026}" dt="2026-05-11T21:35:03.213" v="45" actId="20577"/>
        <pc:sldMkLst>
          <pc:docMk/>
          <pc:sldMk cId="3842720317" sldId="2147483466"/>
        </pc:sldMkLst>
        <pc:spChg chg="mod">
          <ac:chgData name="Burkhalter, Curtis" userId="61aabafc-e9f7-40e1-a918-2d21e5c5a12c" providerId="ADAL" clId="{CA1B045F-A9BB-455B-91C9-825E53CD6026}" dt="2026-05-11T21:35:03.213" v="45" actId="20577"/>
          <ac:spMkLst>
            <pc:docMk/>
            <pc:sldMk cId="3842720317" sldId="2147483466"/>
            <ac:spMk id="5" creationId="{0AAC080F-EE7F-CA78-E9B7-2BC69C185BB6}"/>
          </ac:spMkLst>
        </pc:spChg>
      </pc:sldChg>
      <pc:sldChg chg="modSp mod">
        <pc:chgData name="Burkhalter, Curtis" userId="61aabafc-e9f7-40e1-a918-2d21e5c5a12c" providerId="ADAL" clId="{CA1B045F-A9BB-455B-91C9-825E53CD6026}" dt="2026-05-13T15:30:45.816" v="66" actId="20577"/>
        <pc:sldMkLst>
          <pc:docMk/>
          <pc:sldMk cId="1220308468" sldId="2147483467"/>
        </pc:sldMkLst>
        <pc:spChg chg="mod">
          <ac:chgData name="Burkhalter, Curtis" userId="61aabafc-e9f7-40e1-a918-2d21e5c5a12c" providerId="ADAL" clId="{CA1B045F-A9BB-455B-91C9-825E53CD6026}" dt="2026-05-13T15:30:45.816" v="66" actId="20577"/>
          <ac:spMkLst>
            <pc:docMk/>
            <pc:sldMk cId="1220308468" sldId="2147483467"/>
            <ac:spMk id="9" creationId="{534217D0-0783-CC58-A7B1-581F4B891EDC}"/>
          </ac:spMkLst>
        </pc:spChg>
      </pc:sldChg>
      <pc:sldChg chg="modSp mod">
        <pc:chgData name="Burkhalter, Curtis" userId="61aabafc-e9f7-40e1-a918-2d21e5c5a12c" providerId="ADAL" clId="{CA1B045F-A9BB-455B-91C9-825E53CD6026}" dt="2026-05-11T14:59:18.602" v="21" actId="20577"/>
        <pc:sldMkLst>
          <pc:docMk/>
          <pc:sldMk cId="2844131748" sldId="2147483469"/>
        </pc:sldMkLst>
        <pc:spChg chg="mod">
          <ac:chgData name="Burkhalter, Curtis" userId="61aabafc-e9f7-40e1-a918-2d21e5c5a12c" providerId="ADAL" clId="{CA1B045F-A9BB-455B-91C9-825E53CD6026}" dt="2026-05-11T14:59:18.602" v="21" actId="20577"/>
          <ac:spMkLst>
            <pc:docMk/>
            <pc:sldMk cId="2844131748" sldId="2147483469"/>
            <ac:spMk id="121" creationId="{9B409F89-B107-F895-F771-B1657A118981}"/>
          </ac:spMkLst>
        </pc:spChg>
      </pc:sldChg>
      <pc:sldChg chg="add">
        <pc:chgData name="Burkhalter, Curtis" userId="61aabafc-e9f7-40e1-a918-2d21e5c5a12c" providerId="ADAL" clId="{CA1B045F-A9BB-455B-91C9-825E53CD6026}" dt="2026-05-11T21:33:43.061" v="22"/>
        <pc:sldMkLst>
          <pc:docMk/>
          <pc:sldMk cId="930882952" sldId="2147483471"/>
        </pc:sldMkLst>
      </pc:sldChg>
      <pc:sldChg chg="modSp add mod ord">
        <pc:chgData name="Burkhalter, Curtis" userId="61aabafc-e9f7-40e1-a918-2d21e5c5a12c" providerId="ADAL" clId="{CA1B045F-A9BB-455B-91C9-825E53CD6026}" dt="2026-05-12T16:21:54.345" v="50" actId="20577"/>
        <pc:sldMkLst>
          <pc:docMk/>
          <pc:sldMk cId="0" sldId="2147483472"/>
        </pc:sldMkLst>
        <pc:spChg chg="mod">
          <ac:chgData name="Burkhalter, Curtis" userId="61aabafc-e9f7-40e1-a918-2d21e5c5a12c" providerId="ADAL" clId="{CA1B045F-A9BB-455B-91C9-825E53CD6026}" dt="2026-05-12T16:21:54.345" v="50" actId="20577"/>
          <ac:spMkLst>
            <pc:docMk/>
            <pc:sldMk cId="0" sldId="2147483472"/>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051B5C-8BCA-41FC-B99C-7DB847A92706}" type="datetimeFigureOut">
              <a:rPr lang="en-US" smtClean="0"/>
              <a:t>5/12/2026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EED996-4C1B-4A2F-952B-BBBFFFA27434}" type="slidenum">
              <a:rPr lang="en-US" smtClean="0"/>
              <a:t>‹#›</a:t>
            </a:fld>
            <a:endParaRPr lang="en-US"/>
          </a:p>
        </p:txBody>
      </p:sp>
    </p:spTree>
    <p:extLst>
      <p:ext uri="{BB962C8B-B14F-4D97-AF65-F5344CB8AC3E}">
        <p14:creationId xmlns:p14="http://schemas.microsoft.com/office/powerpoint/2010/main" val="278750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paradox that's confusing a lot of enterprise finance teams right now. </a:t>
            </a:r>
            <a:br>
              <a:rPr lang="en-US" dirty="0"/>
            </a:br>
            <a:br>
              <a:rPr lang="en-US" dirty="0"/>
            </a:br>
            <a:r>
              <a:rPr lang="en-US" dirty="0"/>
              <a:t>You see all over LinkedIn that the cloud is getting cheaper every day and token prices are a fraction of what they once were. </a:t>
            </a:r>
            <a:br>
              <a:rPr lang="en-US" dirty="0"/>
            </a:br>
            <a:br>
              <a:rPr lang="en-US" dirty="0"/>
            </a:br>
            <a:r>
              <a:rPr lang="en-US" dirty="0"/>
              <a:t>And this is true, cloud token prices have dropped 280x in two years. And yet enterprise AI spending is up 320%. So how is that possible?</a:t>
            </a:r>
            <a:br>
              <a:rPr lang="en-US" dirty="0"/>
            </a:br>
            <a:endParaRPr lang="en-US" dirty="0"/>
          </a:p>
          <a:p>
            <a:r>
              <a:rPr lang="en-US" dirty="0"/>
              <a:t>The answer is agentic workflows, RAG pipelines, and always-on agents. These consume compute at rates nobody planned for. </a:t>
            </a:r>
            <a:br>
              <a:rPr lang="en-US" dirty="0"/>
            </a:br>
            <a:br>
              <a:rPr lang="en-US" dirty="0"/>
            </a:br>
            <a:r>
              <a:rPr lang="en-US" dirty="0"/>
              <a:t>Even the AI providers themselves are struggling - OpenAI is projected to lose $14 billion this year, spending $2.25 for every dollar earned. </a:t>
            </a:r>
          </a:p>
          <a:p>
            <a:r>
              <a:rPr lang="en-US" dirty="0"/>
              <a:t>Anthropic has spent over $10B on inference and training against $5B in total revenue. </a:t>
            </a:r>
            <a:br>
              <a:rPr lang="en-US" dirty="0"/>
            </a:br>
            <a:br>
              <a:rPr lang="en-US" dirty="0"/>
            </a:br>
            <a:r>
              <a:rPr lang="en-US" dirty="0"/>
              <a:t>GitHub Copilot paused new signups for Pro plans in April.</a:t>
            </a:r>
            <a:br>
              <a:rPr lang="en-US" dirty="0"/>
            </a:br>
            <a:endParaRPr lang="en-US" dirty="0"/>
          </a:p>
          <a:p>
            <a:r>
              <a:rPr lang="en-US" dirty="0"/>
              <a:t>The free ride is over. That's the market context we're selling into</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fld id="{B016ECA8-0B23-1243-A9DA-BEED3C5643B3}" type="slidenum">
              <a:rPr kumimoji="0" lang="en-US" sz="1200" b="0" i="0" u="none" strike="noStrike" kern="1200" cap="none" spc="0" normalizeH="0" baseline="0" noProof="0" smtClean="0">
                <a:ln>
                  <a:noFill/>
                </a:ln>
                <a:solidFill>
                  <a:srgbClr val="000000"/>
                </a:solidFill>
                <a:effectLst/>
                <a:uLnTx/>
                <a:uFillTx/>
                <a:latin typeface="HP Forma DJR Office" pitchFamily="2" charset="0"/>
              </a:rPr>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t>3</a:t>
            </a:fld>
            <a:endParaRPr kumimoji="0" lang="en-US" sz="1200" b="0" i="0" u="none" strike="noStrike" kern="1200" cap="none" spc="0" normalizeH="0" baseline="0" noProof="0" dirty="0">
              <a:ln>
                <a:noFill/>
              </a:ln>
              <a:solidFill>
                <a:srgbClr val="000000"/>
              </a:solidFill>
              <a:effectLst/>
              <a:uLnTx/>
              <a:uFillTx/>
              <a:latin typeface="HP Forma DJR Office" pitchFamily="2" charset="0"/>
            </a:endParaRPr>
          </a:p>
        </p:txBody>
      </p:sp>
    </p:spTree>
    <p:extLst>
      <p:ext uri="{BB962C8B-B14F-4D97-AF65-F5344CB8AC3E}">
        <p14:creationId xmlns:p14="http://schemas.microsoft.com/office/powerpoint/2010/main" val="1540611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EED996-4C1B-4A2F-952B-BBBFFFA27434}" type="slidenum">
              <a:rPr lang="en-US" smtClean="0"/>
              <a:t>10</a:t>
            </a:fld>
            <a:endParaRPr lang="en-US"/>
          </a:p>
        </p:txBody>
      </p:sp>
    </p:spTree>
    <p:extLst>
      <p:ext uri="{BB962C8B-B14F-4D97-AF65-F5344CB8AC3E}">
        <p14:creationId xmlns:p14="http://schemas.microsoft.com/office/powerpoint/2010/main" val="4216629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 Id="rId3"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 Id="rId3"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 Id="rId3"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5077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ver A">
    <p:spTree>
      <p:nvGrpSpPr>
        <p:cNvPr id="1" name=""/>
        <p:cNvGrpSpPr/>
        <p:nvPr/>
      </p:nvGrpSpPr>
      <p:grpSpPr>
        <a:xfrm>
          <a:off x="0" y="0"/>
          <a:ext cx="0" cy="0"/>
          <a:chOff x="0" y="0"/>
          <a:chExt cx="0" cy="0"/>
        </a:xfrm>
      </p:grpSpPr>
      <p:sp>
        <p:nvSpPr>
          <p:cNvPr id="4" name="1000% Stripe">
            <a:extLst>
              <a:ext uri="{FF2B5EF4-FFF2-40B4-BE49-F238E27FC236}">
                <a16:creationId xmlns:a16="http://schemas.microsoft.com/office/drawing/2014/main" id="{FEE9E222-D2C7-B448-8029-A9B9C61CAA76}"/>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70521" t="-430658" r="-36201" b="-62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HP Logo">
            <a:extLst>
              <a:ext uri="{FF2B5EF4-FFF2-40B4-BE49-F238E27FC236}">
                <a16:creationId xmlns:a16="http://schemas.microsoft.com/office/drawing/2014/main" id="{FD3AD82C-F5A9-D043-00C8-672469C483E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8" name="Title Placeholder">
            <a:extLst>
              <a:ext uri="{FF2B5EF4-FFF2-40B4-BE49-F238E27FC236}">
                <a16:creationId xmlns:a16="http://schemas.microsoft.com/office/drawing/2014/main" id="{4F166CCD-2E64-026D-3913-0DB5F4601F30}"/>
              </a:ext>
            </a:extLst>
          </p:cNvPr>
          <p:cNvSpPr>
            <a:spLocks noGrp="1"/>
          </p:cNvSpPr>
          <p:nvPr>
            <p:ph type="title" hasCustomPrompt="1"/>
          </p:nvPr>
        </p:nvSpPr>
        <p:spPr>
          <a:xfrm>
            <a:off x="457200" y="1380033"/>
            <a:ext cx="6806485"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Click to write a presentation title that fits in 1-3 lines</a:t>
            </a:r>
          </a:p>
        </p:txBody>
      </p:sp>
      <p:sp>
        <p:nvSpPr>
          <p:cNvPr id="9" name="Text Placeholder">
            <a:extLst>
              <a:ext uri="{FF2B5EF4-FFF2-40B4-BE49-F238E27FC236}">
                <a16:creationId xmlns:a16="http://schemas.microsoft.com/office/drawing/2014/main" id="{CED5B329-7575-9268-0212-C49D5135A032}"/>
              </a:ext>
            </a:extLst>
          </p:cNvPr>
          <p:cNvSpPr>
            <a:spLocks noGrp="1"/>
          </p:cNvSpPr>
          <p:nvPr>
            <p:ph type="body" sz="quarter" idx="13" hasCustomPrompt="1"/>
          </p:nvPr>
        </p:nvSpPr>
        <p:spPr>
          <a:xfrm>
            <a:off x="457200" y="3669160"/>
            <a:ext cx="5638800"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12" name="Text Placeholder - Date">
            <a:extLst>
              <a:ext uri="{FF2B5EF4-FFF2-40B4-BE49-F238E27FC236}">
                <a16:creationId xmlns:a16="http://schemas.microsoft.com/office/drawing/2014/main" id="{4033127B-A035-4769-46DE-A3145D3CCC12}"/>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1631734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A">
    <p:spTree>
      <p:nvGrpSpPr>
        <p:cNvPr id="1" name=""/>
        <p:cNvGrpSpPr/>
        <p:nvPr/>
      </p:nvGrpSpPr>
      <p:grpSpPr>
        <a:xfrm>
          <a:off x="0" y="0"/>
          <a:ext cx="0" cy="0"/>
          <a:chOff x="0" y="0"/>
          <a:chExt cx="0" cy="0"/>
        </a:xfrm>
      </p:grpSpPr>
      <p:sp>
        <p:nvSpPr>
          <p:cNvPr id="4" name="1000% Stripe">
            <a:extLst>
              <a:ext uri="{FF2B5EF4-FFF2-40B4-BE49-F238E27FC236}">
                <a16:creationId xmlns:a16="http://schemas.microsoft.com/office/drawing/2014/main" id="{FEE9E222-D2C7-B448-8029-A9B9C61CAA76}"/>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70521" t="-430658" r="-36201" b="-62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HP Logo">
            <a:extLst>
              <a:ext uri="{FF2B5EF4-FFF2-40B4-BE49-F238E27FC236}">
                <a16:creationId xmlns:a16="http://schemas.microsoft.com/office/drawing/2014/main" id="{FD3AD82C-F5A9-D043-00C8-672469C483E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8" name="Title Placeholder">
            <a:extLst>
              <a:ext uri="{FF2B5EF4-FFF2-40B4-BE49-F238E27FC236}">
                <a16:creationId xmlns:a16="http://schemas.microsoft.com/office/drawing/2014/main" id="{4F166CCD-2E64-026D-3913-0DB5F4601F30}"/>
              </a:ext>
            </a:extLst>
          </p:cNvPr>
          <p:cNvSpPr>
            <a:spLocks noGrp="1"/>
          </p:cNvSpPr>
          <p:nvPr>
            <p:ph type="title" hasCustomPrompt="1"/>
          </p:nvPr>
        </p:nvSpPr>
        <p:spPr>
          <a:xfrm>
            <a:off x="457200" y="1380033"/>
            <a:ext cx="6806485"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Click to write a presentation title that fits in 1-3 lines</a:t>
            </a:r>
          </a:p>
        </p:txBody>
      </p:sp>
      <p:sp>
        <p:nvSpPr>
          <p:cNvPr id="9" name="Text Placeholder">
            <a:extLst>
              <a:ext uri="{FF2B5EF4-FFF2-40B4-BE49-F238E27FC236}">
                <a16:creationId xmlns:a16="http://schemas.microsoft.com/office/drawing/2014/main" id="{CED5B329-7575-9268-0212-C49D5135A032}"/>
              </a:ext>
            </a:extLst>
          </p:cNvPr>
          <p:cNvSpPr>
            <a:spLocks noGrp="1"/>
          </p:cNvSpPr>
          <p:nvPr>
            <p:ph type="body" sz="quarter" idx="13" hasCustomPrompt="1"/>
          </p:nvPr>
        </p:nvSpPr>
        <p:spPr>
          <a:xfrm>
            <a:off x="457200" y="3669160"/>
            <a:ext cx="5638800"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12" name="Text Placeholder - Date">
            <a:extLst>
              <a:ext uri="{FF2B5EF4-FFF2-40B4-BE49-F238E27FC236}">
                <a16:creationId xmlns:a16="http://schemas.microsoft.com/office/drawing/2014/main" id="{4033127B-A035-4769-46DE-A3145D3CCC12}"/>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8622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sp>
        <p:nvSpPr>
          <p:cNvPr id="3" name="1000% Stripe">
            <a:extLst>
              <a:ext uri="{FF2B5EF4-FFF2-40B4-BE49-F238E27FC236}">
                <a16:creationId xmlns:a16="http://schemas.microsoft.com/office/drawing/2014/main" id="{2F3D3980-BDCE-67D5-6737-72B599959A36}"/>
              </a:ext>
            </a:extLst>
          </p:cNvPr>
          <p:cNvSpPr>
            <a:spLocks noGrp="1" noRot="1" noChangeAspect="1" noMove="1" noResize="1"/>
          </p:cNvSpPr>
          <p:nvPr userDrawn="1"/>
        </p:nvSpPr>
        <p:spPr bwMode="ltGray">
          <a:xfrm>
            <a:off x="0" y="0"/>
            <a:ext cx="6096000" cy="6858000"/>
          </a:xfrm>
          <a:prstGeom prst="rect">
            <a:avLst/>
          </a:prstGeom>
          <a:blipFill>
            <a:blip>
              <a:extLst>
                <a:ext uri="{96DAC541-7B7A-43D3-8B79-37D633B846F1}">
                  <asvg:svgBlip xmlns:asvg="http://schemas.microsoft.com/office/drawing/2016/SVG/main" r:embed="rId2"/>
                </a:ext>
              </a:extLst>
            </a:blip>
            <a:stretch>
              <a:fillRect l="-141042" t="-430658" r="-172402" b="-62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HP Logo">
            <a:extLst>
              <a:ext uri="{FF2B5EF4-FFF2-40B4-BE49-F238E27FC236}">
                <a16:creationId xmlns:a16="http://schemas.microsoft.com/office/drawing/2014/main" id="{616063C0-2936-9CAA-7507-BC6BEBA790F9}"/>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9" name="Picture Placeholder">
            <a:extLst>
              <a:ext uri="{FF2B5EF4-FFF2-40B4-BE49-F238E27FC236}">
                <a16:creationId xmlns:a16="http://schemas.microsoft.com/office/drawing/2014/main" id="{A47CA9CB-1474-51CC-7A85-2B069AABF632}"/>
              </a:ext>
            </a:extLst>
          </p:cNvPr>
          <p:cNvSpPr>
            <a:spLocks noGrp="1" noRot="1" noMove="1" noResize="1" noEditPoints="1" noAdjustHandles="1" noChangeArrowheads="1" noChangeShapeType="1"/>
          </p:cNvSpPr>
          <p:nvPr>
            <p:ph type="pic" sz="quarter" idx="15"/>
          </p:nvPr>
        </p:nvSpPr>
        <p:spPr>
          <a:xfrm>
            <a:off x="6980022" y="457200"/>
            <a:ext cx="5211979" cy="6400800"/>
          </a:xfrm>
          <a:custGeom>
            <a:avLst/>
            <a:gdLst>
              <a:gd name="connsiteX0" fmla="*/ 2330561 w 5211979"/>
              <a:gd name="connsiteY0" fmla="*/ 0 h 6400800"/>
              <a:gd name="connsiteX1" fmla="*/ 5211979 w 5211979"/>
              <a:gd name="connsiteY1" fmla="*/ 0 h 6400800"/>
              <a:gd name="connsiteX2" fmla="*/ 5211979 w 5211979"/>
              <a:gd name="connsiteY2" fmla="*/ 6400800 h 6400800"/>
              <a:gd name="connsiteX3" fmla="*/ 0 w 5211979"/>
              <a:gd name="connsiteY3" fmla="*/ 6400800 h 6400800"/>
            </a:gdLst>
            <a:ahLst/>
            <a:cxnLst>
              <a:cxn ang="0">
                <a:pos x="connsiteX0" y="connsiteY0"/>
              </a:cxn>
              <a:cxn ang="0">
                <a:pos x="connsiteX1" y="connsiteY1"/>
              </a:cxn>
              <a:cxn ang="0">
                <a:pos x="connsiteX2" y="connsiteY2"/>
              </a:cxn>
              <a:cxn ang="0">
                <a:pos x="connsiteX3" y="connsiteY3"/>
              </a:cxn>
            </a:cxnLst>
            <a:rect l="l" t="t" r="r" b="b"/>
            <a:pathLst>
              <a:path w="5211979" h="6400800">
                <a:moveTo>
                  <a:pt x="2330561" y="0"/>
                </a:moveTo>
                <a:lnTo>
                  <a:pt x="5211979" y="0"/>
                </a:lnTo>
                <a:lnTo>
                  <a:pt x="5211979" y="6400800"/>
                </a:lnTo>
                <a:lnTo>
                  <a:pt x="0" y="6400800"/>
                </a:lnTo>
                <a:close/>
              </a:path>
            </a:pathLst>
          </a:custGeom>
          <a:solidFill>
            <a:schemeClr val="bg1">
              <a:lumMod val="75000"/>
            </a:schemeClr>
          </a:solidFill>
        </p:spPr>
        <p:txBody>
          <a:bodyPr wrap="square" anchor="ctr">
            <a:noAutofit/>
          </a:bodyPr>
          <a:lstStyle>
            <a:lvl1pPr marL="45720" indent="0" algn="ctr">
              <a:buNone/>
              <a:defRPr>
                <a:solidFill>
                  <a:schemeClr val="bg1"/>
                </a:solidFill>
              </a:defRPr>
            </a:lvl1pPr>
          </a:lstStyle>
          <a:p>
            <a:r>
              <a:rPr lang="en-US"/>
              <a:t>Click icon to add picture</a:t>
            </a:r>
          </a:p>
        </p:txBody>
      </p:sp>
      <p:sp>
        <p:nvSpPr>
          <p:cNvPr id="19" name="Title Placeholder">
            <a:extLst>
              <a:ext uri="{FF2B5EF4-FFF2-40B4-BE49-F238E27FC236}">
                <a16:creationId xmlns:a16="http://schemas.microsoft.com/office/drawing/2014/main" id="{32ECF697-E5F5-8EFA-F287-E1C21507017D}"/>
              </a:ext>
            </a:extLst>
          </p:cNvPr>
          <p:cNvSpPr>
            <a:spLocks noGrp="1"/>
          </p:cNvSpPr>
          <p:nvPr>
            <p:ph type="title" hasCustomPrompt="1"/>
          </p:nvPr>
        </p:nvSpPr>
        <p:spPr>
          <a:xfrm>
            <a:off x="457200" y="1380033"/>
            <a:ext cx="6806485"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Click to write a presentation title that fits in 1-3 lines</a:t>
            </a:r>
          </a:p>
        </p:txBody>
      </p:sp>
      <p:sp>
        <p:nvSpPr>
          <p:cNvPr id="20" name="Text Placeholder">
            <a:extLst>
              <a:ext uri="{FF2B5EF4-FFF2-40B4-BE49-F238E27FC236}">
                <a16:creationId xmlns:a16="http://schemas.microsoft.com/office/drawing/2014/main" id="{8FC39273-5EEB-7F0E-8C65-B41740B74134}"/>
              </a:ext>
            </a:extLst>
          </p:cNvPr>
          <p:cNvSpPr>
            <a:spLocks noGrp="1"/>
          </p:cNvSpPr>
          <p:nvPr>
            <p:ph type="body" sz="quarter" idx="13" hasCustomPrompt="1"/>
          </p:nvPr>
        </p:nvSpPr>
        <p:spPr>
          <a:xfrm>
            <a:off x="457200" y="3669160"/>
            <a:ext cx="5638800"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2" name="Text Placeholder - Date">
            <a:extLst>
              <a:ext uri="{FF2B5EF4-FFF2-40B4-BE49-F238E27FC236}">
                <a16:creationId xmlns:a16="http://schemas.microsoft.com/office/drawing/2014/main" id="{0BF79201-BB74-294B-A154-80C4C73B85D8}"/>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622702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C">
    <p:spTree>
      <p:nvGrpSpPr>
        <p:cNvPr id="1" name=""/>
        <p:cNvGrpSpPr/>
        <p:nvPr/>
      </p:nvGrpSpPr>
      <p:grpSpPr>
        <a:xfrm>
          <a:off x="0" y="0"/>
          <a:ext cx="0" cy="0"/>
          <a:chOff x="0" y="0"/>
          <a:chExt cx="0" cy="0"/>
        </a:xfrm>
      </p:grpSpPr>
      <p:sp>
        <p:nvSpPr>
          <p:cNvPr id="4" name="1000% Stripe">
            <a:extLst>
              <a:ext uri="{FF2B5EF4-FFF2-40B4-BE49-F238E27FC236}">
                <a16:creationId xmlns:a16="http://schemas.microsoft.com/office/drawing/2014/main" id="{C507D5AC-31A9-ADAA-E4AC-F48CE3334B3B}"/>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150194" t="-187375" r="-212322" b="-71263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HP Logo">
            <a:extLst>
              <a:ext uri="{FF2B5EF4-FFF2-40B4-BE49-F238E27FC236}">
                <a16:creationId xmlns:a16="http://schemas.microsoft.com/office/drawing/2014/main" id="{63B29CC2-08DA-59B2-2819-645AF6008E16}"/>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3"/>
              </a:ext>
            </a:extLst>
          </a:blip>
          <a:stretch>
            <a:fillRect/>
          </a:stretch>
        </p:blipFill>
        <p:spPr>
          <a:xfrm>
            <a:off x="434187" y="5783264"/>
            <a:ext cx="641350" cy="641350"/>
          </a:xfrm>
          <a:prstGeom prst="rect">
            <a:avLst/>
          </a:prstGeom>
        </p:spPr>
      </p:pic>
      <p:sp>
        <p:nvSpPr>
          <p:cNvPr id="5" name="Title Placeholder">
            <a:extLst>
              <a:ext uri="{FF2B5EF4-FFF2-40B4-BE49-F238E27FC236}">
                <a16:creationId xmlns:a16="http://schemas.microsoft.com/office/drawing/2014/main" id="{EF5C4A46-7D25-AD10-5409-ADAB9B6FDEBA}"/>
              </a:ext>
            </a:extLst>
          </p:cNvPr>
          <p:cNvSpPr>
            <a:spLocks noGrp="1"/>
          </p:cNvSpPr>
          <p:nvPr>
            <p:ph type="title" hasCustomPrompt="1"/>
          </p:nvPr>
        </p:nvSpPr>
        <p:spPr>
          <a:xfrm>
            <a:off x="6461761" y="1544225"/>
            <a:ext cx="5257800" cy="2162580"/>
          </a:xfrm>
          <a:prstGeom prst="rect">
            <a:avLst/>
          </a:prstGeom>
        </p:spPr>
        <p:txBody>
          <a:bodyPr vert="horz" lIns="0" tIns="0" rIns="0" bIns="0" rtlCol="0" anchor="t">
            <a:noAutofit/>
          </a:bodyPr>
          <a:lstStyle>
            <a:lvl1pPr>
              <a:lnSpc>
                <a:spcPct val="75000"/>
              </a:lnSpc>
              <a:defRPr sz="6200" b="0" i="0">
                <a:latin typeface="+mj-lt"/>
              </a:defRPr>
            </a:lvl1pPr>
          </a:lstStyle>
          <a:p>
            <a:r>
              <a:rPr lang="en-US"/>
              <a:t>Presentation title in 1-3 lines maximum</a:t>
            </a:r>
          </a:p>
        </p:txBody>
      </p:sp>
      <p:sp>
        <p:nvSpPr>
          <p:cNvPr id="6" name="Text Placeholder">
            <a:extLst>
              <a:ext uri="{FF2B5EF4-FFF2-40B4-BE49-F238E27FC236}">
                <a16:creationId xmlns:a16="http://schemas.microsoft.com/office/drawing/2014/main" id="{27104820-5B51-1535-C638-B4A3F6C8A27F}"/>
              </a:ext>
            </a:extLst>
          </p:cNvPr>
          <p:cNvSpPr>
            <a:spLocks noGrp="1"/>
          </p:cNvSpPr>
          <p:nvPr>
            <p:ph type="body" sz="quarter" idx="13" hasCustomPrompt="1"/>
          </p:nvPr>
        </p:nvSpPr>
        <p:spPr>
          <a:xfrm>
            <a:off x="6473033" y="3833352"/>
            <a:ext cx="5246528" cy="807775"/>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7" name="Text Placeholder - Date">
            <a:extLst>
              <a:ext uri="{FF2B5EF4-FFF2-40B4-BE49-F238E27FC236}">
                <a16:creationId xmlns:a16="http://schemas.microsoft.com/office/drawing/2014/main" id="{D699546F-FC9B-E419-CC9B-7EB33899D242}"/>
              </a:ext>
            </a:extLst>
          </p:cNvPr>
          <p:cNvSpPr>
            <a:spLocks noGrp="1"/>
          </p:cNvSpPr>
          <p:nvPr>
            <p:ph type="body" sz="quarter" idx="14" hasCustomPrompt="1"/>
          </p:nvPr>
        </p:nvSpPr>
        <p:spPr>
          <a:xfrm>
            <a:off x="1420813" y="5806939"/>
            <a:ext cx="2592000" cy="593861"/>
          </a:xfrm>
        </p:spPr>
        <p:txBody>
          <a:bodyPr anchor="ctr">
            <a:noAutofit/>
          </a:bodyPr>
          <a:lstStyle>
            <a:lvl1pPr marL="0" indent="0">
              <a:buFontTx/>
              <a:buNone/>
              <a:defRPr sz="1300" b="0" i="0" baseline="0">
                <a:solidFill>
                  <a:schemeClr val="tx1">
                    <a:lumMod val="75000"/>
                    <a:lumOff val="25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14565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D">
    <p:spTree>
      <p:nvGrpSpPr>
        <p:cNvPr id="1" name=""/>
        <p:cNvGrpSpPr/>
        <p:nvPr/>
      </p:nvGrpSpPr>
      <p:grpSpPr>
        <a:xfrm>
          <a:off x="0" y="0"/>
          <a:ext cx="0" cy="0"/>
          <a:chOff x="0" y="0"/>
          <a:chExt cx="0" cy="0"/>
        </a:xfrm>
      </p:grpSpPr>
      <p:sp>
        <p:nvSpPr>
          <p:cNvPr id="9" name="Picture Placeholder">
            <a:extLst>
              <a:ext uri="{FF2B5EF4-FFF2-40B4-BE49-F238E27FC236}">
                <a16:creationId xmlns:a16="http://schemas.microsoft.com/office/drawing/2014/main" id="{4D12D9B6-A634-C8DE-A06B-52BC80A22B92}"/>
              </a:ext>
            </a:extLst>
          </p:cNvPr>
          <p:cNvSpPr>
            <a:spLocks noGrp="1"/>
          </p:cNvSpPr>
          <p:nvPr>
            <p:ph type="pic" sz="quarter" idx="16"/>
          </p:nvPr>
        </p:nvSpPr>
        <p:spPr>
          <a:xfrm>
            <a:off x="0" y="0"/>
            <a:ext cx="12192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7" name="HP Logo">
            <a:extLst>
              <a:ext uri="{FF2B5EF4-FFF2-40B4-BE49-F238E27FC236}">
                <a16:creationId xmlns:a16="http://schemas.microsoft.com/office/drawing/2014/main" id="{5EB633F3-413A-9E4B-EBD2-A260368AE8CC}"/>
              </a:ext>
            </a:extLst>
          </p:cNvPr>
          <p:cNvSpPr>
            <a:spLocks noGrp="1" noChangeAspect="1"/>
          </p:cNvSpPr>
          <p:nvPr>
            <p:ph type="clipArt" sz="quarter" idx="17" hasCustomPrompt="1"/>
          </p:nvPr>
        </p:nvSpPr>
        <p:spPr>
          <a:xfrm>
            <a:off x="435600" y="5785200"/>
            <a:ext cx="640798" cy="640800"/>
          </a:xfrm>
          <a:blipFill>
            <a:blip>
              <a:extLst>
                <a:ext uri="{96DAC541-7B7A-43D3-8B79-37D633B846F1}">
                  <asvg:svgBlip xmlns:asvg="http://schemas.microsoft.com/office/drawing/2016/SVG/main" r:embed="rId2"/>
                </a:ext>
              </a:extLst>
            </a:blip>
            <a:stretch>
              <a:fillRect/>
            </a:stretch>
          </a:blipFill>
        </p:spPr>
        <p:txBody>
          <a:bodyPr anchor="ctr"/>
          <a:lstStyle>
            <a:lvl1pPr marL="45720" indent="0" algn="ctr">
              <a:buNone/>
              <a:defRPr sz="100"/>
            </a:lvl1pPr>
          </a:lstStyle>
          <a:p>
            <a:r>
              <a:rPr lang="en-US"/>
              <a:t> </a:t>
            </a:r>
          </a:p>
        </p:txBody>
      </p:sp>
      <p:sp>
        <p:nvSpPr>
          <p:cNvPr id="2" name="Title Placeholder">
            <a:extLst>
              <a:ext uri="{FF2B5EF4-FFF2-40B4-BE49-F238E27FC236}">
                <a16:creationId xmlns:a16="http://schemas.microsoft.com/office/drawing/2014/main" id="{D2AAAF2F-FA06-7816-E02C-03F08F05A95F}"/>
              </a:ext>
            </a:extLst>
          </p:cNvPr>
          <p:cNvSpPr>
            <a:spLocks noGrp="1"/>
          </p:cNvSpPr>
          <p:nvPr>
            <p:ph type="title" hasCustomPrompt="1"/>
          </p:nvPr>
        </p:nvSpPr>
        <p:spPr>
          <a:xfrm>
            <a:off x="457200" y="1216295"/>
            <a:ext cx="6806485" cy="2162580"/>
          </a:xfrm>
          <a:prstGeom prst="rect">
            <a:avLst/>
          </a:prstGeom>
        </p:spPr>
        <p:txBody>
          <a:bodyPr vert="horz" lIns="0" tIns="0" rIns="0" bIns="0" rtlCol="0" anchor="t">
            <a:noAutofit/>
          </a:bodyPr>
          <a:lstStyle>
            <a:lvl1pPr>
              <a:lnSpc>
                <a:spcPct val="75000"/>
              </a:lnSpc>
              <a:defRPr sz="6200" b="0" i="0">
                <a:solidFill>
                  <a:schemeClr val="bg1"/>
                </a:solidFill>
                <a:latin typeface="+mj-lt"/>
              </a:defRPr>
            </a:lvl1pPr>
          </a:lstStyle>
          <a:p>
            <a:r>
              <a:rPr lang="en-US"/>
              <a:t>Click to write a presentation title that fits in 1-3 lines</a:t>
            </a:r>
          </a:p>
        </p:txBody>
      </p:sp>
      <p:sp>
        <p:nvSpPr>
          <p:cNvPr id="4" name="Text Placeholder">
            <a:extLst>
              <a:ext uri="{FF2B5EF4-FFF2-40B4-BE49-F238E27FC236}">
                <a16:creationId xmlns:a16="http://schemas.microsoft.com/office/drawing/2014/main" id="{7D5245EC-F86B-29A9-FC60-AA10E4DD778E}"/>
              </a:ext>
            </a:extLst>
          </p:cNvPr>
          <p:cNvSpPr>
            <a:spLocks noGrp="1"/>
          </p:cNvSpPr>
          <p:nvPr>
            <p:ph type="body" sz="quarter" idx="13" hasCustomPrompt="1"/>
          </p:nvPr>
        </p:nvSpPr>
        <p:spPr>
          <a:xfrm>
            <a:off x="457200" y="3505422"/>
            <a:ext cx="6795212" cy="807775"/>
          </a:xfrm>
        </p:spPr>
        <p:txBody>
          <a:bodyPr rIns="0">
            <a:noAutofit/>
          </a:bodyPr>
          <a:lstStyle>
            <a:lvl1pPr marL="0" indent="0">
              <a:lnSpc>
                <a:spcPct val="100000"/>
              </a:lnSpc>
              <a:buFontTx/>
              <a:buNone/>
              <a:defRPr sz="180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1-3 lines long.  </a:t>
            </a:r>
          </a:p>
        </p:txBody>
      </p:sp>
      <p:sp>
        <p:nvSpPr>
          <p:cNvPr id="3" name="Text Placeholder - Date">
            <a:extLst>
              <a:ext uri="{FF2B5EF4-FFF2-40B4-BE49-F238E27FC236}">
                <a16:creationId xmlns:a16="http://schemas.microsoft.com/office/drawing/2014/main" id="{0A23B438-8806-7529-E6F5-1F08C4A82B4E}"/>
              </a:ext>
            </a:extLst>
          </p:cNvPr>
          <p:cNvSpPr>
            <a:spLocks noGrp="1"/>
          </p:cNvSpPr>
          <p:nvPr>
            <p:ph type="body" sz="quarter" idx="18" hasCustomPrompt="1"/>
          </p:nvPr>
        </p:nvSpPr>
        <p:spPr>
          <a:xfrm>
            <a:off x="1420813" y="5806939"/>
            <a:ext cx="2592000" cy="593861"/>
          </a:xfrm>
        </p:spPr>
        <p:txBody>
          <a:bodyPr anchor="ctr">
            <a:noAutofit/>
          </a:bodyPr>
          <a:lstStyle>
            <a:lvl1pPr marL="0" indent="0">
              <a:buFontTx/>
              <a:buNone/>
              <a:defRPr sz="1300" b="0" i="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January 1st, 2026</a:t>
            </a:r>
          </a:p>
        </p:txBody>
      </p:sp>
    </p:spTree>
    <p:extLst>
      <p:ext uri="{BB962C8B-B14F-4D97-AF65-F5344CB8AC3E}">
        <p14:creationId xmlns:p14="http://schemas.microsoft.com/office/powerpoint/2010/main" val="3864602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A">
    <p:spTree>
      <p:nvGrpSpPr>
        <p:cNvPr id="1" name=""/>
        <p:cNvGrpSpPr/>
        <p:nvPr/>
      </p:nvGrpSpPr>
      <p:grpSpPr>
        <a:xfrm>
          <a:off x="0" y="0"/>
          <a:ext cx="0" cy="0"/>
          <a:chOff x="0" y="0"/>
          <a:chExt cx="0" cy="0"/>
        </a:xfrm>
      </p:grpSpPr>
      <p:sp>
        <p:nvSpPr>
          <p:cNvPr id="2" name="500% Stripe">
            <a:extLst>
              <a:ext uri="{FF2B5EF4-FFF2-40B4-BE49-F238E27FC236}">
                <a16:creationId xmlns:a16="http://schemas.microsoft.com/office/drawing/2014/main" id="{9C374ACB-6F53-0661-ED4B-F72AFB14E515}"/>
              </a:ext>
            </a:extLst>
          </p:cNvPr>
          <p:cNvSpPr>
            <a:spLocks noGrp="1" noRot="1" noChangeAspect="1" noMove="1" noResize="1"/>
          </p:cNvSpPr>
          <p:nvPr userDrawn="1"/>
        </p:nvSpPr>
        <p:spPr bwMode="ltGray">
          <a:xfrm>
            <a:off x="0" y="0"/>
            <a:ext cx="12192000" cy="6858000"/>
          </a:xfrm>
          <a:prstGeom prst="rect">
            <a:avLst/>
          </a:prstGeom>
          <a:blipFill dpi="0" rotWithShape="1">
            <a:blip>
              <a:extLst>
                <a:ext uri="{96DAC541-7B7A-43D3-8B79-37D633B846F1}">
                  <asvg:svgBlip xmlns:asvg="http://schemas.microsoft.com/office/drawing/2016/SVG/main" r:embed="rId2"/>
                </a:ext>
              </a:extLst>
            </a:blip>
            <a:srcRect/>
            <a:stretch>
              <a:fillRect l="-48502" t="-342356" r="-82754" b="-5764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 name="Title Placeholder">
            <a:extLst>
              <a:ext uri="{FF2B5EF4-FFF2-40B4-BE49-F238E27FC236}">
                <a16:creationId xmlns:a16="http://schemas.microsoft.com/office/drawing/2014/main" id="{F1E55DF1-35AF-1EB2-8104-2ABA79A3DE65}"/>
              </a:ext>
            </a:extLst>
          </p:cNvPr>
          <p:cNvSpPr>
            <a:spLocks noGrp="1"/>
          </p:cNvSpPr>
          <p:nvPr>
            <p:ph type="title" hasCustomPrompt="1"/>
          </p:nvPr>
        </p:nvSpPr>
        <p:spPr>
          <a:xfrm>
            <a:off x="457200" y="2246744"/>
            <a:ext cx="3921771" cy="1744004"/>
          </a:xfrm>
          <a:prstGeom prst="rect">
            <a:avLst/>
          </a:prstGeom>
        </p:spPr>
        <p:txBody>
          <a:bodyPr vert="horz" lIns="0" tIns="0" rIns="0" bIns="0" rtlCol="0" anchor="t">
            <a:noAutofit/>
          </a:bodyPr>
          <a:lstStyle>
            <a:lvl1pPr>
              <a:lnSpc>
                <a:spcPct val="75000"/>
              </a:lnSpc>
              <a:defRPr sz="5000" b="0" i="0">
                <a:latin typeface="+mj-lt"/>
              </a:defRPr>
            </a:lvl1pPr>
          </a:lstStyle>
          <a:p>
            <a:r>
              <a:rPr lang="en-US"/>
              <a:t>Click to write a section title in 1-3 lines</a:t>
            </a:r>
          </a:p>
        </p:txBody>
      </p:sp>
      <p:sp>
        <p:nvSpPr>
          <p:cNvPr id="6" name="Text Placeholder">
            <a:extLst>
              <a:ext uri="{FF2B5EF4-FFF2-40B4-BE49-F238E27FC236}">
                <a16:creationId xmlns:a16="http://schemas.microsoft.com/office/drawing/2014/main" id="{438D89D3-9796-2924-1A45-BE792614F53D}"/>
              </a:ext>
            </a:extLst>
          </p:cNvPr>
          <p:cNvSpPr>
            <a:spLocks noGrp="1"/>
          </p:cNvSpPr>
          <p:nvPr>
            <p:ph type="body" sz="quarter" idx="13" hasCustomPrompt="1"/>
          </p:nvPr>
        </p:nvSpPr>
        <p:spPr>
          <a:xfrm>
            <a:off x="457200" y="4112892"/>
            <a:ext cx="3910284" cy="578851"/>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Tree>
    <p:extLst>
      <p:ext uri="{BB962C8B-B14F-4D97-AF65-F5344CB8AC3E}">
        <p14:creationId xmlns:p14="http://schemas.microsoft.com/office/powerpoint/2010/main" val="3983465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B">
    <p:spTree>
      <p:nvGrpSpPr>
        <p:cNvPr id="1" name=""/>
        <p:cNvGrpSpPr/>
        <p:nvPr/>
      </p:nvGrpSpPr>
      <p:grpSpPr>
        <a:xfrm>
          <a:off x="0" y="0"/>
          <a:ext cx="0" cy="0"/>
          <a:chOff x="0" y="0"/>
          <a:chExt cx="0" cy="0"/>
        </a:xfrm>
      </p:grpSpPr>
      <p:sp>
        <p:nvSpPr>
          <p:cNvPr id="6" name="500% Stripe">
            <a:extLst>
              <a:ext uri="{FF2B5EF4-FFF2-40B4-BE49-F238E27FC236}">
                <a16:creationId xmlns:a16="http://schemas.microsoft.com/office/drawing/2014/main" id="{0E802734-A9B4-85E8-B66F-C278C31CB1AB}"/>
              </a:ext>
            </a:extLst>
          </p:cNvPr>
          <p:cNvSpPr>
            <a:spLocks noGrp="1" noRot="1" noChangeAspect="1" noMove="1" noResize="1"/>
          </p:cNvSpPr>
          <p:nvPr userDrawn="1"/>
        </p:nvSpPr>
        <p:spPr bwMode="ltGray">
          <a:xfrm>
            <a:off x="0" y="0"/>
            <a:ext cx="4685211" cy="6858000"/>
          </a:xfrm>
          <a:prstGeom prst="rect">
            <a:avLst/>
          </a:prstGeom>
          <a:blipFill dpi="0" rotWithShape="1">
            <a:blip>
              <a:extLst>
                <a:ext uri="{96DAC541-7B7A-43D3-8B79-37D633B846F1}">
                  <asvg:svgBlip xmlns:asvg="http://schemas.microsoft.com/office/drawing/2016/SVG/main" r:embed="rId2"/>
                </a:ext>
              </a:extLst>
            </a:blip>
            <a:srcRect/>
            <a:stretch>
              <a:fillRect l="-126213" t="-342356" r="-375568" b="-5764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5" name="Picture Placeholder">
            <a:extLst>
              <a:ext uri="{FF2B5EF4-FFF2-40B4-BE49-F238E27FC236}">
                <a16:creationId xmlns:a16="http://schemas.microsoft.com/office/drawing/2014/main" id="{3B5F0DAA-E440-2705-048F-5000042E85F0}"/>
              </a:ext>
            </a:extLst>
          </p:cNvPr>
          <p:cNvSpPr>
            <a:spLocks noGrp="1"/>
          </p:cNvSpPr>
          <p:nvPr>
            <p:ph type="pic" sz="quarter" idx="14"/>
          </p:nvPr>
        </p:nvSpPr>
        <p:spPr>
          <a:xfrm>
            <a:off x="4755411" y="0"/>
            <a:ext cx="6139067" cy="6858001"/>
          </a:xfrm>
          <a:custGeom>
            <a:avLst/>
            <a:gdLst>
              <a:gd name="connsiteX0" fmla="*/ 2497031 w 6139067"/>
              <a:gd name="connsiteY0" fmla="*/ 0 h 6858001"/>
              <a:gd name="connsiteX1" fmla="*/ 6139067 w 6139067"/>
              <a:gd name="connsiteY1" fmla="*/ 0 h 6858001"/>
              <a:gd name="connsiteX2" fmla="*/ 3642036 w 6139067"/>
              <a:gd name="connsiteY2" fmla="*/ 6858001 h 6858001"/>
              <a:gd name="connsiteX3" fmla="*/ 0 w 6139067"/>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6139067" h="6858001">
                <a:moveTo>
                  <a:pt x="2497031" y="0"/>
                </a:moveTo>
                <a:lnTo>
                  <a:pt x="6139067" y="0"/>
                </a:lnTo>
                <a:lnTo>
                  <a:pt x="3642036" y="6858001"/>
                </a:lnTo>
                <a:lnTo>
                  <a:pt x="0" y="6858001"/>
                </a:lnTo>
                <a:close/>
              </a:path>
            </a:pathLst>
          </a:custGeom>
          <a:solidFill>
            <a:schemeClr val="bg1">
              <a:lumMod val="75000"/>
            </a:schemeClr>
          </a:solidFill>
        </p:spPr>
        <p:txBody>
          <a:bodyPr wrap="square" anchor="ctr">
            <a:noAutofit/>
          </a:bodyPr>
          <a:lstStyle>
            <a:lvl1pPr marL="45720" indent="0" algn="ctr">
              <a:buNone/>
              <a:defRPr>
                <a:solidFill>
                  <a:schemeClr val="bg1"/>
                </a:solidFill>
              </a:defRPr>
            </a:lvl1pPr>
          </a:lstStyle>
          <a:p>
            <a:r>
              <a:rPr lang="en-US"/>
              <a:t>Click icon to add picture</a:t>
            </a:r>
          </a:p>
        </p:txBody>
      </p:sp>
      <p:sp>
        <p:nvSpPr>
          <p:cNvPr id="13" name="Title Placeholder">
            <a:extLst>
              <a:ext uri="{FF2B5EF4-FFF2-40B4-BE49-F238E27FC236}">
                <a16:creationId xmlns:a16="http://schemas.microsoft.com/office/drawing/2014/main" id="{F92A9C50-E363-2D2B-3998-E7A75C67091D}"/>
              </a:ext>
            </a:extLst>
          </p:cNvPr>
          <p:cNvSpPr>
            <a:spLocks noGrp="1"/>
          </p:cNvSpPr>
          <p:nvPr>
            <p:ph type="title" hasCustomPrompt="1"/>
          </p:nvPr>
        </p:nvSpPr>
        <p:spPr>
          <a:xfrm>
            <a:off x="457200" y="2246744"/>
            <a:ext cx="3921771" cy="1744004"/>
          </a:xfrm>
          <a:prstGeom prst="rect">
            <a:avLst/>
          </a:prstGeom>
        </p:spPr>
        <p:txBody>
          <a:bodyPr vert="horz" lIns="0" tIns="0" rIns="0" bIns="0" rtlCol="0" anchor="t">
            <a:noAutofit/>
          </a:bodyPr>
          <a:lstStyle>
            <a:lvl1pPr>
              <a:lnSpc>
                <a:spcPct val="75000"/>
              </a:lnSpc>
              <a:defRPr sz="5000" b="0" i="0">
                <a:latin typeface="+mj-lt"/>
              </a:defRPr>
            </a:lvl1pPr>
          </a:lstStyle>
          <a:p>
            <a:r>
              <a:rPr lang="en-US"/>
              <a:t>Click to write a section title in 1-3 lines</a:t>
            </a:r>
          </a:p>
        </p:txBody>
      </p:sp>
      <p:sp>
        <p:nvSpPr>
          <p:cNvPr id="14" name="Text Placeholder">
            <a:extLst>
              <a:ext uri="{FF2B5EF4-FFF2-40B4-BE49-F238E27FC236}">
                <a16:creationId xmlns:a16="http://schemas.microsoft.com/office/drawing/2014/main" id="{A4B0D6E0-C654-EA28-91D2-C5ECD5E1C683}"/>
              </a:ext>
            </a:extLst>
          </p:cNvPr>
          <p:cNvSpPr>
            <a:spLocks noGrp="1"/>
          </p:cNvSpPr>
          <p:nvPr>
            <p:ph type="body" sz="quarter" idx="13" hasCustomPrompt="1"/>
          </p:nvPr>
        </p:nvSpPr>
        <p:spPr>
          <a:xfrm>
            <a:off x="457200" y="4112892"/>
            <a:ext cx="3910284" cy="578851"/>
          </a:xfrm>
        </p:spPr>
        <p:txBody>
          <a:bodyPr rIns="0">
            <a:noAutofit/>
          </a:bodyPr>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Tree>
    <p:extLst>
      <p:ext uri="{BB962C8B-B14F-4D97-AF65-F5344CB8AC3E}">
        <p14:creationId xmlns:p14="http://schemas.microsoft.com/office/powerpoint/2010/main" val="2260879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C">
    <p:bg>
      <p:bgPr>
        <a:solidFill>
          <a:schemeClr val="tx2"/>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7B7B67D7-5A04-1DED-99CE-7276E4D4B6DE}"/>
              </a:ext>
            </a:extLst>
          </p:cNvPr>
          <p:cNvSpPr>
            <a:spLocks noGrp="1"/>
          </p:cNvSpPr>
          <p:nvPr>
            <p:ph type="title" hasCustomPrompt="1"/>
          </p:nvPr>
        </p:nvSpPr>
        <p:spPr>
          <a:xfrm>
            <a:off x="457200" y="2246744"/>
            <a:ext cx="7196368" cy="1744004"/>
          </a:xfrm>
          <a:prstGeom prst="rect">
            <a:avLst/>
          </a:prstGeom>
        </p:spPr>
        <p:txBody>
          <a:bodyPr vert="horz" lIns="0" tIns="0" rIns="0" bIns="0" rtlCol="0" anchor="t">
            <a:noAutofit/>
          </a:bodyPr>
          <a:lstStyle>
            <a:lvl1pPr>
              <a:lnSpc>
                <a:spcPct val="75000"/>
              </a:lnSpc>
              <a:defRPr sz="5000" b="0" i="0">
                <a:solidFill>
                  <a:schemeClr val="bg1"/>
                </a:solidFill>
                <a:latin typeface="+mj-lt"/>
              </a:defRPr>
            </a:lvl1pPr>
          </a:lstStyle>
          <a:p>
            <a:r>
              <a:rPr lang="en-US"/>
              <a:t>Click to write a section title in 1-3 lines</a:t>
            </a:r>
          </a:p>
        </p:txBody>
      </p:sp>
      <p:sp>
        <p:nvSpPr>
          <p:cNvPr id="4" name="Text Placeholder ">
            <a:extLst>
              <a:ext uri="{FF2B5EF4-FFF2-40B4-BE49-F238E27FC236}">
                <a16:creationId xmlns:a16="http://schemas.microsoft.com/office/drawing/2014/main" id="{6F1CEA07-5F1C-CAB3-5B77-732A09119BEE}"/>
              </a:ext>
            </a:extLst>
          </p:cNvPr>
          <p:cNvSpPr>
            <a:spLocks noGrp="1"/>
          </p:cNvSpPr>
          <p:nvPr>
            <p:ph type="body" sz="quarter" idx="13" hasCustomPrompt="1"/>
          </p:nvPr>
        </p:nvSpPr>
        <p:spPr>
          <a:xfrm>
            <a:off x="457200" y="4112892"/>
            <a:ext cx="7175290" cy="578851"/>
          </a:xfrm>
        </p:spPr>
        <p:txBody>
          <a:bodyPr rIns="0">
            <a:noAutofit/>
          </a:bodyPr>
          <a:lstStyle>
            <a:lvl1pPr marL="0" indent="0">
              <a:lnSpc>
                <a:spcPct val="100000"/>
              </a:lnSpc>
              <a:buFontTx/>
              <a:buNone/>
              <a:defRPr sz="180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Tree>
    <p:extLst>
      <p:ext uri="{BB962C8B-B14F-4D97-AF65-F5344CB8AC3E}">
        <p14:creationId xmlns:p14="http://schemas.microsoft.com/office/powerpoint/2010/main" val="203066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5E0F7FBD-F13C-8257-9866-4ABD84856660}"/>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62C41C54-1360-2544-8A82-E26D6B8AB763}"/>
              </a:ext>
            </a:extLst>
          </p:cNvPr>
          <p:cNvSpPr>
            <a:spLocks noGrp="1"/>
          </p:cNvSpPr>
          <p:nvPr>
            <p:ph type="ftr" sz="quarter" idx="13"/>
          </p:nvPr>
        </p:nvSpPr>
        <p:spPr/>
        <p:txBody>
          <a:bodyPr/>
          <a:lstStyle/>
          <a:p>
            <a:endParaRPr lang="en-US"/>
          </a:p>
        </p:txBody>
      </p:sp>
      <p:sp>
        <p:nvSpPr>
          <p:cNvPr id="2" name="Title Placeholder">
            <a:extLst>
              <a:ext uri="{FF2B5EF4-FFF2-40B4-BE49-F238E27FC236}">
                <a16:creationId xmlns:a16="http://schemas.microsoft.com/office/drawing/2014/main" id="{6E2F0EF6-FE54-13AD-F6A1-33E947AFBDDF}"/>
              </a:ext>
            </a:extLst>
          </p:cNvPr>
          <p:cNvSpPr>
            <a:spLocks noGrp="1"/>
          </p:cNvSpPr>
          <p:nvPr>
            <p:ph type="title" hasCustomPrompt="1"/>
          </p:nvPr>
        </p:nvSpPr>
        <p:spPr>
          <a:xfrm>
            <a:off x="457200" y="1964018"/>
            <a:ext cx="8385175" cy="589841"/>
          </a:xfrm>
          <a:prstGeom prst="rect">
            <a:avLst/>
          </a:prstGeom>
        </p:spPr>
        <p:txBody>
          <a:bodyPr vert="horz" lIns="0" tIns="0" rIns="0" bIns="0" rtlCol="0" anchor="t">
            <a:noAutofit/>
          </a:bodyPr>
          <a:lstStyle>
            <a:lvl1pPr>
              <a:lnSpc>
                <a:spcPct val="75000"/>
              </a:lnSpc>
              <a:defRPr sz="5000" b="0" i="0">
                <a:latin typeface="+mj-lt"/>
              </a:defRPr>
            </a:lvl1pPr>
          </a:lstStyle>
          <a:p>
            <a:r>
              <a:rPr lang="en-US"/>
              <a:t>Agenda</a:t>
            </a:r>
          </a:p>
        </p:txBody>
      </p:sp>
      <p:sp>
        <p:nvSpPr>
          <p:cNvPr id="7" name="Content Placeholder">
            <a:extLst>
              <a:ext uri="{FF2B5EF4-FFF2-40B4-BE49-F238E27FC236}">
                <a16:creationId xmlns:a16="http://schemas.microsoft.com/office/drawing/2014/main" id="{C8E2773D-6921-CA71-1751-1C4EB6FB1716}"/>
              </a:ext>
            </a:extLst>
          </p:cNvPr>
          <p:cNvSpPr>
            <a:spLocks noGrp="1"/>
          </p:cNvSpPr>
          <p:nvPr>
            <p:ph sz="quarter" idx="14"/>
          </p:nvPr>
        </p:nvSpPr>
        <p:spPr>
          <a:xfrm>
            <a:off x="457200" y="2874259"/>
            <a:ext cx="8385175" cy="29312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8426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Quote">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681B4596-64F0-C548-23E7-B0230E3B9452}"/>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56698" r="747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Title Placeholder">
            <a:extLst>
              <a:ext uri="{FF2B5EF4-FFF2-40B4-BE49-F238E27FC236}">
                <a16:creationId xmlns:a16="http://schemas.microsoft.com/office/drawing/2014/main" id="{1E7DE152-801C-8C7C-7037-239E0687157F}"/>
              </a:ext>
            </a:extLst>
          </p:cNvPr>
          <p:cNvSpPr>
            <a:spLocks noGrp="1"/>
          </p:cNvSpPr>
          <p:nvPr>
            <p:ph type="title" hasCustomPrompt="1"/>
          </p:nvPr>
        </p:nvSpPr>
        <p:spPr>
          <a:xfrm>
            <a:off x="457200" y="1021448"/>
            <a:ext cx="5864087" cy="3475247"/>
          </a:xfrm>
          <a:prstGeom prst="rect">
            <a:avLst/>
          </a:prstGeom>
        </p:spPr>
        <p:txBody>
          <a:bodyPr vert="horz" lIns="0" tIns="0" rIns="0" bIns="0" rtlCol="0" anchor="t">
            <a:noAutofit/>
          </a:bodyPr>
          <a:lstStyle>
            <a:lvl1pPr marL="731520" indent="-274320">
              <a:lnSpc>
                <a:spcPct val="75000"/>
              </a:lnSpc>
              <a:defRPr sz="5000" b="0" i="0">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363746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mall Quote A">
    <p:spTree>
      <p:nvGrpSpPr>
        <p:cNvPr id="1" name=""/>
        <p:cNvGrpSpPr/>
        <p:nvPr/>
      </p:nvGrpSpPr>
      <p:grpSpPr>
        <a:xfrm>
          <a:off x="0" y="0"/>
          <a:ext cx="0" cy="0"/>
          <a:chOff x="0" y="0"/>
          <a:chExt cx="0" cy="0"/>
        </a:xfrm>
      </p:grpSpPr>
      <p:sp>
        <p:nvSpPr>
          <p:cNvPr id="4" name="100% Stripe">
            <a:extLst>
              <a:ext uri="{FF2B5EF4-FFF2-40B4-BE49-F238E27FC236}">
                <a16:creationId xmlns:a16="http://schemas.microsoft.com/office/drawing/2014/main" id="{021E49BE-73F2-F9AA-1F40-53408D214331}"/>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302" t="51874" r="57872" b="-5187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Picture Placeholder">
            <a:extLst>
              <a:ext uri="{FF2B5EF4-FFF2-40B4-BE49-F238E27FC236}">
                <a16:creationId xmlns:a16="http://schemas.microsoft.com/office/drawing/2014/main" id="{F1FFF74F-C724-FABF-8173-20ED9271EF81}"/>
              </a:ext>
            </a:extLst>
          </p:cNvPr>
          <p:cNvSpPr>
            <a:spLocks noGrp="1"/>
          </p:cNvSpPr>
          <p:nvPr>
            <p:ph type="pic" sz="quarter" idx="15"/>
          </p:nvPr>
        </p:nvSpPr>
        <p:spPr>
          <a:xfrm>
            <a:off x="6947883" y="404814"/>
            <a:ext cx="5244117" cy="6453187"/>
          </a:xfrm>
          <a:custGeom>
            <a:avLst/>
            <a:gdLst>
              <a:gd name="connsiteX0" fmla="*/ 2349636 w 5244117"/>
              <a:gd name="connsiteY0" fmla="*/ 0 h 6453187"/>
              <a:gd name="connsiteX1" fmla="*/ 5244117 w 5244117"/>
              <a:gd name="connsiteY1" fmla="*/ 0 h 6453187"/>
              <a:gd name="connsiteX2" fmla="*/ 5244117 w 5244117"/>
              <a:gd name="connsiteY2" fmla="*/ 6453187 h 6453187"/>
              <a:gd name="connsiteX3" fmla="*/ 0 w 5244117"/>
              <a:gd name="connsiteY3" fmla="*/ 6453187 h 6453187"/>
            </a:gdLst>
            <a:ahLst/>
            <a:cxnLst>
              <a:cxn ang="0">
                <a:pos x="connsiteX0" y="connsiteY0"/>
              </a:cxn>
              <a:cxn ang="0">
                <a:pos x="connsiteX1" y="connsiteY1"/>
              </a:cxn>
              <a:cxn ang="0">
                <a:pos x="connsiteX2" y="connsiteY2"/>
              </a:cxn>
              <a:cxn ang="0">
                <a:pos x="connsiteX3" y="connsiteY3"/>
              </a:cxn>
            </a:cxnLst>
            <a:rect l="l" t="t" r="r" b="b"/>
            <a:pathLst>
              <a:path w="5244117" h="6453187">
                <a:moveTo>
                  <a:pt x="2349636" y="0"/>
                </a:moveTo>
                <a:lnTo>
                  <a:pt x="5244117" y="0"/>
                </a:lnTo>
                <a:lnTo>
                  <a:pt x="5244117" y="6453187"/>
                </a:lnTo>
                <a:lnTo>
                  <a:pt x="0" y="6453187"/>
                </a:lnTo>
                <a:close/>
              </a:path>
            </a:pathLst>
          </a:custGeom>
          <a:solidFill>
            <a:schemeClr val="bg1">
              <a:lumMod val="75000"/>
            </a:schemeClr>
          </a:solidFill>
        </p:spPr>
        <p:txBody>
          <a:bodyPr wrap="square" anchor="ctr">
            <a:noAutofit/>
          </a:bodyPr>
          <a:lstStyle>
            <a:lvl1pPr marL="45720" indent="0" algn="ctr">
              <a:buNone/>
              <a:defRPr>
                <a:solidFill>
                  <a:schemeClr val="bg1"/>
                </a:solidFill>
              </a:defRPr>
            </a:lvl1pPr>
          </a:lstStyle>
          <a:p>
            <a:r>
              <a:rPr lang="en-US"/>
              <a:t>Click icon to add picture</a:t>
            </a:r>
          </a:p>
        </p:txBody>
      </p:sp>
      <p:sp>
        <p:nvSpPr>
          <p:cNvPr id="2" name="Title Placeholder">
            <a:extLst>
              <a:ext uri="{FF2B5EF4-FFF2-40B4-BE49-F238E27FC236}">
                <a16:creationId xmlns:a16="http://schemas.microsoft.com/office/drawing/2014/main" id="{29B288A2-FE8C-B36A-DC50-0263F10C6260}"/>
              </a:ext>
            </a:extLst>
          </p:cNvPr>
          <p:cNvSpPr>
            <a:spLocks noGrp="1"/>
          </p:cNvSpPr>
          <p:nvPr>
            <p:ph type="title" hasCustomPrompt="1"/>
          </p:nvPr>
        </p:nvSpPr>
        <p:spPr>
          <a:xfrm>
            <a:off x="457200" y="1337216"/>
            <a:ext cx="6626492" cy="1046377"/>
          </a:xfrm>
          <a:prstGeom prst="rect">
            <a:avLst/>
          </a:prstGeom>
        </p:spPr>
        <p:txBody>
          <a:bodyPr vert="horz" lIns="0" tIns="0" rIns="0" bIns="0" rtlCol="0" anchor="t">
            <a:noAutofit/>
          </a:bodyPr>
          <a:lstStyle>
            <a:lvl1pPr marL="644525" indent="-182563">
              <a:defRPr sz="3000">
                <a:solidFill>
                  <a:schemeClr val="tx1"/>
                </a:solidFill>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1798130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mall Quote B">
    <p:spTree>
      <p:nvGrpSpPr>
        <p:cNvPr id="1" name=""/>
        <p:cNvGrpSpPr/>
        <p:nvPr/>
      </p:nvGrpSpPr>
      <p:grpSpPr>
        <a:xfrm>
          <a:off x="0" y="0"/>
          <a:ext cx="0" cy="0"/>
          <a:chOff x="0" y="0"/>
          <a:chExt cx="0" cy="0"/>
        </a:xfrm>
      </p:grpSpPr>
      <p:sp>
        <p:nvSpPr>
          <p:cNvPr id="9" name="Picture Placeholder">
            <a:extLst>
              <a:ext uri="{FF2B5EF4-FFF2-40B4-BE49-F238E27FC236}">
                <a16:creationId xmlns:a16="http://schemas.microsoft.com/office/drawing/2014/main" id="{4D12D9B6-A634-C8DE-A06B-52BC80A22B92}"/>
              </a:ext>
            </a:extLst>
          </p:cNvPr>
          <p:cNvSpPr>
            <a:spLocks noGrp="1"/>
          </p:cNvSpPr>
          <p:nvPr>
            <p:ph type="pic" sz="quarter" idx="16"/>
          </p:nvPr>
        </p:nvSpPr>
        <p:spPr>
          <a:xfrm>
            <a:off x="0" y="0"/>
            <a:ext cx="12192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4" name="HP Logo">
            <a:extLst>
              <a:ext uri="{FF2B5EF4-FFF2-40B4-BE49-F238E27FC236}">
                <a16:creationId xmlns:a16="http://schemas.microsoft.com/office/drawing/2014/main" id="{5FB3AE65-B98C-3F3E-86FD-0AA2DA0DFAB1}"/>
              </a:ext>
            </a:extLst>
          </p:cNvPr>
          <p:cNvSpPr>
            <a:spLocks noGrp="1" noRot="1" noChangeAspec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2"/>
                </a:ext>
              </a:extLst>
            </a:blip>
            <a:stretch>
              <a:fillRect/>
            </a:stretch>
          </a:blipFill>
        </p:spPr>
        <p:txBody>
          <a:bodyPr anchor="ctr"/>
          <a:lstStyle>
            <a:lvl1pPr marL="45720" indent="0" algn="ctr">
              <a:buNone/>
              <a:defRPr sz="100"/>
            </a:lvl1pPr>
          </a:lstStyle>
          <a:p>
            <a:r>
              <a:rPr lang="en-US"/>
              <a:t> </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 name="Footer Placeholder">
            <a:extLst>
              <a:ext uri="{FF2B5EF4-FFF2-40B4-BE49-F238E27FC236}">
                <a16:creationId xmlns:a16="http://schemas.microsoft.com/office/drawing/2014/main" id="{F14B366E-D7A8-C53E-3C00-61559A0D752E}"/>
              </a:ext>
            </a:extLst>
          </p:cNvPr>
          <p:cNvSpPr>
            <a:spLocks noGrp="1"/>
          </p:cNvSpPr>
          <p:nvPr>
            <p:ph type="ftr" sz="quarter" idx="18"/>
          </p:nvPr>
        </p:nvSpPr>
        <p:spPr/>
        <p:txBody>
          <a:bodyPr/>
          <a:lstStyle/>
          <a:p>
            <a:endParaRPr lang="en-US"/>
          </a:p>
        </p:txBody>
      </p:sp>
      <p:sp>
        <p:nvSpPr>
          <p:cNvPr id="5" name="Title Placeholder ">
            <a:extLst>
              <a:ext uri="{FF2B5EF4-FFF2-40B4-BE49-F238E27FC236}">
                <a16:creationId xmlns:a16="http://schemas.microsoft.com/office/drawing/2014/main" id="{98961E33-64A8-DAE9-6C08-03A0406C6AA1}"/>
              </a:ext>
            </a:extLst>
          </p:cNvPr>
          <p:cNvSpPr>
            <a:spLocks noGrp="1"/>
          </p:cNvSpPr>
          <p:nvPr>
            <p:ph type="title" hasCustomPrompt="1"/>
          </p:nvPr>
        </p:nvSpPr>
        <p:spPr>
          <a:xfrm>
            <a:off x="-1" y="743670"/>
            <a:ext cx="4835471" cy="1738874"/>
          </a:xfrm>
          <a:prstGeom prst="rect">
            <a:avLst/>
          </a:prstGeom>
        </p:spPr>
        <p:txBody>
          <a:bodyPr vert="horz" lIns="0" tIns="0" rIns="91440" bIns="0" rtlCol="0" anchor="t">
            <a:noAutofit/>
          </a:bodyPr>
          <a:lstStyle>
            <a:lvl1pPr marL="496888" indent="-182563">
              <a:defRPr sz="3000">
                <a:solidFill>
                  <a:schemeClr val="bg1"/>
                </a:solidFill>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180913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ll Quote C">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E657F100-AB34-6DA1-4A9E-DE35E7A01AA1}"/>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Picture Placeholder">
            <a:extLst>
              <a:ext uri="{FF2B5EF4-FFF2-40B4-BE49-F238E27FC236}">
                <a16:creationId xmlns:a16="http://schemas.microsoft.com/office/drawing/2014/main" id="{6C3A5969-5292-F9EB-8F65-97724B36F189}"/>
              </a:ext>
            </a:extLst>
          </p:cNvPr>
          <p:cNvSpPr>
            <a:spLocks noGrp="1"/>
          </p:cNvSpPr>
          <p:nvPr>
            <p:ph type="pic" sz="quarter" idx="16"/>
          </p:nvPr>
        </p:nvSpPr>
        <p:spPr>
          <a:xfrm>
            <a:off x="0" y="0"/>
            <a:ext cx="6096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7" name="HP Logo">
            <a:extLst>
              <a:ext uri="{FF2B5EF4-FFF2-40B4-BE49-F238E27FC236}">
                <a16:creationId xmlns:a16="http://schemas.microsoft.com/office/drawing/2014/main" id="{D212C702-2E95-3929-27AA-49DE66FCDD8C}"/>
              </a:ext>
            </a:extLst>
          </p:cNvPr>
          <p:cNvSpPr>
            <a:spLocks noGrp="1" noRot="1" noChangeAspec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3"/>
                </a:ext>
              </a:extLst>
            </a:blip>
            <a:stretch>
              <a:fillRect/>
            </a:stretch>
          </a:blipFill>
        </p:spPr>
        <p:txBody>
          <a:bodyPr anchor="ctr"/>
          <a:lstStyle>
            <a:lvl1pPr marL="45720" indent="0" algn="ctr">
              <a:buNone/>
              <a:defRPr sz="100"/>
            </a:lvl1pPr>
          </a:lstStyle>
          <a:p>
            <a:r>
              <a:rPr lang="en-US"/>
              <a:t> </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 name="Footer Placeholder">
            <a:extLst>
              <a:ext uri="{FF2B5EF4-FFF2-40B4-BE49-F238E27FC236}">
                <a16:creationId xmlns:a16="http://schemas.microsoft.com/office/drawing/2014/main" id="{199A4CF8-7B03-961E-3A4F-1961FD75B241}"/>
              </a:ext>
            </a:extLst>
          </p:cNvPr>
          <p:cNvSpPr>
            <a:spLocks noGrp="1"/>
          </p:cNvSpPr>
          <p:nvPr>
            <p:ph type="ftr" sz="quarter" idx="18"/>
          </p:nvPr>
        </p:nvSpPr>
        <p:spPr/>
        <p:txBody>
          <a:bodyPr/>
          <a:lstStyle/>
          <a:p>
            <a:endParaRPr lang="en-US"/>
          </a:p>
        </p:txBody>
      </p:sp>
      <p:sp>
        <p:nvSpPr>
          <p:cNvPr id="4" name="Title Placeholder">
            <a:extLst>
              <a:ext uri="{FF2B5EF4-FFF2-40B4-BE49-F238E27FC236}">
                <a16:creationId xmlns:a16="http://schemas.microsoft.com/office/drawing/2014/main" id="{B93EB844-B484-B5B6-2B97-D4ACA5266C50}"/>
              </a:ext>
            </a:extLst>
          </p:cNvPr>
          <p:cNvSpPr>
            <a:spLocks noGrp="1"/>
          </p:cNvSpPr>
          <p:nvPr>
            <p:ph type="title" hasCustomPrompt="1"/>
          </p:nvPr>
        </p:nvSpPr>
        <p:spPr>
          <a:xfrm>
            <a:off x="5990490" y="3259201"/>
            <a:ext cx="4540571" cy="2399200"/>
          </a:xfrm>
          <a:prstGeom prst="rect">
            <a:avLst/>
          </a:prstGeom>
        </p:spPr>
        <p:txBody>
          <a:bodyPr vert="horz" lIns="0" tIns="0" rIns="91440" bIns="0" rtlCol="0" anchor="t">
            <a:noAutofit/>
          </a:bodyPr>
          <a:lstStyle>
            <a:lvl1pPr marL="731520" indent="-182880">
              <a:defRPr sz="3000">
                <a:solidFill>
                  <a:schemeClr val="tx1"/>
                </a:solidFill>
                <a:latin typeface="+mj-lt"/>
              </a:defRPr>
            </a:lvl1pPr>
          </a:lstStyle>
          <a:p>
            <a:r>
              <a:rPr lang="en-US"/>
              <a:t>“We must always reject the false choice between making a profit and making a difference.”</a:t>
            </a:r>
          </a:p>
        </p:txBody>
      </p:sp>
    </p:spTree>
    <p:extLst>
      <p:ext uri="{BB962C8B-B14F-4D97-AF65-F5344CB8AC3E}">
        <p14:creationId xmlns:p14="http://schemas.microsoft.com/office/powerpoint/2010/main" val="428390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pecial Content A">
    <p:spTree>
      <p:nvGrpSpPr>
        <p:cNvPr id="1" name=""/>
        <p:cNvGrpSpPr/>
        <p:nvPr/>
      </p:nvGrpSpPr>
      <p:grpSpPr>
        <a:xfrm>
          <a:off x="0" y="0"/>
          <a:ext cx="0" cy="0"/>
          <a:chOff x="0" y="0"/>
          <a:chExt cx="0" cy="0"/>
        </a:xfrm>
      </p:grpSpPr>
      <p:sp>
        <p:nvSpPr>
          <p:cNvPr id="3" name="100% Stripe">
            <a:extLst>
              <a:ext uri="{FF2B5EF4-FFF2-40B4-BE49-F238E27FC236}">
                <a16:creationId xmlns:a16="http://schemas.microsoft.com/office/drawing/2014/main" id="{191E74A0-4844-8EBF-1400-9934EE0A390D}"/>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Picture Placeholder">
            <a:extLst>
              <a:ext uri="{FF2B5EF4-FFF2-40B4-BE49-F238E27FC236}">
                <a16:creationId xmlns:a16="http://schemas.microsoft.com/office/drawing/2014/main" id="{55001DE8-22B1-16BC-1B27-1E369A89A454}"/>
              </a:ext>
            </a:extLst>
          </p:cNvPr>
          <p:cNvSpPr>
            <a:spLocks noGrp="1" noRot="1" noMove="1" noResize="1" noEditPoints="1" noAdjustHandles="1" noChangeArrowheads="1" noChangeShapeType="1"/>
          </p:cNvSpPr>
          <p:nvPr>
            <p:ph type="pic" sz="quarter" idx="16"/>
          </p:nvPr>
        </p:nvSpPr>
        <p:spPr>
          <a:xfrm>
            <a:off x="0" y="0"/>
            <a:ext cx="6096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5" name="HP Logo">
            <a:extLst>
              <a:ext uri="{FF2B5EF4-FFF2-40B4-BE49-F238E27FC236}">
                <a16:creationId xmlns:a16="http://schemas.microsoft.com/office/drawing/2014/main" id="{DEC9E220-FB18-31FF-0BAA-E2449246F04A}"/>
              </a:ext>
            </a:extLst>
          </p:cNvPr>
          <p:cNvSpPr>
            <a:spLocks noGrp="1" noRot="1" noChangeAspec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3"/>
                </a:ext>
              </a:extLst>
            </a:blip>
            <a:stretch>
              <a:fillRect/>
            </a:stretch>
          </a:blipFill>
        </p:spPr>
        <p:txBody>
          <a:bodyPr anchor="ctr"/>
          <a:lstStyle>
            <a:lvl1pPr marL="45720" indent="0" algn="ctr">
              <a:buNone/>
              <a:defRPr sz="100"/>
            </a:lvl1pPr>
          </a:lstStyle>
          <a:p>
            <a:r>
              <a:rPr lang="en-US"/>
              <a:t> </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 name="Footer Placeholder">
            <a:extLst>
              <a:ext uri="{FF2B5EF4-FFF2-40B4-BE49-F238E27FC236}">
                <a16:creationId xmlns:a16="http://schemas.microsoft.com/office/drawing/2014/main" id="{2C3BDEDA-EDDE-6EB0-985F-EF086273C6CD}"/>
              </a:ext>
            </a:extLst>
          </p:cNvPr>
          <p:cNvSpPr>
            <a:spLocks noGrp="1"/>
          </p:cNvSpPr>
          <p:nvPr>
            <p:ph type="ftr" sz="quarter" idx="20"/>
          </p:nvPr>
        </p:nvSpPr>
        <p:spPr/>
        <p:txBody>
          <a:bodyPr/>
          <a:lstStyle/>
          <a:p>
            <a:endParaRPr lang="en-US"/>
          </a:p>
        </p:txBody>
      </p:sp>
      <p:sp>
        <p:nvSpPr>
          <p:cNvPr id="10" name="Text Placeholder Section Title">
            <a:extLst>
              <a:ext uri="{FF2B5EF4-FFF2-40B4-BE49-F238E27FC236}">
                <a16:creationId xmlns:a16="http://schemas.microsoft.com/office/drawing/2014/main" id="{6938044E-C214-ABE6-6B9D-DFE447959D0D}"/>
              </a:ext>
            </a:extLst>
          </p:cNvPr>
          <p:cNvSpPr>
            <a:spLocks noGrp="1"/>
          </p:cNvSpPr>
          <p:nvPr>
            <p:ph type="body" sz="quarter" idx="14" hasCustomPrompt="1"/>
          </p:nvPr>
        </p:nvSpPr>
        <p:spPr>
          <a:xfrm>
            <a:off x="6553939" y="1341582"/>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06341798-CAA7-F4C7-8DE2-464168DE8E53}"/>
              </a:ext>
            </a:extLst>
          </p:cNvPr>
          <p:cNvSpPr>
            <a:spLocks noGrp="1"/>
          </p:cNvSpPr>
          <p:nvPr>
            <p:ph type="title" hasCustomPrompt="1"/>
          </p:nvPr>
        </p:nvSpPr>
        <p:spPr>
          <a:xfrm>
            <a:off x="6553939" y="1643781"/>
            <a:ext cx="2849272" cy="1068485"/>
          </a:xfrm>
          <a:prstGeom prst="rect">
            <a:avLst/>
          </a:prstGeom>
        </p:spPr>
        <p:txBody>
          <a:bodyPr vert="horz" lIns="0" tIns="0" rIns="0" bIns="0" rtlCol="0" anchor="t">
            <a:noAutofit/>
          </a:bodyPr>
          <a:lstStyle>
            <a:lvl1pPr>
              <a:defRPr sz="3000">
                <a:latin typeface="+mj-lt"/>
              </a:defRPr>
            </a:lvl1pPr>
          </a:lstStyle>
          <a:p>
            <a:r>
              <a:rPr lang="en-US"/>
              <a:t>Click to write a slide title that fits in 3 lines.</a:t>
            </a:r>
          </a:p>
        </p:txBody>
      </p:sp>
      <p:sp>
        <p:nvSpPr>
          <p:cNvPr id="9" name="Text Placeholder Subtitle">
            <a:extLst>
              <a:ext uri="{FF2B5EF4-FFF2-40B4-BE49-F238E27FC236}">
                <a16:creationId xmlns:a16="http://schemas.microsoft.com/office/drawing/2014/main" id="{34FD35AA-BE4E-E5C8-E9D6-3B9224D800BA}"/>
              </a:ext>
            </a:extLst>
          </p:cNvPr>
          <p:cNvSpPr>
            <a:spLocks noGrp="1"/>
          </p:cNvSpPr>
          <p:nvPr>
            <p:ph type="body" sz="quarter" idx="13" hasCustomPrompt="1"/>
          </p:nvPr>
        </p:nvSpPr>
        <p:spPr>
          <a:xfrm>
            <a:off x="6553939" y="2798664"/>
            <a:ext cx="2849272"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7" name="Text Placeholder Body">
            <a:extLst>
              <a:ext uri="{FF2B5EF4-FFF2-40B4-BE49-F238E27FC236}">
                <a16:creationId xmlns:a16="http://schemas.microsoft.com/office/drawing/2014/main" id="{06FA3C8C-1901-9B5B-2195-E59A86AAE21F}"/>
              </a:ext>
            </a:extLst>
          </p:cNvPr>
          <p:cNvSpPr>
            <a:spLocks noGrp="1"/>
          </p:cNvSpPr>
          <p:nvPr>
            <p:ph type="body" sz="quarter" idx="19"/>
          </p:nvPr>
        </p:nvSpPr>
        <p:spPr>
          <a:xfrm>
            <a:off x="6553939" y="3576638"/>
            <a:ext cx="2851200" cy="2228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622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pecial Content A.2">
    <p:spTree>
      <p:nvGrpSpPr>
        <p:cNvPr id="1" name=""/>
        <p:cNvGrpSpPr/>
        <p:nvPr/>
      </p:nvGrpSpPr>
      <p:grpSpPr>
        <a:xfrm>
          <a:off x="0" y="0"/>
          <a:ext cx="0" cy="0"/>
          <a:chOff x="0" y="0"/>
          <a:chExt cx="0" cy="0"/>
        </a:xfrm>
      </p:grpSpPr>
      <p:sp>
        <p:nvSpPr>
          <p:cNvPr id="2" name="100% Stripe">
            <a:extLst>
              <a:ext uri="{FF2B5EF4-FFF2-40B4-BE49-F238E27FC236}">
                <a16:creationId xmlns:a16="http://schemas.microsoft.com/office/drawing/2014/main" id="{FC96B1B6-1981-3C53-7AA9-AF55E7B94953}"/>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17148" t="-65285" r="47026" b="652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Picture Placeholder">
            <a:extLst>
              <a:ext uri="{FF2B5EF4-FFF2-40B4-BE49-F238E27FC236}">
                <a16:creationId xmlns:a16="http://schemas.microsoft.com/office/drawing/2014/main" id="{55001DE8-22B1-16BC-1B27-1E369A89A454}"/>
              </a:ext>
            </a:extLst>
          </p:cNvPr>
          <p:cNvSpPr>
            <a:spLocks noGrp="1" noRot="1" noMove="1" noResize="1" noEditPoints="1" noAdjustHandles="1" noChangeArrowheads="1" noChangeShapeType="1"/>
          </p:cNvSpPr>
          <p:nvPr>
            <p:ph type="pic" sz="quarter" idx="16"/>
          </p:nvPr>
        </p:nvSpPr>
        <p:spPr>
          <a:xfrm>
            <a:off x="6096000" y="0"/>
            <a:ext cx="6096000"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ED6FBF79-816D-C990-285B-C912F724608B}"/>
              </a:ext>
            </a:extLst>
          </p:cNvPr>
          <p:cNvSpPr>
            <a:spLocks noGrp="1"/>
          </p:cNvSpPr>
          <p:nvPr>
            <p:ph type="ftr" sz="quarter" idx="20"/>
          </p:nvPr>
        </p:nvSpPr>
        <p:spPr/>
        <p:txBody>
          <a:bodyPr/>
          <a:lstStyle/>
          <a:p>
            <a:endParaRPr lang="en-US"/>
          </a:p>
        </p:txBody>
      </p:sp>
      <p:sp>
        <p:nvSpPr>
          <p:cNvPr id="10" name="Text Placeholder Section Title">
            <a:extLst>
              <a:ext uri="{FF2B5EF4-FFF2-40B4-BE49-F238E27FC236}">
                <a16:creationId xmlns:a16="http://schemas.microsoft.com/office/drawing/2014/main" id="{6938044E-C214-ABE6-6B9D-DFE447959D0D}"/>
              </a:ext>
            </a:extLst>
          </p:cNvPr>
          <p:cNvSpPr>
            <a:spLocks noGrp="1"/>
          </p:cNvSpPr>
          <p:nvPr>
            <p:ph type="body" sz="quarter" idx="14" hasCustomPrompt="1"/>
          </p:nvPr>
        </p:nvSpPr>
        <p:spPr>
          <a:xfrm>
            <a:off x="457199" y="1341582"/>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06341798-CAA7-F4C7-8DE2-464168DE8E53}"/>
              </a:ext>
            </a:extLst>
          </p:cNvPr>
          <p:cNvSpPr>
            <a:spLocks noGrp="1"/>
          </p:cNvSpPr>
          <p:nvPr>
            <p:ph type="title" hasCustomPrompt="1"/>
          </p:nvPr>
        </p:nvSpPr>
        <p:spPr>
          <a:xfrm>
            <a:off x="457199" y="1643781"/>
            <a:ext cx="2849272" cy="1068485"/>
          </a:xfrm>
          <a:prstGeom prst="rect">
            <a:avLst/>
          </a:prstGeom>
        </p:spPr>
        <p:txBody>
          <a:bodyPr vert="horz" lIns="0" tIns="0" rIns="0" bIns="0" rtlCol="0" anchor="t">
            <a:noAutofit/>
          </a:bodyPr>
          <a:lstStyle>
            <a:lvl1pPr>
              <a:defRPr sz="3000">
                <a:latin typeface="+mj-lt"/>
              </a:defRPr>
            </a:lvl1pPr>
          </a:lstStyle>
          <a:p>
            <a:r>
              <a:rPr lang="en-US"/>
              <a:t>Click to write a slide title that fits in 3 lines.</a:t>
            </a:r>
          </a:p>
        </p:txBody>
      </p:sp>
      <p:sp>
        <p:nvSpPr>
          <p:cNvPr id="9" name="Text Placeholder Subtitle">
            <a:extLst>
              <a:ext uri="{FF2B5EF4-FFF2-40B4-BE49-F238E27FC236}">
                <a16:creationId xmlns:a16="http://schemas.microsoft.com/office/drawing/2014/main" id="{34FD35AA-BE4E-E5C8-E9D6-3B9224D800BA}"/>
              </a:ext>
            </a:extLst>
          </p:cNvPr>
          <p:cNvSpPr>
            <a:spLocks noGrp="1"/>
          </p:cNvSpPr>
          <p:nvPr>
            <p:ph type="body" sz="quarter" idx="13" hasCustomPrompt="1"/>
          </p:nvPr>
        </p:nvSpPr>
        <p:spPr>
          <a:xfrm>
            <a:off x="457199" y="2798664"/>
            <a:ext cx="2849272"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4" name="Text Placeholder Body">
            <a:extLst>
              <a:ext uri="{FF2B5EF4-FFF2-40B4-BE49-F238E27FC236}">
                <a16:creationId xmlns:a16="http://schemas.microsoft.com/office/drawing/2014/main" id="{42C507F9-AB83-08EB-6A55-4EC9B0BE6ED4}"/>
              </a:ext>
            </a:extLst>
          </p:cNvPr>
          <p:cNvSpPr>
            <a:spLocks noGrp="1"/>
          </p:cNvSpPr>
          <p:nvPr>
            <p:ph type="body" sz="quarter" idx="19"/>
          </p:nvPr>
        </p:nvSpPr>
        <p:spPr>
          <a:xfrm>
            <a:off x="463500" y="3576638"/>
            <a:ext cx="2851200" cy="2228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089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ecial Content B">
    <p:spTree>
      <p:nvGrpSpPr>
        <p:cNvPr id="1" name=""/>
        <p:cNvGrpSpPr/>
        <p:nvPr/>
      </p:nvGrpSpPr>
      <p:grpSpPr>
        <a:xfrm>
          <a:off x="0" y="0"/>
          <a:ext cx="0" cy="0"/>
          <a:chOff x="0" y="0"/>
          <a:chExt cx="0" cy="0"/>
        </a:xfrm>
      </p:grpSpPr>
      <p:sp>
        <p:nvSpPr>
          <p:cNvPr id="4" name="100% Stripe">
            <a:extLst>
              <a:ext uri="{FF2B5EF4-FFF2-40B4-BE49-F238E27FC236}">
                <a16:creationId xmlns:a16="http://schemas.microsoft.com/office/drawing/2014/main" id="{6C3F682B-0019-6735-A7EA-478E48D8DD05}"/>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56698" r="747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27" name="Text Placeholder Section Title">
            <a:extLst>
              <a:ext uri="{FF2B5EF4-FFF2-40B4-BE49-F238E27FC236}">
                <a16:creationId xmlns:a16="http://schemas.microsoft.com/office/drawing/2014/main" id="{4F4ADB8E-CC00-AFB7-C822-46F24E2B3A2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25" name="Title Placeholder">
            <a:extLst>
              <a:ext uri="{FF2B5EF4-FFF2-40B4-BE49-F238E27FC236}">
                <a16:creationId xmlns:a16="http://schemas.microsoft.com/office/drawing/2014/main" id="{E8FC39EE-5F3F-F1AA-7202-5CF7DF01BC5E}"/>
              </a:ext>
            </a:extLst>
          </p:cNvPr>
          <p:cNvSpPr>
            <a:spLocks noGrp="1"/>
          </p:cNvSpPr>
          <p:nvPr>
            <p:ph type="title" hasCustomPrompt="1"/>
          </p:nvPr>
        </p:nvSpPr>
        <p:spPr>
          <a:xfrm>
            <a:off x="457200" y="743670"/>
            <a:ext cx="6000720"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26" name="Text PlaceholderSubtitle">
            <a:extLst>
              <a:ext uri="{FF2B5EF4-FFF2-40B4-BE49-F238E27FC236}">
                <a16:creationId xmlns:a16="http://schemas.microsoft.com/office/drawing/2014/main" id="{E90FED71-744C-64E5-EAB3-06FE2A33FFB1}"/>
              </a:ext>
            </a:extLst>
          </p:cNvPr>
          <p:cNvSpPr>
            <a:spLocks noGrp="1"/>
          </p:cNvSpPr>
          <p:nvPr>
            <p:ph type="body" sz="quarter" idx="13" hasCustomPrompt="1"/>
          </p:nvPr>
        </p:nvSpPr>
        <p:spPr>
          <a:xfrm>
            <a:off x="457200" y="1898553"/>
            <a:ext cx="6000720"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30" name="Text Placeholder Body 1">
            <a:extLst>
              <a:ext uri="{FF2B5EF4-FFF2-40B4-BE49-F238E27FC236}">
                <a16:creationId xmlns:a16="http://schemas.microsoft.com/office/drawing/2014/main" id="{BA687A48-0B3C-7B75-FCD0-73249615EE41}"/>
              </a:ext>
            </a:extLst>
          </p:cNvPr>
          <p:cNvSpPr>
            <a:spLocks noGrp="1"/>
          </p:cNvSpPr>
          <p:nvPr>
            <p:ph type="body" sz="quarter" idx="15" hasCustomPrompt="1"/>
          </p:nvPr>
        </p:nvSpPr>
        <p:spPr>
          <a:xfrm>
            <a:off x="457200" y="2691502"/>
            <a:ext cx="2855159"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31" name="Text Placeholder Body 2">
            <a:extLst>
              <a:ext uri="{FF2B5EF4-FFF2-40B4-BE49-F238E27FC236}">
                <a16:creationId xmlns:a16="http://schemas.microsoft.com/office/drawing/2014/main" id="{7C32423F-8905-366D-596D-51841B5B85EE}"/>
              </a:ext>
            </a:extLst>
          </p:cNvPr>
          <p:cNvSpPr>
            <a:spLocks noGrp="1"/>
          </p:cNvSpPr>
          <p:nvPr>
            <p:ph type="body" sz="quarter" idx="16" hasCustomPrompt="1"/>
          </p:nvPr>
        </p:nvSpPr>
        <p:spPr>
          <a:xfrm>
            <a:off x="3609008" y="2691502"/>
            <a:ext cx="2854800"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92412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ecial Content C">
    <p:spTree>
      <p:nvGrpSpPr>
        <p:cNvPr id="1" name=""/>
        <p:cNvGrpSpPr/>
        <p:nvPr/>
      </p:nvGrpSpPr>
      <p:grpSpPr>
        <a:xfrm>
          <a:off x="0" y="0"/>
          <a:ext cx="0" cy="0"/>
          <a:chOff x="0" y="0"/>
          <a:chExt cx="0" cy="0"/>
        </a:xfrm>
      </p:grpSpPr>
      <p:sp>
        <p:nvSpPr>
          <p:cNvPr id="2" name="100% Stripe">
            <a:extLst>
              <a:ext uri="{FF2B5EF4-FFF2-40B4-BE49-F238E27FC236}">
                <a16:creationId xmlns:a16="http://schemas.microsoft.com/office/drawing/2014/main" id="{768D5808-0601-CFA1-ECB4-20EE91E32236}"/>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3814" r="6036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3">
            <a:extLst>
              <a:ext uri="{FF2B5EF4-FFF2-40B4-BE49-F238E27FC236}">
                <a16:creationId xmlns:a16="http://schemas.microsoft.com/office/drawing/2014/main" id="{787E730E-F1FA-57DE-B7B0-B35D6B07D75A}"/>
              </a:ext>
            </a:extLst>
          </p:cNvPr>
          <p:cNvSpPr>
            <a:spLocks noGrp="1"/>
          </p:cNvSpPr>
          <p:nvPr>
            <p:ph type="ftr" sz="quarter" idx="16"/>
          </p:nvPr>
        </p:nvSpPr>
        <p:spPr/>
        <p:txBody>
          <a:bodyPr/>
          <a:lstStyle/>
          <a:p>
            <a:endParaRPr lang="en-US"/>
          </a:p>
        </p:txBody>
      </p:sp>
      <p:sp>
        <p:nvSpPr>
          <p:cNvPr id="27" name="Text Placeholder Section Title">
            <a:extLst>
              <a:ext uri="{FF2B5EF4-FFF2-40B4-BE49-F238E27FC236}">
                <a16:creationId xmlns:a16="http://schemas.microsoft.com/office/drawing/2014/main" id="{4F4ADB8E-CC00-AFB7-C822-46F24E2B3A25}"/>
              </a:ext>
            </a:extLst>
          </p:cNvPr>
          <p:cNvSpPr>
            <a:spLocks noGrp="1"/>
          </p:cNvSpPr>
          <p:nvPr>
            <p:ph type="body" sz="quarter" idx="14" hasCustomPrompt="1"/>
          </p:nvPr>
        </p:nvSpPr>
        <p:spPr>
          <a:xfrm>
            <a:off x="6169626"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25" name="Title Placeholder">
            <a:extLst>
              <a:ext uri="{FF2B5EF4-FFF2-40B4-BE49-F238E27FC236}">
                <a16:creationId xmlns:a16="http://schemas.microsoft.com/office/drawing/2014/main" id="{E8FC39EE-5F3F-F1AA-7202-5CF7DF01BC5E}"/>
              </a:ext>
            </a:extLst>
          </p:cNvPr>
          <p:cNvSpPr>
            <a:spLocks noGrp="1"/>
          </p:cNvSpPr>
          <p:nvPr>
            <p:ph type="title" hasCustomPrompt="1"/>
          </p:nvPr>
        </p:nvSpPr>
        <p:spPr>
          <a:xfrm>
            <a:off x="6169626" y="743670"/>
            <a:ext cx="2858486"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26" name="Text Placeholder Subtitle">
            <a:extLst>
              <a:ext uri="{FF2B5EF4-FFF2-40B4-BE49-F238E27FC236}">
                <a16:creationId xmlns:a16="http://schemas.microsoft.com/office/drawing/2014/main" id="{E90FED71-744C-64E5-EAB3-06FE2A33FFB1}"/>
              </a:ext>
            </a:extLst>
          </p:cNvPr>
          <p:cNvSpPr>
            <a:spLocks noGrp="1"/>
          </p:cNvSpPr>
          <p:nvPr>
            <p:ph type="body" sz="quarter" idx="13" hasCustomPrompt="1"/>
          </p:nvPr>
        </p:nvSpPr>
        <p:spPr>
          <a:xfrm>
            <a:off x="6169626" y="1898553"/>
            <a:ext cx="2858486"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30" name="Text Placeholder Body">
            <a:extLst>
              <a:ext uri="{FF2B5EF4-FFF2-40B4-BE49-F238E27FC236}">
                <a16:creationId xmlns:a16="http://schemas.microsoft.com/office/drawing/2014/main" id="{BA687A48-0B3C-7B75-FCD0-73249615EE41}"/>
              </a:ext>
            </a:extLst>
          </p:cNvPr>
          <p:cNvSpPr>
            <a:spLocks noGrp="1"/>
          </p:cNvSpPr>
          <p:nvPr>
            <p:ph type="body" sz="quarter" idx="15" hasCustomPrompt="1"/>
          </p:nvPr>
        </p:nvSpPr>
        <p:spPr>
          <a:xfrm>
            <a:off x="6169627" y="2691502"/>
            <a:ext cx="2858486"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4027224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ecial Content D">
    <p:spTree>
      <p:nvGrpSpPr>
        <p:cNvPr id="1" name=""/>
        <p:cNvGrpSpPr/>
        <p:nvPr/>
      </p:nvGrpSpPr>
      <p:grpSpPr>
        <a:xfrm>
          <a:off x="0" y="0"/>
          <a:ext cx="0" cy="0"/>
          <a:chOff x="0" y="0"/>
          <a:chExt cx="0" cy="0"/>
        </a:xfrm>
      </p:grpSpPr>
      <p:sp>
        <p:nvSpPr>
          <p:cNvPr id="7" name="100% Stripe">
            <a:extLst>
              <a:ext uri="{FF2B5EF4-FFF2-40B4-BE49-F238E27FC236}">
                <a16:creationId xmlns:a16="http://schemas.microsoft.com/office/drawing/2014/main" id="{715FE892-E39A-E260-BEF0-443B9DB3D43B}"/>
              </a:ext>
            </a:extLst>
          </p:cNvPr>
          <p:cNvSpPr>
            <a:spLocks noGrp="1" noRot="1" noChangeAspect="1" noMove="1" noResize="1"/>
          </p:cNvSpPr>
          <p:nvPr userDrawn="1"/>
        </p:nvSpPr>
        <p:spPr bwMode="ltGray">
          <a:xfrm>
            <a:off x="0" y="0"/>
            <a:ext cx="12192000" cy="6857845"/>
          </a:xfrm>
          <a:prstGeom prst="rect">
            <a:avLst/>
          </a:prstGeom>
          <a:blipFill dpi="0" rotWithShape="1">
            <a:blip>
              <a:extLst>
                <a:ext uri="{96DAC541-7B7A-43D3-8B79-37D633B846F1}">
                  <asvg:svgBlip xmlns:asvg="http://schemas.microsoft.com/office/drawing/2016/SVG/main" r:embed="rId2"/>
                </a:ext>
              </a:extLst>
            </a:blip>
            <a:srcRect/>
            <a:stretch>
              <a:fillRect l="67031" t="-65248" r="-2857" b="6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1A30408C-AF8B-8A3A-0162-ECD54E547FB6}"/>
              </a:ext>
            </a:extLst>
          </p:cNvPr>
          <p:cNvSpPr>
            <a:spLocks noGrp="1"/>
          </p:cNvSpPr>
          <p:nvPr>
            <p:ph type="ftr" sz="quarter" idx="40"/>
          </p:nvPr>
        </p:nvSpPr>
        <p:spPr/>
        <p:txBody>
          <a:bodyPr/>
          <a:lstStyle/>
          <a:p>
            <a:endParaRPr lang="en-US"/>
          </a:p>
        </p:txBody>
      </p:sp>
      <p:sp>
        <p:nvSpPr>
          <p:cNvPr id="8" name="Text Placeholder Section Title">
            <a:extLst>
              <a:ext uri="{FF2B5EF4-FFF2-40B4-BE49-F238E27FC236}">
                <a16:creationId xmlns:a16="http://schemas.microsoft.com/office/drawing/2014/main" id="{597050B1-A26B-B348-EFC5-17E814BA79A0}"/>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3" name="Title Placeholder">
            <a:extLst>
              <a:ext uri="{FF2B5EF4-FFF2-40B4-BE49-F238E27FC236}">
                <a16:creationId xmlns:a16="http://schemas.microsoft.com/office/drawing/2014/main" id="{9D8678CA-682B-979C-CD30-A10F07F5B684}"/>
              </a:ext>
            </a:extLst>
          </p:cNvPr>
          <p:cNvSpPr>
            <a:spLocks noGrp="1"/>
          </p:cNvSpPr>
          <p:nvPr>
            <p:ph type="title" hasCustomPrompt="1"/>
          </p:nvPr>
        </p:nvSpPr>
        <p:spPr>
          <a:xfrm>
            <a:off x="457200" y="743670"/>
            <a:ext cx="9166825"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4" name="Text Placeholder Subtitle">
            <a:extLst>
              <a:ext uri="{FF2B5EF4-FFF2-40B4-BE49-F238E27FC236}">
                <a16:creationId xmlns:a16="http://schemas.microsoft.com/office/drawing/2014/main" id="{589BAA20-F6BF-9B17-CC05-EDEA542E0A3E}"/>
              </a:ext>
            </a:extLst>
          </p:cNvPr>
          <p:cNvSpPr>
            <a:spLocks noGrp="1"/>
          </p:cNvSpPr>
          <p:nvPr>
            <p:ph type="body" sz="quarter" idx="13" hasCustomPrompt="1"/>
          </p:nvPr>
        </p:nvSpPr>
        <p:spPr>
          <a:xfrm>
            <a:off x="457200" y="1898553"/>
            <a:ext cx="9166825" cy="53984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10" name="Text Placeholder Subhead 1">
            <a:extLst>
              <a:ext uri="{FF2B5EF4-FFF2-40B4-BE49-F238E27FC236}">
                <a16:creationId xmlns:a16="http://schemas.microsoft.com/office/drawing/2014/main" id="{8F45DC4B-E54A-7DD6-5DCE-8AA495009164}"/>
              </a:ext>
            </a:extLst>
          </p:cNvPr>
          <p:cNvSpPr>
            <a:spLocks noGrp="1"/>
          </p:cNvSpPr>
          <p:nvPr>
            <p:ph type="body" sz="quarter" idx="29" hasCustomPrompt="1"/>
          </p:nvPr>
        </p:nvSpPr>
        <p:spPr>
          <a:xfrm>
            <a:off x="457200" y="2934502"/>
            <a:ext cx="1718278" cy="246221"/>
          </a:xfrm>
        </p:spPr>
        <p:txBody>
          <a:bodyPr>
            <a:noAutofit/>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9" name="Text Placeholder Body 1">
            <a:extLst>
              <a:ext uri="{FF2B5EF4-FFF2-40B4-BE49-F238E27FC236}">
                <a16:creationId xmlns:a16="http://schemas.microsoft.com/office/drawing/2014/main" id="{C22A7759-7B08-66FA-EEB8-23B82B0EDDCA}"/>
              </a:ext>
            </a:extLst>
          </p:cNvPr>
          <p:cNvSpPr>
            <a:spLocks noGrp="1"/>
          </p:cNvSpPr>
          <p:nvPr>
            <p:ph type="body" sz="quarter" idx="28" hasCustomPrompt="1"/>
          </p:nvPr>
        </p:nvSpPr>
        <p:spPr>
          <a:xfrm>
            <a:off x="457200" y="3276227"/>
            <a:ext cx="1718278" cy="2232398"/>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Subhead 2">
            <a:extLst>
              <a:ext uri="{FF2B5EF4-FFF2-40B4-BE49-F238E27FC236}">
                <a16:creationId xmlns:a16="http://schemas.microsoft.com/office/drawing/2014/main" id="{6C90B9F2-F4CA-2849-AC01-CE6EB6808B36}"/>
              </a:ext>
            </a:extLst>
          </p:cNvPr>
          <p:cNvSpPr>
            <a:spLocks noGrp="1"/>
          </p:cNvSpPr>
          <p:nvPr>
            <p:ph type="body" sz="quarter" idx="31" hasCustomPrompt="1"/>
          </p:nvPr>
        </p:nvSpPr>
        <p:spPr>
          <a:xfrm>
            <a:off x="2369064"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1" name="Text Placeholder Body 2">
            <a:extLst>
              <a:ext uri="{FF2B5EF4-FFF2-40B4-BE49-F238E27FC236}">
                <a16:creationId xmlns:a16="http://schemas.microsoft.com/office/drawing/2014/main" id="{251EB063-6D50-B534-0000-A85587FEBB9A}"/>
              </a:ext>
            </a:extLst>
          </p:cNvPr>
          <p:cNvSpPr>
            <a:spLocks noGrp="1"/>
          </p:cNvSpPr>
          <p:nvPr>
            <p:ph type="body" sz="quarter" idx="30" hasCustomPrompt="1"/>
          </p:nvPr>
        </p:nvSpPr>
        <p:spPr>
          <a:xfrm>
            <a:off x="2369064"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Subhead 3">
            <a:extLst>
              <a:ext uri="{FF2B5EF4-FFF2-40B4-BE49-F238E27FC236}">
                <a16:creationId xmlns:a16="http://schemas.microsoft.com/office/drawing/2014/main" id="{C747A4E7-9EF8-AAE5-FF17-97DB6068C7D2}"/>
              </a:ext>
            </a:extLst>
          </p:cNvPr>
          <p:cNvSpPr>
            <a:spLocks noGrp="1"/>
          </p:cNvSpPr>
          <p:nvPr>
            <p:ph type="body" sz="quarter" idx="33" hasCustomPrompt="1"/>
          </p:nvPr>
        </p:nvSpPr>
        <p:spPr>
          <a:xfrm>
            <a:off x="4280928"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3" name="Text Placeholder Body 3">
            <a:extLst>
              <a:ext uri="{FF2B5EF4-FFF2-40B4-BE49-F238E27FC236}">
                <a16:creationId xmlns:a16="http://schemas.microsoft.com/office/drawing/2014/main" id="{EE3EC1B5-FF10-E813-D713-EF4595D59F17}"/>
              </a:ext>
            </a:extLst>
          </p:cNvPr>
          <p:cNvSpPr>
            <a:spLocks noGrp="1"/>
          </p:cNvSpPr>
          <p:nvPr>
            <p:ph type="body" sz="quarter" idx="32" hasCustomPrompt="1"/>
          </p:nvPr>
        </p:nvSpPr>
        <p:spPr>
          <a:xfrm>
            <a:off x="4280928"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Subhead 4">
            <a:extLst>
              <a:ext uri="{FF2B5EF4-FFF2-40B4-BE49-F238E27FC236}">
                <a16:creationId xmlns:a16="http://schemas.microsoft.com/office/drawing/2014/main" id="{5E74D773-1F99-3E88-5950-B9BC6B4AF2D1}"/>
              </a:ext>
            </a:extLst>
          </p:cNvPr>
          <p:cNvSpPr>
            <a:spLocks noGrp="1"/>
          </p:cNvSpPr>
          <p:nvPr>
            <p:ph type="body" sz="quarter" idx="35" hasCustomPrompt="1"/>
          </p:nvPr>
        </p:nvSpPr>
        <p:spPr>
          <a:xfrm>
            <a:off x="6192792"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5" name="Text Placeholder Body 4">
            <a:extLst>
              <a:ext uri="{FF2B5EF4-FFF2-40B4-BE49-F238E27FC236}">
                <a16:creationId xmlns:a16="http://schemas.microsoft.com/office/drawing/2014/main" id="{915FBD73-F4E4-6C3D-EEDE-6E116F5C9504}"/>
              </a:ext>
            </a:extLst>
          </p:cNvPr>
          <p:cNvSpPr>
            <a:spLocks noGrp="1"/>
          </p:cNvSpPr>
          <p:nvPr>
            <p:ph type="body" sz="quarter" idx="34" hasCustomPrompt="1"/>
          </p:nvPr>
        </p:nvSpPr>
        <p:spPr>
          <a:xfrm>
            <a:off x="6192792"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8" name="Text Placeholder Subhead 5">
            <a:extLst>
              <a:ext uri="{FF2B5EF4-FFF2-40B4-BE49-F238E27FC236}">
                <a16:creationId xmlns:a16="http://schemas.microsoft.com/office/drawing/2014/main" id="{8716AFDE-E8C9-F809-747F-198849EC9B67}"/>
              </a:ext>
            </a:extLst>
          </p:cNvPr>
          <p:cNvSpPr>
            <a:spLocks noGrp="1"/>
          </p:cNvSpPr>
          <p:nvPr>
            <p:ph type="body" sz="quarter" idx="37" hasCustomPrompt="1"/>
          </p:nvPr>
        </p:nvSpPr>
        <p:spPr>
          <a:xfrm>
            <a:off x="8104656"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7" name="Text Placeholder Body 5">
            <a:extLst>
              <a:ext uri="{FF2B5EF4-FFF2-40B4-BE49-F238E27FC236}">
                <a16:creationId xmlns:a16="http://schemas.microsoft.com/office/drawing/2014/main" id="{626B2A26-145B-2E8A-4F16-C4166C060AA1}"/>
              </a:ext>
            </a:extLst>
          </p:cNvPr>
          <p:cNvSpPr>
            <a:spLocks noGrp="1"/>
          </p:cNvSpPr>
          <p:nvPr>
            <p:ph type="body" sz="quarter" idx="36" hasCustomPrompt="1"/>
          </p:nvPr>
        </p:nvSpPr>
        <p:spPr>
          <a:xfrm>
            <a:off x="8104656"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0" name="Text Placeholder Subhead 6">
            <a:extLst>
              <a:ext uri="{FF2B5EF4-FFF2-40B4-BE49-F238E27FC236}">
                <a16:creationId xmlns:a16="http://schemas.microsoft.com/office/drawing/2014/main" id="{7C8BE245-A0B3-6520-D60A-4F997AD7B657}"/>
              </a:ext>
            </a:extLst>
          </p:cNvPr>
          <p:cNvSpPr>
            <a:spLocks noGrp="1"/>
          </p:cNvSpPr>
          <p:nvPr>
            <p:ph type="body" sz="quarter" idx="39" hasCustomPrompt="1"/>
          </p:nvPr>
        </p:nvSpPr>
        <p:spPr>
          <a:xfrm>
            <a:off x="10016522" y="2934502"/>
            <a:ext cx="1718278" cy="246221"/>
          </a:xfrm>
        </p:spPr>
        <p:txBody>
          <a:bodyPr vert="horz" lIns="0" tIns="0" rIns="0" bIns="0" rtlCol="0">
            <a:noAutofit/>
          </a:bodyPr>
          <a:lstStyle>
            <a:lvl1pPr>
              <a:defRPr lang="en-US" sz="1600" b="1">
                <a:latin typeface="+mj-lt"/>
              </a:defRPr>
            </a:lvl1pPr>
          </a:lstStyle>
          <a:p>
            <a:pPr lvl="0"/>
            <a:r>
              <a:rPr lang="en-US"/>
              <a:t>Body subtitle</a:t>
            </a:r>
          </a:p>
        </p:txBody>
      </p:sp>
      <p:sp>
        <p:nvSpPr>
          <p:cNvPr id="19" name="Text Placeholder Body 6">
            <a:extLst>
              <a:ext uri="{FF2B5EF4-FFF2-40B4-BE49-F238E27FC236}">
                <a16:creationId xmlns:a16="http://schemas.microsoft.com/office/drawing/2014/main" id="{E846F70D-A193-A749-9126-DB8F619981C8}"/>
              </a:ext>
            </a:extLst>
          </p:cNvPr>
          <p:cNvSpPr>
            <a:spLocks noGrp="1"/>
          </p:cNvSpPr>
          <p:nvPr>
            <p:ph type="body" sz="quarter" idx="38" hasCustomPrompt="1"/>
          </p:nvPr>
        </p:nvSpPr>
        <p:spPr>
          <a:xfrm>
            <a:off x="10016522" y="3276227"/>
            <a:ext cx="1718278" cy="223239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03978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1000% Stripe">
            <a:extLst>
              <a:ext uri="{FF2B5EF4-FFF2-40B4-BE49-F238E27FC236}">
                <a16:creationId xmlns:a16="http://schemas.microsoft.com/office/drawing/2014/main" id="{88316B89-6DD6-DFE0-993F-2BD268336069}"/>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131069" t="14918" r="-10585" b="-69239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itle Placeholder">
            <a:extLst>
              <a:ext uri="{FF2B5EF4-FFF2-40B4-BE49-F238E27FC236}">
                <a16:creationId xmlns:a16="http://schemas.microsoft.com/office/drawing/2014/main" id="{D6872559-2221-7948-988C-BD799DA81A68}"/>
              </a:ext>
            </a:extLst>
          </p:cNvPr>
          <p:cNvSpPr>
            <a:spLocks noGrp="1"/>
          </p:cNvSpPr>
          <p:nvPr>
            <p:ph type="title" hasCustomPrompt="1"/>
          </p:nvPr>
        </p:nvSpPr>
        <p:spPr>
          <a:xfrm>
            <a:off x="6210301" y="2949677"/>
            <a:ext cx="5524499" cy="953682"/>
          </a:xfrm>
          <a:prstGeom prst="rect">
            <a:avLst/>
          </a:prstGeom>
        </p:spPr>
        <p:txBody>
          <a:bodyPr vert="horz" lIns="0" tIns="0" rIns="0" bIns="0" rtlCol="0" anchor="b">
            <a:noAutofit/>
          </a:bodyPr>
          <a:lstStyle>
            <a:lvl1pPr>
              <a:lnSpc>
                <a:spcPct val="75000"/>
              </a:lnSpc>
              <a:defRPr sz="6200" b="1" i="0">
                <a:latin typeface="+mj-lt"/>
              </a:defRPr>
            </a:lvl1pPr>
          </a:lstStyle>
          <a:p>
            <a:r>
              <a:rPr lang="en-US"/>
              <a:t>Thank You</a:t>
            </a:r>
          </a:p>
        </p:txBody>
      </p:sp>
    </p:spTree>
    <p:extLst>
      <p:ext uri="{BB962C8B-B14F-4D97-AF65-F5344CB8AC3E}">
        <p14:creationId xmlns:p14="http://schemas.microsoft.com/office/powerpoint/2010/main" val="191742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Logo End Slide">
    <p:spTree>
      <p:nvGrpSpPr>
        <p:cNvPr id="1" name=""/>
        <p:cNvGrpSpPr/>
        <p:nvPr/>
      </p:nvGrpSpPr>
      <p:grpSpPr>
        <a:xfrm>
          <a:off x="0" y="0"/>
          <a:ext cx="0" cy="0"/>
          <a:chOff x="0" y="0"/>
          <a:chExt cx="0" cy="0"/>
        </a:xfrm>
      </p:grpSpPr>
      <p:sp>
        <p:nvSpPr>
          <p:cNvPr id="5" name="1000% Stripe">
            <a:extLst>
              <a:ext uri="{FF2B5EF4-FFF2-40B4-BE49-F238E27FC236}">
                <a16:creationId xmlns:a16="http://schemas.microsoft.com/office/drawing/2014/main" id="{D95A311B-A27A-3299-76E4-EEB8C4FF1BF7}"/>
              </a:ext>
            </a:extLst>
          </p:cNvPr>
          <p:cNvSpPr>
            <a:spLocks noGrp="1" noRot="1" noChangeAspect="1" noMove="1" noResize="1"/>
          </p:cNvSpPr>
          <p:nvPr userDrawn="1"/>
        </p:nvSpPr>
        <p:spPr bwMode="ltGray">
          <a:xfrm>
            <a:off x="0" y="0"/>
            <a:ext cx="12192000" cy="6858000"/>
          </a:xfrm>
          <a:prstGeom prst="rect">
            <a:avLst/>
          </a:prstGeom>
          <a:blipFill>
            <a:blip>
              <a:extLst>
                <a:ext uri="{96DAC541-7B7A-43D3-8B79-37D633B846F1}">
                  <asvg:svgBlip xmlns:asvg="http://schemas.microsoft.com/office/drawing/2016/SVG/main" r:embed="rId2"/>
                </a:ext>
              </a:extLst>
            </a:blip>
            <a:stretch>
              <a:fillRect l="-131069" t="14918" r="-10585" b="-69239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HP Logo">
            <a:extLst>
              <a:ext uri="{FF2B5EF4-FFF2-40B4-BE49-F238E27FC236}">
                <a16:creationId xmlns:a16="http://schemas.microsoft.com/office/drawing/2014/main" id="{A3BFCA15-BE7A-64C7-6EB6-9BE14A87C7B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6167210" y="3418998"/>
            <a:ext cx="919655" cy="919655"/>
          </a:xfrm>
          <a:prstGeom prst="rect">
            <a:avLst/>
          </a:prstGeom>
        </p:spPr>
      </p:pic>
    </p:spTree>
    <p:extLst>
      <p:ext uri="{BB962C8B-B14F-4D97-AF65-F5344CB8AC3E}">
        <p14:creationId xmlns:p14="http://schemas.microsoft.com/office/powerpoint/2010/main" val="318460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7" name="Footer Placeholder">
            <a:extLst>
              <a:ext uri="{FF2B5EF4-FFF2-40B4-BE49-F238E27FC236}">
                <a16:creationId xmlns:a16="http://schemas.microsoft.com/office/drawing/2014/main" id="{BB7C1AC3-524E-8C33-270F-E7C99278D2E7}"/>
              </a:ext>
            </a:extLst>
          </p:cNvPr>
          <p:cNvSpPr>
            <a:spLocks noGrp="1"/>
          </p:cNvSpPr>
          <p:nvPr>
            <p:ph type="ftr" sz="quarter" idx="15"/>
          </p:nvPr>
        </p:nvSpPr>
        <p:spPr/>
        <p:txBody>
          <a:bodyPr/>
          <a:lstStyle/>
          <a:p>
            <a:endParaRPr lang="en-US"/>
          </a:p>
        </p:txBody>
      </p:sp>
      <p:sp>
        <p:nvSpPr>
          <p:cNvPr id="5" name="Text Placeholder Section Title">
            <a:extLst>
              <a:ext uri="{FF2B5EF4-FFF2-40B4-BE49-F238E27FC236}">
                <a16:creationId xmlns:a16="http://schemas.microsoft.com/office/drawing/2014/main" id="{0902B79E-E8A3-1BAE-158B-16C1F7CF3581}"/>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4" name="Title Placeholder">
            <a:extLst>
              <a:ext uri="{FF2B5EF4-FFF2-40B4-BE49-F238E27FC236}">
                <a16:creationId xmlns:a16="http://schemas.microsoft.com/office/drawing/2014/main" id="{75188F2D-77F8-2852-93EB-92CC83AE8CA0}"/>
              </a:ext>
            </a:extLst>
          </p:cNvPr>
          <p:cNvSpPr>
            <a:spLocks noGrp="1"/>
          </p:cNvSpPr>
          <p:nvPr>
            <p:ph type="title" hasCustomPrompt="1"/>
          </p:nvPr>
        </p:nvSpPr>
        <p:spPr>
          <a:xfrm>
            <a:off x="457200" y="743671"/>
            <a:ext cx="11279734"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3" name="Content Placeholder">
            <a:extLst>
              <a:ext uri="{FF2B5EF4-FFF2-40B4-BE49-F238E27FC236}">
                <a16:creationId xmlns:a16="http://schemas.microsoft.com/office/drawing/2014/main" id="{27B96E57-9D49-C002-D5FE-433D28189E86}"/>
              </a:ext>
            </a:extLst>
          </p:cNvPr>
          <p:cNvSpPr>
            <a:spLocks noGrp="1"/>
          </p:cNvSpPr>
          <p:nvPr>
            <p:ph sz="quarter" idx="13"/>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915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B">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00421F85-12B9-6441-D6A9-97835AF76DCD}"/>
              </a:ext>
            </a:extLst>
          </p:cNvPr>
          <p:cNvSpPr>
            <a:spLocks noGrp="1"/>
          </p:cNvSpPr>
          <p:nvPr>
            <p:ph type="ftr" sz="quarter" idx="17"/>
          </p:nvPr>
        </p:nvSpPr>
        <p:spPr/>
        <p:txBody>
          <a:bodyPr/>
          <a:lstStyle/>
          <a:p>
            <a:endParaRPr lang="en-US"/>
          </a:p>
        </p:txBody>
      </p:sp>
      <p:sp>
        <p:nvSpPr>
          <p:cNvPr id="9" name="Text Placeholder Section Title">
            <a:extLst>
              <a:ext uri="{FF2B5EF4-FFF2-40B4-BE49-F238E27FC236}">
                <a16:creationId xmlns:a16="http://schemas.microsoft.com/office/drawing/2014/main" id="{45A8C35D-FEC5-EA44-C336-68090247F4F8}"/>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BBA1204C-2645-E356-4F3D-1EF7904D4D9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4" name="Text Placeholder Subtitle">
            <a:extLst>
              <a:ext uri="{FF2B5EF4-FFF2-40B4-BE49-F238E27FC236}">
                <a16:creationId xmlns:a16="http://schemas.microsoft.com/office/drawing/2014/main" id="{F39E5016-CC21-E5AE-DD36-FC1CA650571C}"/>
              </a:ext>
            </a:extLst>
          </p:cNvPr>
          <p:cNvSpPr>
            <a:spLocks noGrp="1"/>
          </p:cNvSpPr>
          <p:nvPr>
            <p:ph type="body" sz="quarter" idx="13" hasCustomPrompt="1"/>
          </p:nvPr>
        </p:nvSpPr>
        <p:spPr>
          <a:xfrm>
            <a:off x="458730" y="1136970"/>
            <a:ext cx="11278800"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Content Placeholder">
            <a:extLst>
              <a:ext uri="{FF2B5EF4-FFF2-40B4-BE49-F238E27FC236}">
                <a16:creationId xmlns:a16="http://schemas.microsoft.com/office/drawing/2014/main" id="{099B6F11-4885-0DE9-0E99-3B9E79CC6DC5}"/>
              </a:ext>
            </a:extLst>
          </p:cNvPr>
          <p:cNvSpPr>
            <a:spLocks noGrp="1"/>
          </p:cNvSpPr>
          <p:nvPr>
            <p:ph sz="quarter" idx="16"/>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42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C">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8" name="Footer Placeholder">
            <a:extLst>
              <a:ext uri="{FF2B5EF4-FFF2-40B4-BE49-F238E27FC236}">
                <a16:creationId xmlns:a16="http://schemas.microsoft.com/office/drawing/2014/main" id="{05B0E2F6-24DE-0884-D261-519B68A97307}"/>
              </a:ext>
            </a:extLst>
          </p:cNvPr>
          <p:cNvSpPr>
            <a:spLocks noGrp="1"/>
          </p:cNvSpPr>
          <p:nvPr>
            <p:ph type="ftr" sz="quarter" idx="17"/>
          </p:nvPr>
        </p:nvSpPr>
        <p:spPr/>
        <p:txBody>
          <a:bodyPr/>
          <a:lstStyle/>
          <a:p>
            <a:endParaRPr lang="en-US"/>
          </a:p>
        </p:txBody>
      </p:sp>
      <p:sp>
        <p:nvSpPr>
          <p:cNvPr id="5" name="Text Placeholder Section Title">
            <a:extLst>
              <a:ext uri="{FF2B5EF4-FFF2-40B4-BE49-F238E27FC236}">
                <a16:creationId xmlns:a16="http://schemas.microsoft.com/office/drawing/2014/main" id="{7C39A41C-2A31-66E4-F679-EB0D2040C54A}"/>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3" name="Title Placeholder">
            <a:extLst>
              <a:ext uri="{FF2B5EF4-FFF2-40B4-BE49-F238E27FC236}">
                <a16:creationId xmlns:a16="http://schemas.microsoft.com/office/drawing/2014/main" id="{08AC38AE-33C4-2144-8AE8-E321E9BA52A9}"/>
              </a:ext>
            </a:extLst>
          </p:cNvPr>
          <p:cNvSpPr>
            <a:spLocks noGrp="1"/>
          </p:cNvSpPr>
          <p:nvPr>
            <p:ph type="title" hasCustomPrompt="1"/>
          </p:nvPr>
        </p:nvSpPr>
        <p:spPr>
          <a:xfrm>
            <a:off x="457200" y="743671"/>
            <a:ext cx="11278800" cy="620180"/>
          </a:xfrm>
          <a:prstGeom prst="rect">
            <a:avLst/>
          </a:prstGeom>
        </p:spPr>
        <p:txBody>
          <a:bodyPr vert="horz" lIns="0" tIns="0" rIns="0" bIns="0" rtlCol="0" anchor="t">
            <a:noAutofit/>
          </a:bodyPr>
          <a:lstStyle>
            <a:lvl1pPr>
              <a:defRPr sz="3000"/>
            </a:lvl1pPr>
          </a:lstStyle>
          <a:p>
            <a:r>
              <a:rPr lang="en-US"/>
              <a:t>Click to write a slide title that fits in 2 lines if you need more space to explain your idea.</a:t>
            </a:r>
          </a:p>
        </p:txBody>
      </p:sp>
      <p:sp>
        <p:nvSpPr>
          <p:cNvPr id="2" name="Text Placeholder Subtitle">
            <a:extLst>
              <a:ext uri="{FF2B5EF4-FFF2-40B4-BE49-F238E27FC236}">
                <a16:creationId xmlns:a16="http://schemas.microsoft.com/office/drawing/2014/main" id="{AB164EB7-64B7-6185-24C3-8199AED2D51F}"/>
              </a:ext>
            </a:extLst>
          </p:cNvPr>
          <p:cNvSpPr>
            <a:spLocks noGrp="1"/>
          </p:cNvSpPr>
          <p:nvPr>
            <p:ph type="body" sz="quarter" idx="13" hasCustomPrompt="1"/>
          </p:nvPr>
        </p:nvSpPr>
        <p:spPr>
          <a:xfrm>
            <a:off x="458729" y="1489708"/>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a:extLst>
              <a:ext uri="{FF2B5EF4-FFF2-40B4-BE49-F238E27FC236}">
                <a16:creationId xmlns:a16="http://schemas.microsoft.com/office/drawing/2014/main" id="{193E429C-2EF8-B9CB-A477-44FA6A73F094}"/>
              </a:ext>
            </a:extLst>
          </p:cNvPr>
          <p:cNvSpPr>
            <a:spLocks noGrp="1"/>
          </p:cNvSpPr>
          <p:nvPr>
            <p:ph sz="quarter" idx="16"/>
          </p:nvPr>
        </p:nvSpPr>
        <p:spPr>
          <a:xfrm>
            <a:off x="457200" y="2207622"/>
            <a:ext cx="5491163" cy="3597865"/>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658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037A497F-4224-2320-B8F7-09AB5609A8F8}"/>
              </a:ext>
            </a:extLst>
          </p:cNvPr>
          <p:cNvSpPr>
            <a:spLocks noGrp="1"/>
          </p:cNvSpPr>
          <p:nvPr>
            <p:ph type="ftr" sz="quarter" idx="18"/>
          </p:nvPr>
        </p:nvSpPr>
        <p:spPr/>
        <p:txBody>
          <a:bodyPr/>
          <a:lstStyle/>
          <a:p>
            <a:endParaRPr lang="en-US"/>
          </a:p>
        </p:txBody>
      </p:sp>
      <p:sp>
        <p:nvSpPr>
          <p:cNvPr id="9" name="Text Placeholder Section Title">
            <a:extLst>
              <a:ext uri="{FF2B5EF4-FFF2-40B4-BE49-F238E27FC236}">
                <a16:creationId xmlns:a16="http://schemas.microsoft.com/office/drawing/2014/main" id="{45A8C35D-FEC5-EA44-C336-68090247F4F8}"/>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8" name="Title Placeholder">
            <a:extLst>
              <a:ext uri="{FF2B5EF4-FFF2-40B4-BE49-F238E27FC236}">
                <a16:creationId xmlns:a16="http://schemas.microsoft.com/office/drawing/2014/main" id="{BBA1204C-2645-E356-4F3D-1EF7904D4D9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7" name="Text Placeholder Subtitle">
            <a:extLst>
              <a:ext uri="{FF2B5EF4-FFF2-40B4-BE49-F238E27FC236}">
                <a16:creationId xmlns:a16="http://schemas.microsoft.com/office/drawing/2014/main" id="{348E0F53-7312-3463-2CB1-A370E828A961}"/>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ext Placeholder Subhead">
            <a:extLst>
              <a:ext uri="{FF2B5EF4-FFF2-40B4-BE49-F238E27FC236}">
                <a16:creationId xmlns:a16="http://schemas.microsoft.com/office/drawing/2014/main" id="{74BBF8D5-D0AE-13E9-5DEC-29503C9F67F5}"/>
              </a:ext>
            </a:extLst>
          </p:cNvPr>
          <p:cNvSpPr>
            <a:spLocks noGrp="1"/>
          </p:cNvSpPr>
          <p:nvPr>
            <p:ph type="body" sz="quarter" idx="17" hasCustomPrompt="1"/>
          </p:nvPr>
        </p:nvSpPr>
        <p:spPr>
          <a:xfrm>
            <a:off x="457200" y="1760400"/>
            <a:ext cx="3562350" cy="217476"/>
          </a:xfrm>
        </p:spPr>
        <p:txBody>
          <a:bodyPr rIns="147600"/>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2" name="Text Placeholder Body">
            <a:extLst>
              <a:ext uri="{FF2B5EF4-FFF2-40B4-BE49-F238E27FC236}">
                <a16:creationId xmlns:a16="http://schemas.microsoft.com/office/drawing/2014/main" id="{8596D0EC-D6DF-3830-B23E-3670D2ECC720}"/>
              </a:ext>
            </a:extLst>
          </p:cNvPr>
          <p:cNvSpPr>
            <a:spLocks noGrp="1"/>
          </p:cNvSpPr>
          <p:nvPr>
            <p:ph type="body" sz="quarter" idx="15" hasCustomPrompt="1"/>
          </p:nvPr>
        </p:nvSpPr>
        <p:spPr>
          <a:xfrm>
            <a:off x="457200" y="2098800"/>
            <a:ext cx="3562350" cy="3706688"/>
          </a:xfrm>
        </p:spPr>
        <p:txBody>
          <a:bodyPr vert="horz" lIns="0" tIns="0" rIns="14760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16021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E">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AF298246-878D-BA5B-62D1-6214A5835080}"/>
              </a:ext>
            </a:extLst>
          </p:cNvPr>
          <p:cNvSpPr>
            <a:spLocks noGrp="1" noRot="1" noMove="1" noResize="1" noEditPoints="1" noAdjustHandles="1" noChangeArrowheads="1" noChangeShapeType="1"/>
          </p:cNvSpPr>
          <p:nvPr>
            <p:ph type="pic" sz="quarter" idx="16"/>
          </p:nvPr>
        </p:nvSpPr>
        <p:spPr>
          <a:xfrm>
            <a:off x="457200" y="1793876"/>
            <a:ext cx="5491163" cy="4008732"/>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16" name="Footer Placeholder">
            <a:extLst>
              <a:ext uri="{FF2B5EF4-FFF2-40B4-BE49-F238E27FC236}">
                <a16:creationId xmlns:a16="http://schemas.microsoft.com/office/drawing/2014/main" id="{AB4CEFF3-4703-70F8-96B0-BF8AB4C22C8B}"/>
              </a:ext>
            </a:extLst>
          </p:cNvPr>
          <p:cNvSpPr>
            <a:spLocks noGrp="1"/>
          </p:cNvSpPr>
          <p:nvPr>
            <p:ph type="ftr" sz="quarter" idx="34"/>
          </p:nvPr>
        </p:nvSpPr>
        <p:spPr/>
        <p:txBody>
          <a:bodyPr/>
          <a:lstStyle/>
          <a:p>
            <a:endParaRPr lang="en-US"/>
          </a:p>
        </p:txBody>
      </p:sp>
      <p:sp>
        <p:nvSpPr>
          <p:cNvPr id="8" name="Text Placeholder Section Title">
            <a:extLst>
              <a:ext uri="{FF2B5EF4-FFF2-40B4-BE49-F238E27FC236}">
                <a16:creationId xmlns:a16="http://schemas.microsoft.com/office/drawing/2014/main" id="{B3F36132-EF79-2728-C551-EFAB7FF45F1C}"/>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5" name="Title Placeholder">
            <a:extLst>
              <a:ext uri="{FF2B5EF4-FFF2-40B4-BE49-F238E27FC236}">
                <a16:creationId xmlns:a16="http://schemas.microsoft.com/office/drawing/2014/main" id="{BDB3EA29-5ECB-38B3-A159-887F3DA477C2}"/>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28" name="Text Placeholder Subtitle">
            <a:extLst>
              <a:ext uri="{FF2B5EF4-FFF2-40B4-BE49-F238E27FC236}">
                <a16:creationId xmlns:a16="http://schemas.microsoft.com/office/drawing/2014/main" id="{BFEF618A-5698-C4E8-4397-B91D1B92D2EB}"/>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ext Placeholder Subhead 1">
            <a:extLst>
              <a:ext uri="{FF2B5EF4-FFF2-40B4-BE49-F238E27FC236}">
                <a16:creationId xmlns:a16="http://schemas.microsoft.com/office/drawing/2014/main" id="{F41E4278-8CE3-B68C-9891-D2BCD228A372}"/>
              </a:ext>
            </a:extLst>
          </p:cNvPr>
          <p:cNvSpPr>
            <a:spLocks noGrp="1"/>
          </p:cNvSpPr>
          <p:nvPr>
            <p:ph type="body" sz="quarter" idx="23" hasCustomPrompt="1"/>
          </p:nvPr>
        </p:nvSpPr>
        <p:spPr>
          <a:xfrm>
            <a:off x="6243639" y="1758587"/>
            <a:ext cx="163353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2" name="Text Placeholder Body 1">
            <a:extLst>
              <a:ext uri="{FF2B5EF4-FFF2-40B4-BE49-F238E27FC236}">
                <a16:creationId xmlns:a16="http://schemas.microsoft.com/office/drawing/2014/main" id="{6D9F4D9B-D6EB-9569-E5A9-3DA4161B27BC}"/>
              </a:ext>
            </a:extLst>
          </p:cNvPr>
          <p:cNvSpPr>
            <a:spLocks noGrp="1"/>
          </p:cNvSpPr>
          <p:nvPr>
            <p:ph type="body" sz="quarter" idx="22" hasCustomPrompt="1"/>
          </p:nvPr>
        </p:nvSpPr>
        <p:spPr>
          <a:xfrm>
            <a:off x="6243639" y="2096885"/>
            <a:ext cx="1633536"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7" name="Text Placeholder Subhead 2">
            <a:extLst>
              <a:ext uri="{FF2B5EF4-FFF2-40B4-BE49-F238E27FC236}">
                <a16:creationId xmlns:a16="http://schemas.microsoft.com/office/drawing/2014/main" id="{E6779A25-9066-206D-6BF3-99E5AB410CB7}"/>
              </a:ext>
            </a:extLst>
          </p:cNvPr>
          <p:cNvSpPr>
            <a:spLocks noGrp="1"/>
          </p:cNvSpPr>
          <p:nvPr>
            <p:ph type="body" sz="quarter" idx="25" hasCustomPrompt="1"/>
          </p:nvPr>
        </p:nvSpPr>
        <p:spPr>
          <a:xfrm>
            <a:off x="8172452" y="1758587"/>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4" name="Text Placeholder Body 2">
            <a:extLst>
              <a:ext uri="{FF2B5EF4-FFF2-40B4-BE49-F238E27FC236}">
                <a16:creationId xmlns:a16="http://schemas.microsoft.com/office/drawing/2014/main" id="{535664BA-E1D4-1639-AE7D-DD8AABD305AF}"/>
              </a:ext>
            </a:extLst>
          </p:cNvPr>
          <p:cNvSpPr>
            <a:spLocks noGrp="1"/>
          </p:cNvSpPr>
          <p:nvPr>
            <p:ph type="body" sz="quarter" idx="24" hasCustomPrompt="1"/>
          </p:nvPr>
        </p:nvSpPr>
        <p:spPr>
          <a:xfrm>
            <a:off x="8172452" y="2096885"/>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0" name="Text Placeholder Subhead 3">
            <a:extLst>
              <a:ext uri="{FF2B5EF4-FFF2-40B4-BE49-F238E27FC236}">
                <a16:creationId xmlns:a16="http://schemas.microsoft.com/office/drawing/2014/main" id="{665376A9-97DC-795D-7763-9CA2D8CCD6DD}"/>
              </a:ext>
            </a:extLst>
          </p:cNvPr>
          <p:cNvSpPr>
            <a:spLocks noGrp="1"/>
          </p:cNvSpPr>
          <p:nvPr>
            <p:ph type="body" sz="quarter" idx="27" hasCustomPrompt="1"/>
          </p:nvPr>
        </p:nvSpPr>
        <p:spPr>
          <a:xfrm>
            <a:off x="10101263" y="1758587"/>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9" name="Text Placeholder Body 3">
            <a:extLst>
              <a:ext uri="{FF2B5EF4-FFF2-40B4-BE49-F238E27FC236}">
                <a16:creationId xmlns:a16="http://schemas.microsoft.com/office/drawing/2014/main" id="{6B52A46E-3260-F849-9C0F-5DB160986C42}"/>
              </a:ext>
            </a:extLst>
          </p:cNvPr>
          <p:cNvSpPr>
            <a:spLocks noGrp="1"/>
          </p:cNvSpPr>
          <p:nvPr>
            <p:ph type="body" sz="quarter" idx="26" hasCustomPrompt="1"/>
          </p:nvPr>
        </p:nvSpPr>
        <p:spPr>
          <a:xfrm>
            <a:off x="10101263" y="2096885"/>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Subhead 4">
            <a:extLst>
              <a:ext uri="{FF2B5EF4-FFF2-40B4-BE49-F238E27FC236}">
                <a16:creationId xmlns:a16="http://schemas.microsoft.com/office/drawing/2014/main" id="{D3946EC2-38F5-78CF-2DF0-BBF07E9E6B40}"/>
              </a:ext>
            </a:extLst>
          </p:cNvPr>
          <p:cNvSpPr>
            <a:spLocks noGrp="1"/>
          </p:cNvSpPr>
          <p:nvPr>
            <p:ph type="body" sz="quarter" idx="29" hasCustomPrompt="1"/>
          </p:nvPr>
        </p:nvSpPr>
        <p:spPr>
          <a:xfrm>
            <a:off x="6243639" y="3919386"/>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11" name="Text Placeholder Body 4">
            <a:extLst>
              <a:ext uri="{FF2B5EF4-FFF2-40B4-BE49-F238E27FC236}">
                <a16:creationId xmlns:a16="http://schemas.microsoft.com/office/drawing/2014/main" id="{3421E364-6AC5-46CA-54BB-2E7C589EC2FB}"/>
              </a:ext>
            </a:extLst>
          </p:cNvPr>
          <p:cNvSpPr>
            <a:spLocks noGrp="1"/>
          </p:cNvSpPr>
          <p:nvPr>
            <p:ph type="body" sz="quarter" idx="28" hasCustomPrompt="1"/>
          </p:nvPr>
        </p:nvSpPr>
        <p:spPr>
          <a:xfrm>
            <a:off x="6243639" y="4257684"/>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7" name="Text Placeholder Subhead 5">
            <a:extLst>
              <a:ext uri="{FF2B5EF4-FFF2-40B4-BE49-F238E27FC236}">
                <a16:creationId xmlns:a16="http://schemas.microsoft.com/office/drawing/2014/main" id="{0FBA1A53-4A19-104C-5B3B-94AC2412EA0D}"/>
              </a:ext>
            </a:extLst>
          </p:cNvPr>
          <p:cNvSpPr>
            <a:spLocks noGrp="1"/>
          </p:cNvSpPr>
          <p:nvPr>
            <p:ph type="body" sz="quarter" idx="31" hasCustomPrompt="1"/>
          </p:nvPr>
        </p:nvSpPr>
        <p:spPr>
          <a:xfrm>
            <a:off x="8172452" y="3919386"/>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13" name="Text Placeholder Body 5">
            <a:extLst>
              <a:ext uri="{FF2B5EF4-FFF2-40B4-BE49-F238E27FC236}">
                <a16:creationId xmlns:a16="http://schemas.microsoft.com/office/drawing/2014/main" id="{262F0E29-8654-ECA5-18B1-DAD3CB560C7B}"/>
              </a:ext>
            </a:extLst>
          </p:cNvPr>
          <p:cNvSpPr>
            <a:spLocks noGrp="1"/>
          </p:cNvSpPr>
          <p:nvPr>
            <p:ph type="body" sz="quarter" idx="30" hasCustomPrompt="1"/>
          </p:nvPr>
        </p:nvSpPr>
        <p:spPr>
          <a:xfrm>
            <a:off x="8172452" y="4257684"/>
            <a:ext cx="1633536"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0" name="Text Placeholder Subhead 6">
            <a:extLst>
              <a:ext uri="{FF2B5EF4-FFF2-40B4-BE49-F238E27FC236}">
                <a16:creationId xmlns:a16="http://schemas.microsoft.com/office/drawing/2014/main" id="{B7B4F202-C8EF-7975-D17F-85E0E8AE4BDC}"/>
              </a:ext>
            </a:extLst>
          </p:cNvPr>
          <p:cNvSpPr>
            <a:spLocks noGrp="1"/>
          </p:cNvSpPr>
          <p:nvPr>
            <p:ph type="body" sz="quarter" idx="33" hasCustomPrompt="1"/>
          </p:nvPr>
        </p:nvSpPr>
        <p:spPr>
          <a:xfrm>
            <a:off x="10101263" y="3919386"/>
            <a:ext cx="1633536" cy="217476"/>
          </a:xfrm>
        </p:spPr>
        <p:txBody>
          <a:bodyPr vert="horz" lIns="0" tIns="0" rIns="0" bIns="0" rtlCol="0">
            <a:noAutofit/>
          </a:bodyPr>
          <a:lstStyle>
            <a:lvl1pPr>
              <a:defRPr lang="en-US" sz="1600" b="1">
                <a:latin typeface="+mj-lt"/>
              </a:defRPr>
            </a:lvl1pPr>
          </a:lstStyle>
          <a:p>
            <a:pPr lvl="0"/>
            <a:r>
              <a:rPr lang="en-US"/>
              <a:t>Body subtitle</a:t>
            </a:r>
          </a:p>
        </p:txBody>
      </p:sp>
      <p:sp>
        <p:nvSpPr>
          <p:cNvPr id="29" name="Text Placeholder Body 6">
            <a:extLst>
              <a:ext uri="{FF2B5EF4-FFF2-40B4-BE49-F238E27FC236}">
                <a16:creationId xmlns:a16="http://schemas.microsoft.com/office/drawing/2014/main" id="{FB60F6A8-DFEB-349C-213B-23B9B7ABC49B}"/>
              </a:ext>
            </a:extLst>
          </p:cNvPr>
          <p:cNvSpPr>
            <a:spLocks noGrp="1"/>
          </p:cNvSpPr>
          <p:nvPr>
            <p:ph type="body" sz="quarter" idx="32" hasCustomPrompt="1"/>
          </p:nvPr>
        </p:nvSpPr>
        <p:spPr>
          <a:xfrm>
            <a:off x="10101263" y="4257684"/>
            <a:ext cx="1633536"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084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F">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A189DCF0-04FE-7110-FA5B-E473EE0F5487}"/>
              </a:ext>
            </a:extLst>
          </p:cNvPr>
          <p:cNvSpPr>
            <a:spLocks noGrp="1"/>
          </p:cNvSpPr>
          <p:nvPr>
            <p:ph type="ftr" sz="quarter" idx="53"/>
          </p:nvPr>
        </p:nvSpPr>
        <p:spPr/>
        <p:txBody>
          <a:bodyPr/>
          <a:lstStyle/>
          <a:p>
            <a:endParaRPr lang="en-US"/>
          </a:p>
        </p:txBody>
      </p:sp>
      <p:sp>
        <p:nvSpPr>
          <p:cNvPr id="11" name="Title Placeholder">
            <a:extLst>
              <a:ext uri="{FF2B5EF4-FFF2-40B4-BE49-F238E27FC236}">
                <a16:creationId xmlns:a16="http://schemas.microsoft.com/office/drawing/2014/main" id="{8E0EBA0D-2160-4EAA-484C-FEDAEB66653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2" name="Text Placeholder Section Title">
            <a:extLst>
              <a:ext uri="{FF2B5EF4-FFF2-40B4-BE49-F238E27FC236}">
                <a16:creationId xmlns:a16="http://schemas.microsoft.com/office/drawing/2014/main" id="{04DFCA9F-55D2-8A8B-4521-6284641C4128}"/>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46" name="Text Placeholder Subtitle">
            <a:extLst>
              <a:ext uri="{FF2B5EF4-FFF2-40B4-BE49-F238E27FC236}">
                <a16:creationId xmlns:a16="http://schemas.microsoft.com/office/drawing/2014/main" id="{64CBA579-76CF-8EA2-BF00-E6605F2EAE64}"/>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48" name="Text Placeholder Subhead 1">
            <a:extLst>
              <a:ext uri="{FF2B5EF4-FFF2-40B4-BE49-F238E27FC236}">
                <a16:creationId xmlns:a16="http://schemas.microsoft.com/office/drawing/2014/main" id="{05E45D0E-FAD1-9C48-3F63-24893ADABB20}"/>
              </a:ext>
            </a:extLst>
          </p:cNvPr>
          <p:cNvSpPr>
            <a:spLocks noGrp="1"/>
          </p:cNvSpPr>
          <p:nvPr>
            <p:ph type="body" sz="quarter" idx="42" hasCustomPrompt="1"/>
          </p:nvPr>
        </p:nvSpPr>
        <p:spPr>
          <a:xfrm>
            <a:off x="457199" y="1758587"/>
            <a:ext cx="16335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47" name="Text Placeholder Body 1">
            <a:extLst>
              <a:ext uri="{FF2B5EF4-FFF2-40B4-BE49-F238E27FC236}">
                <a16:creationId xmlns:a16="http://schemas.microsoft.com/office/drawing/2014/main" id="{3EB862C2-5B5F-68DE-BF11-24F5E8E9A295}"/>
              </a:ext>
            </a:extLst>
          </p:cNvPr>
          <p:cNvSpPr>
            <a:spLocks noGrp="1"/>
          </p:cNvSpPr>
          <p:nvPr>
            <p:ph type="body" sz="quarter" idx="41" hasCustomPrompt="1"/>
          </p:nvPr>
        </p:nvSpPr>
        <p:spPr>
          <a:xfrm>
            <a:off x="457199" y="2096885"/>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0" name="Text Placeholder Subhead 2">
            <a:extLst>
              <a:ext uri="{FF2B5EF4-FFF2-40B4-BE49-F238E27FC236}">
                <a16:creationId xmlns:a16="http://schemas.microsoft.com/office/drawing/2014/main" id="{DF5B1B65-1A7B-C645-F7D0-DA8769288E53}"/>
              </a:ext>
            </a:extLst>
          </p:cNvPr>
          <p:cNvSpPr>
            <a:spLocks noGrp="1"/>
          </p:cNvSpPr>
          <p:nvPr>
            <p:ph type="body" sz="quarter" idx="44" hasCustomPrompt="1"/>
          </p:nvPr>
        </p:nvSpPr>
        <p:spPr>
          <a:xfrm>
            <a:off x="2384435"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49" name="Text Placeholder Body 2">
            <a:extLst>
              <a:ext uri="{FF2B5EF4-FFF2-40B4-BE49-F238E27FC236}">
                <a16:creationId xmlns:a16="http://schemas.microsoft.com/office/drawing/2014/main" id="{BB0A18CE-5619-177C-1C35-C22227BECDE0}"/>
              </a:ext>
            </a:extLst>
          </p:cNvPr>
          <p:cNvSpPr>
            <a:spLocks noGrp="1"/>
          </p:cNvSpPr>
          <p:nvPr>
            <p:ph type="body" sz="quarter" idx="43" hasCustomPrompt="1"/>
          </p:nvPr>
        </p:nvSpPr>
        <p:spPr>
          <a:xfrm>
            <a:off x="2384435"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2" name="Text Placeholder Subhead 3">
            <a:extLst>
              <a:ext uri="{FF2B5EF4-FFF2-40B4-BE49-F238E27FC236}">
                <a16:creationId xmlns:a16="http://schemas.microsoft.com/office/drawing/2014/main" id="{893D1B72-FFB4-2FBE-A855-2EB4D506D194}"/>
              </a:ext>
            </a:extLst>
          </p:cNvPr>
          <p:cNvSpPr>
            <a:spLocks noGrp="1"/>
          </p:cNvSpPr>
          <p:nvPr>
            <p:ph type="body" sz="quarter" idx="46" hasCustomPrompt="1"/>
          </p:nvPr>
        </p:nvSpPr>
        <p:spPr>
          <a:xfrm>
            <a:off x="4314825"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1" name="Text Placeholder Body 3">
            <a:extLst>
              <a:ext uri="{FF2B5EF4-FFF2-40B4-BE49-F238E27FC236}">
                <a16:creationId xmlns:a16="http://schemas.microsoft.com/office/drawing/2014/main" id="{363796DF-FF84-E6DC-2CA6-3E8D06C8B58B}"/>
              </a:ext>
            </a:extLst>
          </p:cNvPr>
          <p:cNvSpPr>
            <a:spLocks noGrp="1"/>
          </p:cNvSpPr>
          <p:nvPr>
            <p:ph type="body" sz="quarter" idx="45" hasCustomPrompt="1"/>
          </p:nvPr>
        </p:nvSpPr>
        <p:spPr>
          <a:xfrm>
            <a:off x="4314825"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7" name="Text Placeholder Subhead 4">
            <a:extLst>
              <a:ext uri="{FF2B5EF4-FFF2-40B4-BE49-F238E27FC236}">
                <a16:creationId xmlns:a16="http://schemas.microsoft.com/office/drawing/2014/main" id="{40A490C7-CC7B-8F06-D77F-0E5787298F69}"/>
              </a:ext>
            </a:extLst>
          </p:cNvPr>
          <p:cNvSpPr>
            <a:spLocks noGrp="1"/>
          </p:cNvSpPr>
          <p:nvPr>
            <p:ph type="body" sz="quarter" idx="23" hasCustomPrompt="1"/>
          </p:nvPr>
        </p:nvSpPr>
        <p:spPr>
          <a:xfrm>
            <a:off x="6243638" y="1758587"/>
            <a:ext cx="16335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subtitle</a:t>
            </a:r>
          </a:p>
        </p:txBody>
      </p:sp>
      <p:sp>
        <p:nvSpPr>
          <p:cNvPr id="26" name="Text Placeholder Body 4">
            <a:extLst>
              <a:ext uri="{FF2B5EF4-FFF2-40B4-BE49-F238E27FC236}">
                <a16:creationId xmlns:a16="http://schemas.microsoft.com/office/drawing/2014/main" id="{0FC5BBB7-042E-6709-3DDD-753ACC0C9D48}"/>
              </a:ext>
            </a:extLst>
          </p:cNvPr>
          <p:cNvSpPr>
            <a:spLocks noGrp="1"/>
          </p:cNvSpPr>
          <p:nvPr>
            <p:ph type="body" sz="quarter" idx="22" hasCustomPrompt="1"/>
          </p:nvPr>
        </p:nvSpPr>
        <p:spPr>
          <a:xfrm>
            <a:off x="6243638" y="2096885"/>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29" name="Text Placeholder Subhead 5">
            <a:extLst>
              <a:ext uri="{FF2B5EF4-FFF2-40B4-BE49-F238E27FC236}">
                <a16:creationId xmlns:a16="http://schemas.microsoft.com/office/drawing/2014/main" id="{9A53B5F2-EBB6-5CE9-7B3A-CEE19704B19C}"/>
              </a:ext>
            </a:extLst>
          </p:cNvPr>
          <p:cNvSpPr>
            <a:spLocks noGrp="1"/>
          </p:cNvSpPr>
          <p:nvPr>
            <p:ph type="body" sz="quarter" idx="25" hasCustomPrompt="1"/>
          </p:nvPr>
        </p:nvSpPr>
        <p:spPr>
          <a:xfrm>
            <a:off x="8172451"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28" name="Text Placeholder Body 5">
            <a:extLst>
              <a:ext uri="{FF2B5EF4-FFF2-40B4-BE49-F238E27FC236}">
                <a16:creationId xmlns:a16="http://schemas.microsoft.com/office/drawing/2014/main" id="{5254FDF7-4630-8CC2-C032-EE8877C4A844}"/>
              </a:ext>
            </a:extLst>
          </p:cNvPr>
          <p:cNvSpPr>
            <a:spLocks noGrp="1"/>
          </p:cNvSpPr>
          <p:nvPr>
            <p:ph type="body" sz="quarter" idx="24" hasCustomPrompt="1"/>
          </p:nvPr>
        </p:nvSpPr>
        <p:spPr>
          <a:xfrm>
            <a:off x="8172451"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Subhead 6">
            <a:extLst>
              <a:ext uri="{FF2B5EF4-FFF2-40B4-BE49-F238E27FC236}">
                <a16:creationId xmlns:a16="http://schemas.microsoft.com/office/drawing/2014/main" id="{4E0BC98E-D36F-1C01-A8D9-930B3FD81ACC}"/>
              </a:ext>
            </a:extLst>
          </p:cNvPr>
          <p:cNvSpPr>
            <a:spLocks noGrp="1"/>
          </p:cNvSpPr>
          <p:nvPr>
            <p:ph type="body" sz="quarter" idx="27" hasCustomPrompt="1"/>
          </p:nvPr>
        </p:nvSpPr>
        <p:spPr>
          <a:xfrm>
            <a:off x="10101264" y="1758587"/>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0" name="Text Placeholder Body 6">
            <a:extLst>
              <a:ext uri="{FF2B5EF4-FFF2-40B4-BE49-F238E27FC236}">
                <a16:creationId xmlns:a16="http://schemas.microsoft.com/office/drawing/2014/main" id="{197CBA45-70A9-A0BD-21BD-B0A0503C4895}"/>
              </a:ext>
            </a:extLst>
          </p:cNvPr>
          <p:cNvSpPr>
            <a:spLocks noGrp="1"/>
          </p:cNvSpPr>
          <p:nvPr>
            <p:ph type="body" sz="quarter" idx="26" hasCustomPrompt="1"/>
          </p:nvPr>
        </p:nvSpPr>
        <p:spPr>
          <a:xfrm>
            <a:off x="10101264" y="2096885"/>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4" name="Text Placeholder Subhead 7">
            <a:extLst>
              <a:ext uri="{FF2B5EF4-FFF2-40B4-BE49-F238E27FC236}">
                <a16:creationId xmlns:a16="http://schemas.microsoft.com/office/drawing/2014/main" id="{AFA46116-7C2C-7633-DF4F-B58BA6DE2F19}"/>
              </a:ext>
            </a:extLst>
          </p:cNvPr>
          <p:cNvSpPr>
            <a:spLocks noGrp="1"/>
          </p:cNvSpPr>
          <p:nvPr>
            <p:ph type="body" sz="quarter" idx="48" hasCustomPrompt="1"/>
          </p:nvPr>
        </p:nvSpPr>
        <p:spPr>
          <a:xfrm>
            <a:off x="457199"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3" name="Text Placeholder Body 7">
            <a:extLst>
              <a:ext uri="{FF2B5EF4-FFF2-40B4-BE49-F238E27FC236}">
                <a16:creationId xmlns:a16="http://schemas.microsoft.com/office/drawing/2014/main" id="{8D7183CB-D173-A589-589C-442075BF000B}"/>
              </a:ext>
            </a:extLst>
          </p:cNvPr>
          <p:cNvSpPr>
            <a:spLocks noGrp="1"/>
          </p:cNvSpPr>
          <p:nvPr>
            <p:ph type="body" sz="quarter" idx="47" hasCustomPrompt="1"/>
          </p:nvPr>
        </p:nvSpPr>
        <p:spPr>
          <a:xfrm>
            <a:off x="457199"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6" name="Text Placeholder Subhead 8">
            <a:extLst>
              <a:ext uri="{FF2B5EF4-FFF2-40B4-BE49-F238E27FC236}">
                <a16:creationId xmlns:a16="http://schemas.microsoft.com/office/drawing/2014/main" id="{3DC74516-2172-D2A5-7D88-312920125BFC}"/>
              </a:ext>
            </a:extLst>
          </p:cNvPr>
          <p:cNvSpPr>
            <a:spLocks noGrp="1"/>
          </p:cNvSpPr>
          <p:nvPr>
            <p:ph type="body" sz="quarter" idx="50" hasCustomPrompt="1"/>
          </p:nvPr>
        </p:nvSpPr>
        <p:spPr>
          <a:xfrm>
            <a:off x="2384435"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5" name="Text Placeholder Body 8">
            <a:extLst>
              <a:ext uri="{FF2B5EF4-FFF2-40B4-BE49-F238E27FC236}">
                <a16:creationId xmlns:a16="http://schemas.microsoft.com/office/drawing/2014/main" id="{186263C1-4672-42EA-2413-445735BE57E7}"/>
              </a:ext>
            </a:extLst>
          </p:cNvPr>
          <p:cNvSpPr>
            <a:spLocks noGrp="1"/>
          </p:cNvSpPr>
          <p:nvPr>
            <p:ph type="body" sz="quarter" idx="49" hasCustomPrompt="1"/>
          </p:nvPr>
        </p:nvSpPr>
        <p:spPr>
          <a:xfrm>
            <a:off x="2384435" y="4257684"/>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58" name="Text Placeholder Subhead 9">
            <a:extLst>
              <a:ext uri="{FF2B5EF4-FFF2-40B4-BE49-F238E27FC236}">
                <a16:creationId xmlns:a16="http://schemas.microsoft.com/office/drawing/2014/main" id="{C71007DD-1C4E-04E8-2DD2-2C9EAE00FF19}"/>
              </a:ext>
            </a:extLst>
          </p:cNvPr>
          <p:cNvSpPr>
            <a:spLocks noGrp="1"/>
          </p:cNvSpPr>
          <p:nvPr>
            <p:ph type="body" sz="quarter" idx="52" hasCustomPrompt="1"/>
          </p:nvPr>
        </p:nvSpPr>
        <p:spPr>
          <a:xfrm>
            <a:off x="4314825"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57" name="Text Placeholder Body 9">
            <a:extLst>
              <a:ext uri="{FF2B5EF4-FFF2-40B4-BE49-F238E27FC236}">
                <a16:creationId xmlns:a16="http://schemas.microsoft.com/office/drawing/2014/main" id="{8AF842DA-B357-EB33-892E-A8A351D1AD66}"/>
              </a:ext>
            </a:extLst>
          </p:cNvPr>
          <p:cNvSpPr>
            <a:spLocks noGrp="1"/>
          </p:cNvSpPr>
          <p:nvPr>
            <p:ph type="body" sz="quarter" idx="51" hasCustomPrompt="1"/>
          </p:nvPr>
        </p:nvSpPr>
        <p:spPr>
          <a:xfrm>
            <a:off x="4314825"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Subhead 10">
            <a:extLst>
              <a:ext uri="{FF2B5EF4-FFF2-40B4-BE49-F238E27FC236}">
                <a16:creationId xmlns:a16="http://schemas.microsoft.com/office/drawing/2014/main" id="{8E484D84-132E-71EF-0A5C-1B713AD00002}"/>
              </a:ext>
            </a:extLst>
          </p:cNvPr>
          <p:cNvSpPr>
            <a:spLocks noGrp="1"/>
          </p:cNvSpPr>
          <p:nvPr>
            <p:ph type="body" sz="quarter" idx="29" hasCustomPrompt="1"/>
          </p:nvPr>
        </p:nvSpPr>
        <p:spPr>
          <a:xfrm>
            <a:off x="6243638"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2" name="Text Placeholder Body 10">
            <a:extLst>
              <a:ext uri="{FF2B5EF4-FFF2-40B4-BE49-F238E27FC236}">
                <a16:creationId xmlns:a16="http://schemas.microsoft.com/office/drawing/2014/main" id="{9A4A6DC2-0154-7415-E980-C05AA6062A27}"/>
              </a:ext>
            </a:extLst>
          </p:cNvPr>
          <p:cNvSpPr>
            <a:spLocks noGrp="1"/>
          </p:cNvSpPr>
          <p:nvPr>
            <p:ph type="body" sz="quarter" idx="28" hasCustomPrompt="1"/>
          </p:nvPr>
        </p:nvSpPr>
        <p:spPr>
          <a:xfrm>
            <a:off x="6243638"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Subhead 11">
            <a:extLst>
              <a:ext uri="{FF2B5EF4-FFF2-40B4-BE49-F238E27FC236}">
                <a16:creationId xmlns:a16="http://schemas.microsoft.com/office/drawing/2014/main" id="{0CC5B1D5-3C25-E672-0317-41553EE697F8}"/>
              </a:ext>
            </a:extLst>
          </p:cNvPr>
          <p:cNvSpPr>
            <a:spLocks noGrp="1"/>
          </p:cNvSpPr>
          <p:nvPr>
            <p:ph type="body" sz="quarter" idx="31" hasCustomPrompt="1"/>
          </p:nvPr>
        </p:nvSpPr>
        <p:spPr>
          <a:xfrm>
            <a:off x="8172451"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4" name="Text Placeholder Body 11">
            <a:extLst>
              <a:ext uri="{FF2B5EF4-FFF2-40B4-BE49-F238E27FC236}">
                <a16:creationId xmlns:a16="http://schemas.microsoft.com/office/drawing/2014/main" id="{5CBE3926-059E-5097-032A-D392DBF3A562}"/>
              </a:ext>
            </a:extLst>
          </p:cNvPr>
          <p:cNvSpPr>
            <a:spLocks noGrp="1"/>
          </p:cNvSpPr>
          <p:nvPr>
            <p:ph type="body" sz="quarter" idx="30" hasCustomPrompt="1"/>
          </p:nvPr>
        </p:nvSpPr>
        <p:spPr>
          <a:xfrm>
            <a:off x="8172451" y="4257684"/>
            <a:ext cx="1633539" cy="1544924"/>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45" name="Text Placeholder Subhead 12">
            <a:extLst>
              <a:ext uri="{FF2B5EF4-FFF2-40B4-BE49-F238E27FC236}">
                <a16:creationId xmlns:a16="http://schemas.microsoft.com/office/drawing/2014/main" id="{24BC0FFA-90C9-DDA9-CEBD-38376F36EF67}"/>
              </a:ext>
            </a:extLst>
          </p:cNvPr>
          <p:cNvSpPr>
            <a:spLocks noGrp="1"/>
          </p:cNvSpPr>
          <p:nvPr>
            <p:ph type="body" sz="quarter" idx="33" hasCustomPrompt="1"/>
          </p:nvPr>
        </p:nvSpPr>
        <p:spPr>
          <a:xfrm>
            <a:off x="10101264" y="3919386"/>
            <a:ext cx="1633539" cy="217476"/>
          </a:xfrm>
        </p:spPr>
        <p:txBody>
          <a:bodyPr vert="horz" lIns="0" tIns="0" rIns="0" bIns="0" rtlCol="0">
            <a:noAutofit/>
          </a:bodyPr>
          <a:lstStyle>
            <a:lvl1pPr>
              <a:defRPr lang="en-US" sz="1600" b="1">
                <a:latin typeface="+mj-lt"/>
              </a:defRPr>
            </a:lvl1pPr>
          </a:lstStyle>
          <a:p>
            <a:pPr lvl="0"/>
            <a:r>
              <a:rPr lang="en-US"/>
              <a:t>Body subtitle</a:t>
            </a:r>
          </a:p>
        </p:txBody>
      </p:sp>
      <p:sp>
        <p:nvSpPr>
          <p:cNvPr id="36" name="Text Placeholder Body 12">
            <a:extLst>
              <a:ext uri="{FF2B5EF4-FFF2-40B4-BE49-F238E27FC236}">
                <a16:creationId xmlns:a16="http://schemas.microsoft.com/office/drawing/2014/main" id="{2AD0E6F5-6EE4-9AD4-5A3A-5E0CCBD95D73}"/>
              </a:ext>
            </a:extLst>
          </p:cNvPr>
          <p:cNvSpPr>
            <a:spLocks noGrp="1"/>
          </p:cNvSpPr>
          <p:nvPr>
            <p:ph type="body" sz="quarter" idx="32" hasCustomPrompt="1"/>
          </p:nvPr>
        </p:nvSpPr>
        <p:spPr>
          <a:xfrm>
            <a:off x="10101264" y="4257684"/>
            <a:ext cx="1633539" cy="1544924"/>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997567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G">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2C2F812E-CC73-A441-8A91-4D97340C8AFE}"/>
              </a:ext>
            </a:extLst>
          </p:cNvPr>
          <p:cNvSpPr>
            <a:spLocks noGrp="1"/>
          </p:cNvSpPr>
          <p:nvPr>
            <p:ph type="ftr" sz="quarter" idx="22"/>
          </p:nvPr>
        </p:nvSpPr>
        <p:spPr/>
        <p:txBody>
          <a:bodyPr/>
          <a:lstStyle/>
          <a:p>
            <a:endParaRPr lang="en-US"/>
          </a:p>
        </p:txBody>
      </p:sp>
      <p:sp>
        <p:nvSpPr>
          <p:cNvPr id="12" name="Text Placeholder Section Title">
            <a:extLst>
              <a:ext uri="{FF2B5EF4-FFF2-40B4-BE49-F238E27FC236}">
                <a16:creationId xmlns:a16="http://schemas.microsoft.com/office/drawing/2014/main" id="{0E1EA1C5-4F42-4B9F-176F-574F81B60FDE}"/>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1" name="Title Placeholder">
            <a:extLst>
              <a:ext uri="{FF2B5EF4-FFF2-40B4-BE49-F238E27FC236}">
                <a16:creationId xmlns:a16="http://schemas.microsoft.com/office/drawing/2014/main" id="{FACDE84F-7286-AC50-DFD3-1E8D43C30BB8}"/>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6" name="Text Placeholder Subtitle">
            <a:extLst>
              <a:ext uri="{FF2B5EF4-FFF2-40B4-BE49-F238E27FC236}">
                <a16:creationId xmlns:a16="http://schemas.microsoft.com/office/drawing/2014/main" id="{B33FC74B-CF3D-ABDB-8445-AA036B3E9FAA}"/>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9" name="Text Placeholder Subhead 1">
            <a:extLst>
              <a:ext uri="{FF2B5EF4-FFF2-40B4-BE49-F238E27FC236}">
                <a16:creationId xmlns:a16="http://schemas.microsoft.com/office/drawing/2014/main" id="{D79D6C8B-3EC9-05CE-50E2-A49CC8B27ED5}"/>
              </a:ext>
            </a:extLst>
          </p:cNvPr>
          <p:cNvSpPr>
            <a:spLocks noGrp="1"/>
          </p:cNvSpPr>
          <p:nvPr>
            <p:ph type="body" sz="quarter" idx="17" hasCustomPrompt="1"/>
          </p:nvPr>
        </p:nvSpPr>
        <p:spPr>
          <a:xfrm>
            <a:off x="457200" y="1760400"/>
            <a:ext cx="3562350"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3" name="Text Placeholder Body 1">
            <a:extLst>
              <a:ext uri="{FF2B5EF4-FFF2-40B4-BE49-F238E27FC236}">
                <a16:creationId xmlns:a16="http://schemas.microsoft.com/office/drawing/2014/main" id="{E6E9789E-133F-A211-8758-2396EF431F25}"/>
              </a:ext>
            </a:extLst>
          </p:cNvPr>
          <p:cNvSpPr>
            <a:spLocks noGrp="1"/>
          </p:cNvSpPr>
          <p:nvPr>
            <p:ph type="body" sz="quarter" idx="15" hasCustomPrompt="1"/>
          </p:nvPr>
        </p:nvSpPr>
        <p:spPr>
          <a:xfrm>
            <a:off x="457200" y="2098800"/>
            <a:ext cx="3562350" cy="3706687"/>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0" name="Text Placeholder Subhead 2">
            <a:extLst>
              <a:ext uri="{FF2B5EF4-FFF2-40B4-BE49-F238E27FC236}">
                <a16:creationId xmlns:a16="http://schemas.microsoft.com/office/drawing/2014/main" id="{4D15D9AA-E85E-CE54-8231-BE7F802F8B59}"/>
              </a:ext>
            </a:extLst>
          </p:cNvPr>
          <p:cNvSpPr>
            <a:spLocks noGrp="1"/>
          </p:cNvSpPr>
          <p:nvPr>
            <p:ph type="body" sz="quarter" idx="19" hasCustomPrompt="1"/>
          </p:nvPr>
        </p:nvSpPr>
        <p:spPr>
          <a:xfrm>
            <a:off x="4314825" y="1760400"/>
            <a:ext cx="3562350"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5" name="Text Placeholder Body 2">
            <a:extLst>
              <a:ext uri="{FF2B5EF4-FFF2-40B4-BE49-F238E27FC236}">
                <a16:creationId xmlns:a16="http://schemas.microsoft.com/office/drawing/2014/main" id="{C9BDFBF2-77EA-F8A5-9AC1-EAEA56E90E38}"/>
              </a:ext>
            </a:extLst>
          </p:cNvPr>
          <p:cNvSpPr>
            <a:spLocks noGrp="1"/>
          </p:cNvSpPr>
          <p:nvPr>
            <p:ph type="body" sz="quarter" idx="18" hasCustomPrompt="1"/>
          </p:nvPr>
        </p:nvSpPr>
        <p:spPr>
          <a:xfrm>
            <a:off x="4314825" y="2098800"/>
            <a:ext cx="3562350" cy="3706687"/>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4" name="Text Placeholder Subhead 3">
            <a:extLst>
              <a:ext uri="{FF2B5EF4-FFF2-40B4-BE49-F238E27FC236}">
                <a16:creationId xmlns:a16="http://schemas.microsoft.com/office/drawing/2014/main" id="{847CBC9A-67EF-7E8B-FCAE-4BA2369122EE}"/>
              </a:ext>
            </a:extLst>
          </p:cNvPr>
          <p:cNvSpPr>
            <a:spLocks noGrp="1"/>
          </p:cNvSpPr>
          <p:nvPr>
            <p:ph type="body" sz="quarter" idx="21" hasCustomPrompt="1"/>
          </p:nvPr>
        </p:nvSpPr>
        <p:spPr>
          <a:xfrm>
            <a:off x="8172450" y="1760400"/>
            <a:ext cx="3562350"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13" name="Text Placeholder Body 3">
            <a:extLst>
              <a:ext uri="{FF2B5EF4-FFF2-40B4-BE49-F238E27FC236}">
                <a16:creationId xmlns:a16="http://schemas.microsoft.com/office/drawing/2014/main" id="{2E5AD560-532D-C293-3A5B-C1D8DC86D199}"/>
              </a:ext>
            </a:extLst>
          </p:cNvPr>
          <p:cNvSpPr>
            <a:spLocks noGrp="1"/>
          </p:cNvSpPr>
          <p:nvPr>
            <p:ph type="body" sz="quarter" idx="20" hasCustomPrompt="1"/>
          </p:nvPr>
        </p:nvSpPr>
        <p:spPr>
          <a:xfrm>
            <a:off x="8172450" y="2098800"/>
            <a:ext cx="3562350" cy="3706687"/>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348594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H">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1411EF45-CE65-4A79-C73D-3FDEB40BFC77}"/>
              </a:ext>
            </a:extLst>
          </p:cNvPr>
          <p:cNvSpPr>
            <a:spLocks noGrp="1" noRot="1" noMove="1" noResize="1" noEditPoints="1" noAdjustHandles="1" noChangeArrowheads="1" noChangeShapeType="1"/>
          </p:cNvSpPr>
          <p:nvPr>
            <p:ph type="pic" sz="quarter" idx="16"/>
          </p:nvPr>
        </p:nvSpPr>
        <p:spPr>
          <a:xfrm>
            <a:off x="464958" y="1793876"/>
            <a:ext cx="5483405" cy="4011612"/>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248E67AC-9672-5888-385A-39D58004A786}"/>
              </a:ext>
            </a:extLst>
          </p:cNvPr>
          <p:cNvSpPr>
            <a:spLocks noGrp="1"/>
          </p:cNvSpPr>
          <p:nvPr>
            <p:ph type="ftr" sz="quarter" idx="24"/>
          </p:nvPr>
        </p:nvSpPr>
        <p:spPr/>
        <p:txBody>
          <a:bodyPr/>
          <a:lstStyle/>
          <a:p>
            <a:endParaRPr lang="en-US"/>
          </a:p>
        </p:txBody>
      </p:sp>
      <p:sp>
        <p:nvSpPr>
          <p:cNvPr id="12" name="Text Placeholder Section Title">
            <a:extLst>
              <a:ext uri="{FF2B5EF4-FFF2-40B4-BE49-F238E27FC236}">
                <a16:creationId xmlns:a16="http://schemas.microsoft.com/office/drawing/2014/main" id="{7D6AE0A4-9859-6988-83CE-F7B4FEFFB86C}"/>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1" name="Title Placeholder">
            <a:extLst>
              <a:ext uri="{FF2B5EF4-FFF2-40B4-BE49-F238E27FC236}">
                <a16:creationId xmlns:a16="http://schemas.microsoft.com/office/drawing/2014/main" id="{6F4FDF7F-2EC5-5DFE-9985-43FF747EB0D7}"/>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6" name="Text Placeholder Subtitle">
            <a:extLst>
              <a:ext uri="{FF2B5EF4-FFF2-40B4-BE49-F238E27FC236}">
                <a16:creationId xmlns:a16="http://schemas.microsoft.com/office/drawing/2014/main" id="{D641B31D-E6D1-04A4-BE3F-B71BED6220A2}"/>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9" name="Text Placeholder Subhead 1">
            <a:extLst>
              <a:ext uri="{FF2B5EF4-FFF2-40B4-BE49-F238E27FC236}">
                <a16:creationId xmlns:a16="http://schemas.microsoft.com/office/drawing/2014/main" id="{6588801F-2D2E-D646-FAFD-A03401D4A061}"/>
              </a:ext>
            </a:extLst>
          </p:cNvPr>
          <p:cNvSpPr>
            <a:spLocks noGrp="1"/>
          </p:cNvSpPr>
          <p:nvPr>
            <p:ph type="body" sz="quarter" idx="21" hasCustomPrompt="1"/>
          </p:nvPr>
        </p:nvSpPr>
        <p:spPr>
          <a:xfrm>
            <a:off x="6236142" y="1760400"/>
            <a:ext cx="2598737"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3" name="Text Placeholder Body 1">
            <a:extLst>
              <a:ext uri="{FF2B5EF4-FFF2-40B4-BE49-F238E27FC236}">
                <a16:creationId xmlns:a16="http://schemas.microsoft.com/office/drawing/2014/main" id="{8FF1A7E0-28DC-B659-73E4-C1482FC07FB9}"/>
              </a:ext>
            </a:extLst>
          </p:cNvPr>
          <p:cNvSpPr>
            <a:spLocks noGrp="1"/>
          </p:cNvSpPr>
          <p:nvPr>
            <p:ph type="body" sz="quarter" idx="20" hasCustomPrompt="1"/>
          </p:nvPr>
        </p:nvSpPr>
        <p:spPr>
          <a:xfrm>
            <a:off x="6243638" y="2098800"/>
            <a:ext cx="2598737"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3" name="Text Placeholder Subhead 2">
            <a:extLst>
              <a:ext uri="{FF2B5EF4-FFF2-40B4-BE49-F238E27FC236}">
                <a16:creationId xmlns:a16="http://schemas.microsoft.com/office/drawing/2014/main" id="{8C4008EC-9A51-4B27-EBBB-D765B355839A}"/>
              </a:ext>
            </a:extLst>
          </p:cNvPr>
          <p:cNvSpPr>
            <a:spLocks noGrp="1"/>
          </p:cNvSpPr>
          <p:nvPr>
            <p:ph type="body" sz="quarter" idx="23" hasCustomPrompt="1"/>
          </p:nvPr>
        </p:nvSpPr>
        <p:spPr>
          <a:xfrm>
            <a:off x="9137650" y="1760400"/>
            <a:ext cx="2601413"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0" name="Text Placeholder Body 2">
            <a:extLst>
              <a:ext uri="{FF2B5EF4-FFF2-40B4-BE49-F238E27FC236}">
                <a16:creationId xmlns:a16="http://schemas.microsoft.com/office/drawing/2014/main" id="{55A51214-6219-C8DC-2EF2-5CAD19B1D48E}"/>
              </a:ext>
            </a:extLst>
          </p:cNvPr>
          <p:cNvSpPr>
            <a:spLocks noGrp="1"/>
          </p:cNvSpPr>
          <p:nvPr>
            <p:ph type="body" sz="quarter" idx="22" hasCustomPrompt="1"/>
          </p:nvPr>
        </p:nvSpPr>
        <p:spPr>
          <a:xfrm>
            <a:off x="9137650" y="2098800"/>
            <a:ext cx="2601413"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45838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I">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EE625CA7-C6C5-FB64-07EF-628556582086}"/>
              </a:ext>
            </a:extLst>
          </p:cNvPr>
          <p:cNvSpPr>
            <a:spLocks noGrp="1"/>
          </p:cNvSpPr>
          <p:nvPr>
            <p:ph type="ftr" sz="quarter" idx="33"/>
          </p:nvPr>
        </p:nvSpPr>
        <p:spPr/>
        <p:txBody>
          <a:bodyPr/>
          <a:lstStyle/>
          <a:p>
            <a:endParaRPr lang="en-US"/>
          </a:p>
        </p:txBody>
      </p:sp>
      <p:sp>
        <p:nvSpPr>
          <p:cNvPr id="9" name="Text Placeholder Section Title">
            <a:extLst>
              <a:ext uri="{FF2B5EF4-FFF2-40B4-BE49-F238E27FC236}">
                <a16:creationId xmlns:a16="http://schemas.microsoft.com/office/drawing/2014/main" id="{79AC53BE-639F-9DA4-E0D2-8986D917D051}"/>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531D83CD-A88C-CDE0-B5C2-B8D1F325A870}"/>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3" name="Text Placeholder Subtitle">
            <a:extLst>
              <a:ext uri="{FF2B5EF4-FFF2-40B4-BE49-F238E27FC236}">
                <a16:creationId xmlns:a16="http://schemas.microsoft.com/office/drawing/2014/main" id="{1D45DD7F-11FD-F092-E843-9FF8A2064058}"/>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10" name="Picture Placeholder">
            <a:extLst>
              <a:ext uri="{FF2B5EF4-FFF2-40B4-BE49-F238E27FC236}">
                <a16:creationId xmlns:a16="http://schemas.microsoft.com/office/drawing/2014/main" id="{8BEF6367-5944-A1C3-4BA8-0598251B7BAB}"/>
              </a:ext>
            </a:extLst>
          </p:cNvPr>
          <p:cNvSpPr>
            <a:spLocks noGrp="1"/>
          </p:cNvSpPr>
          <p:nvPr>
            <p:ph type="pic" sz="quarter" idx="16"/>
          </p:nvPr>
        </p:nvSpPr>
        <p:spPr>
          <a:xfrm>
            <a:off x="464958" y="1793875"/>
            <a:ext cx="5483405" cy="4011614"/>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28" name="Picture Placeholder">
            <a:extLst>
              <a:ext uri="{FF2B5EF4-FFF2-40B4-BE49-F238E27FC236}">
                <a16:creationId xmlns:a16="http://schemas.microsoft.com/office/drawing/2014/main" id="{701ECA38-C64D-7788-5306-4723955DD2DA}"/>
              </a:ext>
            </a:extLst>
          </p:cNvPr>
          <p:cNvSpPr>
            <a:spLocks noGrp="1"/>
          </p:cNvSpPr>
          <p:nvPr>
            <p:ph type="pic" sz="quarter" idx="32"/>
          </p:nvPr>
        </p:nvSpPr>
        <p:spPr>
          <a:xfrm>
            <a:off x="6243638" y="1793875"/>
            <a:ext cx="2598737" cy="4011613"/>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29" name="Text Placeholder Body">
            <a:extLst>
              <a:ext uri="{FF2B5EF4-FFF2-40B4-BE49-F238E27FC236}">
                <a16:creationId xmlns:a16="http://schemas.microsoft.com/office/drawing/2014/main" id="{6EC72C16-1B49-9BC9-CD89-3939687D62B5}"/>
              </a:ext>
            </a:extLst>
          </p:cNvPr>
          <p:cNvSpPr>
            <a:spLocks noGrp="1"/>
          </p:cNvSpPr>
          <p:nvPr>
            <p:ph type="body" sz="quarter" idx="22" hasCustomPrompt="1"/>
          </p:nvPr>
        </p:nvSpPr>
        <p:spPr>
          <a:xfrm>
            <a:off x="9136063" y="2098801"/>
            <a:ext cx="2599936" cy="3706688"/>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30" name="Text Placeholder Subhead">
            <a:extLst>
              <a:ext uri="{FF2B5EF4-FFF2-40B4-BE49-F238E27FC236}">
                <a16:creationId xmlns:a16="http://schemas.microsoft.com/office/drawing/2014/main" id="{3F7B9809-FD64-C515-EE38-0E2FD359898E}"/>
              </a:ext>
            </a:extLst>
          </p:cNvPr>
          <p:cNvSpPr>
            <a:spLocks noGrp="1"/>
          </p:cNvSpPr>
          <p:nvPr>
            <p:ph type="body" sz="quarter" idx="23" hasCustomPrompt="1"/>
          </p:nvPr>
        </p:nvSpPr>
        <p:spPr>
          <a:xfrm>
            <a:off x="9136063" y="1760400"/>
            <a:ext cx="259993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Tree>
    <p:extLst>
      <p:ext uri="{BB962C8B-B14F-4D97-AF65-F5344CB8AC3E}">
        <p14:creationId xmlns:p14="http://schemas.microsoft.com/office/powerpoint/2010/main" val="358840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J">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816A4763-C1B7-B3E7-DF98-3E2377D65FBF}"/>
              </a:ext>
            </a:extLst>
          </p:cNvPr>
          <p:cNvSpPr>
            <a:spLocks noGrp="1" noRot="1" noMove="1" noResize="1" noEditPoints="1" noAdjustHandles="1" noChangeArrowheads="1" noChangeShapeType="1"/>
          </p:cNvSpPr>
          <p:nvPr>
            <p:ph type="pic" sz="quarter" idx="16"/>
          </p:nvPr>
        </p:nvSpPr>
        <p:spPr>
          <a:xfrm>
            <a:off x="6243637" y="1793876"/>
            <a:ext cx="5494941" cy="4011612"/>
          </a:xfrm>
          <a:solidFill>
            <a:schemeClr val="bg1">
              <a:lumMod val="75000"/>
            </a:schemeClr>
          </a:solidFill>
        </p:spPr>
        <p:txBody>
          <a:bodyPr anchor="ctr"/>
          <a:lstStyle>
            <a:lvl1pPr marL="45720" indent="0" algn="ctr">
              <a:buNone/>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6DBA21DD-27F8-0972-D9A1-4DCB5C101DAF}"/>
              </a:ext>
            </a:extLst>
          </p:cNvPr>
          <p:cNvSpPr>
            <a:spLocks noGrp="1"/>
          </p:cNvSpPr>
          <p:nvPr>
            <p:ph type="ftr" sz="quarter" idx="20"/>
          </p:nvPr>
        </p:nvSpPr>
        <p:spPr/>
        <p:txBody>
          <a:bodyPr/>
          <a:lstStyle/>
          <a:p>
            <a:endParaRPr lang="en-US"/>
          </a:p>
        </p:txBody>
      </p:sp>
      <p:sp>
        <p:nvSpPr>
          <p:cNvPr id="9" name="Text Placeholder Section Title">
            <a:extLst>
              <a:ext uri="{FF2B5EF4-FFF2-40B4-BE49-F238E27FC236}">
                <a16:creationId xmlns:a16="http://schemas.microsoft.com/office/drawing/2014/main" id="{27151D13-76D3-5CBB-3271-0D6AD6D137B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3F8DAE0F-F11A-920A-0CCB-50C65987A722}"/>
              </a:ext>
            </a:extLst>
          </p:cNvPr>
          <p:cNvSpPr>
            <a:spLocks noGrp="1"/>
          </p:cNvSpPr>
          <p:nvPr>
            <p:ph type="title" hasCustomPrompt="1"/>
          </p:nvPr>
        </p:nvSpPr>
        <p:spPr>
          <a:xfrm>
            <a:off x="457199"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17" name="Text Placeholder Subtitle">
            <a:extLst>
              <a:ext uri="{FF2B5EF4-FFF2-40B4-BE49-F238E27FC236}">
                <a16:creationId xmlns:a16="http://schemas.microsoft.com/office/drawing/2014/main" id="{99D6EBC0-F634-DDFB-97CD-47A7FBB43A4F}"/>
              </a:ext>
            </a:extLst>
          </p:cNvPr>
          <p:cNvSpPr>
            <a:spLocks noGrp="1"/>
          </p:cNvSpPr>
          <p:nvPr>
            <p:ph type="body" sz="quarter" idx="13" hasCustomPrompt="1"/>
          </p:nvPr>
        </p:nvSpPr>
        <p:spPr>
          <a:xfrm>
            <a:off x="457199"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12" name="Text Placeholder Subhead 1">
            <a:extLst>
              <a:ext uri="{FF2B5EF4-FFF2-40B4-BE49-F238E27FC236}">
                <a16:creationId xmlns:a16="http://schemas.microsoft.com/office/drawing/2014/main" id="{EB74AB36-27D6-DA6F-CD6D-38D517D98E74}"/>
              </a:ext>
            </a:extLst>
          </p:cNvPr>
          <p:cNvSpPr>
            <a:spLocks noGrp="1"/>
          </p:cNvSpPr>
          <p:nvPr>
            <p:ph type="body" sz="quarter" idx="17" hasCustomPrompt="1"/>
          </p:nvPr>
        </p:nvSpPr>
        <p:spPr>
          <a:xfrm>
            <a:off x="457199" y="1758910"/>
            <a:ext cx="25987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1" name="Text Placeholder Body 1">
            <a:extLst>
              <a:ext uri="{FF2B5EF4-FFF2-40B4-BE49-F238E27FC236}">
                <a16:creationId xmlns:a16="http://schemas.microsoft.com/office/drawing/2014/main" id="{FCE63746-ECB0-8EBF-0948-1B06FFC85E8D}"/>
              </a:ext>
            </a:extLst>
          </p:cNvPr>
          <p:cNvSpPr>
            <a:spLocks noGrp="1"/>
          </p:cNvSpPr>
          <p:nvPr>
            <p:ph type="body" sz="quarter" idx="15" hasCustomPrompt="1"/>
          </p:nvPr>
        </p:nvSpPr>
        <p:spPr>
          <a:xfrm>
            <a:off x="457199" y="2098800"/>
            <a:ext cx="2598739" cy="3706687"/>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Subhead 2">
            <a:extLst>
              <a:ext uri="{FF2B5EF4-FFF2-40B4-BE49-F238E27FC236}">
                <a16:creationId xmlns:a16="http://schemas.microsoft.com/office/drawing/2014/main" id="{B8F300AF-81AD-DF5E-3EC5-0925DA200C93}"/>
              </a:ext>
            </a:extLst>
          </p:cNvPr>
          <p:cNvSpPr>
            <a:spLocks noGrp="1"/>
          </p:cNvSpPr>
          <p:nvPr>
            <p:ph type="body" sz="quarter" idx="19" hasCustomPrompt="1"/>
          </p:nvPr>
        </p:nvSpPr>
        <p:spPr>
          <a:xfrm>
            <a:off x="3349624" y="1758910"/>
            <a:ext cx="2598739"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4" name="Text Placeholder Body 2">
            <a:extLst>
              <a:ext uri="{FF2B5EF4-FFF2-40B4-BE49-F238E27FC236}">
                <a16:creationId xmlns:a16="http://schemas.microsoft.com/office/drawing/2014/main" id="{B6629329-E9D9-C6C2-BCE3-A5D1AF030B34}"/>
              </a:ext>
            </a:extLst>
          </p:cNvPr>
          <p:cNvSpPr>
            <a:spLocks noGrp="1"/>
          </p:cNvSpPr>
          <p:nvPr>
            <p:ph type="body" sz="quarter" idx="18" hasCustomPrompt="1"/>
          </p:nvPr>
        </p:nvSpPr>
        <p:spPr>
          <a:xfrm>
            <a:off x="3349624" y="2098800"/>
            <a:ext cx="2598739" cy="3706687"/>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2076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K">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C5C6ECBF-090F-46E3-A6E0-CF2EB8B2CBD9}"/>
              </a:ext>
            </a:extLst>
          </p:cNvPr>
          <p:cNvSpPr>
            <a:spLocks noGrp="1"/>
          </p:cNvSpPr>
          <p:nvPr>
            <p:ph type="ftr" sz="quarter" idx="24"/>
          </p:nvPr>
        </p:nvSpPr>
        <p:spPr/>
        <p:txBody>
          <a:bodyPr/>
          <a:lstStyle/>
          <a:p>
            <a:endParaRPr lang="en-US"/>
          </a:p>
        </p:txBody>
      </p:sp>
      <p:sp>
        <p:nvSpPr>
          <p:cNvPr id="10" name="Text Placeholder Section Title">
            <a:extLst>
              <a:ext uri="{FF2B5EF4-FFF2-40B4-BE49-F238E27FC236}">
                <a16:creationId xmlns:a16="http://schemas.microsoft.com/office/drawing/2014/main" id="{4ECDB7A8-FCD8-D792-5B7E-4CA12E6529DB}"/>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8" name="Title Placeholder">
            <a:extLst>
              <a:ext uri="{FF2B5EF4-FFF2-40B4-BE49-F238E27FC236}">
                <a16:creationId xmlns:a16="http://schemas.microsoft.com/office/drawing/2014/main" id="{156E2288-14B9-8155-1611-B12517DFF0CC}"/>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5" name="Text Placeholder Subtitle">
            <a:extLst>
              <a:ext uri="{FF2B5EF4-FFF2-40B4-BE49-F238E27FC236}">
                <a16:creationId xmlns:a16="http://schemas.microsoft.com/office/drawing/2014/main" id="{F40FE8D2-7F9D-09D4-2377-40B66ACAABC0}"/>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9" name="Text Placeholder Subhead 1">
            <a:extLst>
              <a:ext uri="{FF2B5EF4-FFF2-40B4-BE49-F238E27FC236}">
                <a16:creationId xmlns:a16="http://schemas.microsoft.com/office/drawing/2014/main" id="{D79D6C8B-3EC9-05CE-50E2-A49CC8B27ED5}"/>
              </a:ext>
            </a:extLst>
          </p:cNvPr>
          <p:cNvSpPr>
            <a:spLocks noGrp="1"/>
          </p:cNvSpPr>
          <p:nvPr>
            <p:ph type="body" sz="quarter" idx="17" hasCustomPrompt="1"/>
          </p:nvPr>
        </p:nvSpPr>
        <p:spPr>
          <a:xfrm>
            <a:off x="457201"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3" name="Text Placeholder Body 1">
            <a:extLst>
              <a:ext uri="{FF2B5EF4-FFF2-40B4-BE49-F238E27FC236}">
                <a16:creationId xmlns:a16="http://schemas.microsoft.com/office/drawing/2014/main" id="{E6E9789E-133F-A211-8758-2396EF431F25}"/>
              </a:ext>
            </a:extLst>
          </p:cNvPr>
          <p:cNvSpPr>
            <a:spLocks noGrp="1"/>
          </p:cNvSpPr>
          <p:nvPr>
            <p:ph type="body" sz="quarter" idx="15" hasCustomPrompt="1"/>
          </p:nvPr>
        </p:nvSpPr>
        <p:spPr>
          <a:xfrm>
            <a:off x="457201"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2" name="Text Placeholder Subhead 2">
            <a:extLst>
              <a:ext uri="{FF2B5EF4-FFF2-40B4-BE49-F238E27FC236}">
                <a16:creationId xmlns:a16="http://schemas.microsoft.com/office/drawing/2014/main" id="{CDB6DA2B-981B-3CD9-CF03-FC21AD8FA3CF}"/>
              </a:ext>
            </a:extLst>
          </p:cNvPr>
          <p:cNvSpPr>
            <a:spLocks noGrp="1"/>
          </p:cNvSpPr>
          <p:nvPr>
            <p:ph type="body" sz="quarter" idx="19" hasCustomPrompt="1"/>
          </p:nvPr>
        </p:nvSpPr>
        <p:spPr>
          <a:xfrm>
            <a:off x="3349626"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1" name="Text Placeholder Body 2">
            <a:extLst>
              <a:ext uri="{FF2B5EF4-FFF2-40B4-BE49-F238E27FC236}">
                <a16:creationId xmlns:a16="http://schemas.microsoft.com/office/drawing/2014/main" id="{67DE26CE-BA55-E07B-378C-F242275355FB}"/>
              </a:ext>
            </a:extLst>
          </p:cNvPr>
          <p:cNvSpPr>
            <a:spLocks noGrp="1"/>
          </p:cNvSpPr>
          <p:nvPr>
            <p:ph type="body" sz="quarter" idx="18" hasCustomPrompt="1"/>
          </p:nvPr>
        </p:nvSpPr>
        <p:spPr>
          <a:xfrm>
            <a:off x="3349626"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6" name="Text Placeholder Subhead 3">
            <a:extLst>
              <a:ext uri="{FF2B5EF4-FFF2-40B4-BE49-F238E27FC236}">
                <a16:creationId xmlns:a16="http://schemas.microsoft.com/office/drawing/2014/main" id="{D0F72E69-7343-8B67-589B-1EBE25262B2B}"/>
              </a:ext>
            </a:extLst>
          </p:cNvPr>
          <p:cNvSpPr>
            <a:spLocks noGrp="1"/>
          </p:cNvSpPr>
          <p:nvPr>
            <p:ph type="body" sz="quarter" idx="21" hasCustomPrompt="1"/>
          </p:nvPr>
        </p:nvSpPr>
        <p:spPr>
          <a:xfrm>
            <a:off x="6243638"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5" name="Text Placeholder Body 3">
            <a:extLst>
              <a:ext uri="{FF2B5EF4-FFF2-40B4-BE49-F238E27FC236}">
                <a16:creationId xmlns:a16="http://schemas.microsoft.com/office/drawing/2014/main" id="{EF3770D5-66FD-46CF-166E-D7490D6DFCA7}"/>
              </a:ext>
            </a:extLst>
          </p:cNvPr>
          <p:cNvSpPr>
            <a:spLocks noGrp="1"/>
          </p:cNvSpPr>
          <p:nvPr>
            <p:ph type="body" sz="quarter" idx="20" hasCustomPrompt="1"/>
          </p:nvPr>
        </p:nvSpPr>
        <p:spPr>
          <a:xfrm>
            <a:off x="6243638"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8" name="Text Placeholder Subhead 4">
            <a:extLst>
              <a:ext uri="{FF2B5EF4-FFF2-40B4-BE49-F238E27FC236}">
                <a16:creationId xmlns:a16="http://schemas.microsoft.com/office/drawing/2014/main" id="{A66254AB-4B55-024E-D6B5-9D42A1129B42}"/>
              </a:ext>
            </a:extLst>
          </p:cNvPr>
          <p:cNvSpPr>
            <a:spLocks noGrp="1"/>
          </p:cNvSpPr>
          <p:nvPr>
            <p:ph type="body" sz="quarter" idx="23" hasCustomPrompt="1"/>
          </p:nvPr>
        </p:nvSpPr>
        <p:spPr>
          <a:xfrm>
            <a:off x="9136063" y="1760400"/>
            <a:ext cx="2598738"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7" name="Text Placeholder Body 4">
            <a:extLst>
              <a:ext uri="{FF2B5EF4-FFF2-40B4-BE49-F238E27FC236}">
                <a16:creationId xmlns:a16="http://schemas.microsoft.com/office/drawing/2014/main" id="{5D7CB70B-2E37-E983-04FD-C3D83E103C0F}"/>
              </a:ext>
            </a:extLst>
          </p:cNvPr>
          <p:cNvSpPr>
            <a:spLocks noGrp="1"/>
          </p:cNvSpPr>
          <p:nvPr>
            <p:ph type="body" sz="quarter" idx="22" hasCustomPrompt="1"/>
          </p:nvPr>
        </p:nvSpPr>
        <p:spPr>
          <a:xfrm>
            <a:off x="9136063" y="2098800"/>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88995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L">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76B93E66-927E-A9F2-C69C-5CCA3FFC0788}"/>
              </a:ext>
            </a:extLst>
          </p:cNvPr>
          <p:cNvSpPr>
            <a:spLocks noGrp="1"/>
          </p:cNvSpPr>
          <p:nvPr>
            <p:ph type="ftr" sz="quarter" idx="33"/>
          </p:nvPr>
        </p:nvSpPr>
        <p:spPr/>
        <p:txBody>
          <a:bodyPr/>
          <a:lstStyle/>
          <a:p>
            <a:endParaRPr lang="en-US"/>
          </a:p>
        </p:txBody>
      </p:sp>
      <p:sp>
        <p:nvSpPr>
          <p:cNvPr id="8" name="Text Placeholder Section Title">
            <a:extLst>
              <a:ext uri="{FF2B5EF4-FFF2-40B4-BE49-F238E27FC236}">
                <a16:creationId xmlns:a16="http://schemas.microsoft.com/office/drawing/2014/main" id="{AD4DB068-BB8D-E5B5-3E30-C54901B12BF0}"/>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5" name="Title Placeholder">
            <a:extLst>
              <a:ext uri="{FF2B5EF4-FFF2-40B4-BE49-F238E27FC236}">
                <a16:creationId xmlns:a16="http://schemas.microsoft.com/office/drawing/2014/main" id="{C12ABB6D-D979-FA01-F12B-147E65A8B66D}"/>
              </a:ext>
            </a:extLst>
          </p:cNvPr>
          <p:cNvSpPr>
            <a:spLocks noGrp="1"/>
          </p:cNvSpPr>
          <p:nvPr>
            <p:ph type="title" hasCustomPrompt="1"/>
          </p:nvPr>
        </p:nvSpPr>
        <p:spPr>
          <a:xfrm>
            <a:off x="457200" y="743671"/>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3" name="Text Placeholder Subtitle">
            <a:extLst>
              <a:ext uri="{FF2B5EF4-FFF2-40B4-BE49-F238E27FC236}">
                <a16:creationId xmlns:a16="http://schemas.microsoft.com/office/drawing/2014/main" id="{685B15F6-92A4-64AE-2C3F-8A348C5CA624}"/>
              </a:ext>
            </a:extLst>
          </p:cNvPr>
          <p:cNvSpPr>
            <a:spLocks noGrp="1"/>
          </p:cNvSpPr>
          <p:nvPr>
            <p:ph type="body" sz="quarter" idx="13" hasCustomPrompt="1"/>
          </p:nvPr>
        </p:nvSpPr>
        <p:spPr>
          <a:xfrm>
            <a:off x="458732"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22" name="Text Placeholder Subhead 1">
            <a:extLst>
              <a:ext uri="{FF2B5EF4-FFF2-40B4-BE49-F238E27FC236}">
                <a16:creationId xmlns:a16="http://schemas.microsoft.com/office/drawing/2014/main" id="{91B41DE3-8779-89FD-C0E6-4646C1B6D7FF}"/>
              </a:ext>
            </a:extLst>
          </p:cNvPr>
          <p:cNvSpPr>
            <a:spLocks noGrp="1"/>
          </p:cNvSpPr>
          <p:nvPr>
            <p:ph type="body" sz="quarter" idx="17" hasCustomPrompt="1"/>
          </p:nvPr>
        </p:nvSpPr>
        <p:spPr>
          <a:xfrm>
            <a:off x="458732"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1" name="Text Placeholder Body 1">
            <a:extLst>
              <a:ext uri="{FF2B5EF4-FFF2-40B4-BE49-F238E27FC236}">
                <a16:creationId xmlns:a16="http://schemas.microsoft.com/office/drawing/2014/main" id="{5207B5BD-8D52-FE07-1FFD-F1DCA9075755}"/>
              </a:ext>
            </a:extLst>
          </p:cNvPr>
          <p:cNvSpPr>
            <a:spLocks noGrp="1"/>
          </p:cNvSpPr>
          <p:nvPr>
            <p:ph type="body" sz="quarter" idx="15" hasCustomPrompt="1"/>
          </p:nvPr>
        </p:nvSpPr>
        <p:spPr>
          <a:xfrm>
            <a:off x="458732"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24" name="Text Placeholder Subhead 2">
            <a:extLst>
              <a:ext uri="{FF2B5EF4-FFF2-40B4-BE49-F238E27FC236}">
                <a16:creationId xmlns:a16="http://schemas.microsoft.com/office/drawing/2014/main" id="{9CA7DEF1-473B-928E-23C3-6999D254BB83}"/>
              </a:ext>
            </a:extLst>
          </p:cNvPr>
          <p:cNvSpPr>
            <a:spLocks noGrp="1"/>
          </p:cNvSpPr>
          <p:nvPr>
            <p:ph type="body" sz="quarter" idx="19" hasCustomPrompt="1"/>
          </p:nvPr>
        </p:nvSpPr>
        <p:spPr>
          <a:xfrm>
            <a:off x="3349625"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3" name="Text Placeholder Body 2">
            <a:extLst>
              <a:ext uri="{FF2B5EF4-FFF2-40B4-BE49-F238E27FC236}">
                <a16:creationId xmlns:a16="http://schemas.microsoft.com/office/drawing/2014/main" id="{E6E82780-C694-5CFD-9E60-0674FA260E5E}"/>
              </a:ext>
            </a:extLst>
          </p:cNvPr>
          <p:cNvSpPr>
            <a:spLocks noGrp="1"/>
          </p:cNvSpPr>
          <p:nvPr>
            <p:ph type="body" sz="quarter" idx="18" hasCustomPrompt="1"/>
          </p:nvPr>
        </p:nvSpPr>
        <p:spPr>
          <a:xfrm>
            <a:off x="3349625"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26" name="Text Placeholder Subhead 3">
            <a:extLst>
              <a:ext uri="{FF2B5EF4-FFF2-40B4-BE49-F238E27FC236}">
                <a16:creationId xmlns:a16="http://schemas.microsoft.com/office/drawing/2014/main" id="{B69C559B-D0A0-0C07-2831-5CBC0FB35FC1}"/>
              </a:ext>
            </a:extLst>
          </p:cNvPr>
          <p:cNvSpPr>
            <a:spLocks noGrp="1"/>
          </p:cNvSpPr>
          <p:nvPr>
            <p:ph type="body" sz="quarter" idx="21" hasCustomPrompt="1"/>
          </p:nvPr>
        </p:nvSpPr>
        <p:spPr>
          <a:xfrm>
            <a:off x="6245169"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5" name="Text Placeholder Body 3">
            <a:extLst>
              <a:ext uri="{FF2B5EF4-FFF2-40B4-BE49-F238E27FC236}">
                <a16:creationId xmlns:a16="http://schemas.microsoft.com/office/drawing/2014/main" id="{1F313D10-A03B-DB24-FDA9-F7AEAA6A908D}"/>
              </a:ext>
            </a:extLst>
          </p:cNvPr>
          <p:cNvSpPr>
            <a:spLocks noGrp="1"/>
          </p:cNvSpPr>
          <p:nvPr>
            <p:ph type="body" sz="quarter" idx="20" hasCustomPrompt="1"/>
          </p:nvPr>
        </p:nvSpPr>
        <p:spPr>
          <a:xfrm>
            <a:off x="6245169"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28" name="Text Placeholder Subhead 4">
            <a:extLst>
              <a:ext uri="{FF2B5EF4-FFF2-40B4-BE49-F238E27FC236}">
                <a16:creationId xmlns:a16="http://schemas.microsoft.com/office/drawing/2014/main" id="{0103AB85-C5FF-262F-D0E7-7AF4B7529CD0}"/>
              </a:ext>
            </a:extLst>
          </p:cNvPr>
          <p:cNvSpPr>
            <a:spLocks noGrp="1"/>
          </p:cNvSpPr>
          <p:nvPr>
            <p:ph type="body" sz="quarter" idx="23" hasCustomPrompt="1"/>
          </p:nvPr>
        </p:nvSpPr>
        <p:spPr>
          <a:xfrm>
            <a:off x="9140713" y="1760400"/>
            <a:ext cx="2597206" cy="217476"/>
          </a:xfrm>
        </p:spPr>
        <p:txBody>
          <a:bodyPr/>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7" name="Text Placeholder Body 4">
            <a:extLst>
              <a:ext uri="{FF2B5EF4-FFF2-40B4-BE49-F238E27FC236}">
                <a16:creationId xmlns:a16="http://schemas.microsoft.com/office/drawing/2014/main" id="{74B11379-D5D3-19B3-FCDE-E0E4DC3297F6}"/>
              </a:ext>
            </a:extLst>
          </p:cNvPr>
          <p:cNvSpPr>
            <a:spLocks noGrp="1"/>
          </p:cNvSpPr>
          <p:nvPr>
            <p:ph type="body" sz="quarter" idx="22" hasCustomPrompt="1"/>
          </p:nvPr>
        </p:nvSpPr>
        <p:spPr>
          <a:xfrm>
            <a:off x="9140713" y="2098366"/>
            <a:ext cx="2597206" cy="1754326"/>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re </a:t>
            </a:r>
            <a:r>
              <a:rPr lang="en-US" err="1"/>
              <a:t>voluptate</a:t>
            </a:r>
            <a:r>
              <a:rPr lang="en-US"/>
              <a:t> </a:t>
            </a:r>
            <a:r>
              <a:rPr lang="en-US" err="1"/>
              <a:t>velit</a:t>
            </a:r>
            <a:r>
              <a:rPr lang="en-US"/>
              <a:t> </a:t>
            </a:r>
            <a:r>
              <a:rPr lang="en-US" err="1"/>
              <a:t>esse</a:t>
            </a:r>
            <a:r>
              <a:rPr lang="en-US"/>
              <a:t> </a:t>
            </a:r>
            <a:r>
              <a:rPr lang="en-US" err="1"/>
              <a:t>cillum</a:t>
            </a:r>
            <a:r>
              <a:rPr lang="en-US"/>
              <a:t> dolore</a:t>
            </a:r>
          </a:p>
        </p:txBody>
      </p:sp>
      <p:sp>
        <p:nvSpPr>
          <p:cNvPr id="14" name="Content Placeholder stat 1">
            <a:extLst>
              <a:ext uri="{FF2B5EF4-FFF2-40B4-BE49-F238E27FC236}">
                <a16:creationId xmlns:a16="http://schemas.microsoft.com/office/drawing/2014/main" id="{48A234D7-3BCF-4DD3-2032-3C158A699099}"/>
              </a:ext>
            </a:extLst>
          </p:cNvPr>
          <p:cNvSpPr>
            <a:spLocks noGrp="1"/>
          </p:cNvSpPr>
          <p:nvPr>
            <p:ph sz="quarter" idx="25" hasCustomPrompt="1"/>
          </p:nvPr>
        </p:nvSpPr>
        <p:spPr>
          <a:xfrm>
            <a:off x="453422"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16" name="Text Placeholder stat 1">
            <a:extLst>
              <a:ext uri="{FF2B5EF4-FFF2-40B4-BE49-F238E27FC236}">
                <a16:creationId xmlns:a16="http://schemas.microsoft.com/office/drawing/2014/main" id="{0A735761-384C-9EAA-A20E-73E4ACB0B899}"/>
              </a:ext>
            </a:extLst>
          </p:cNvPr>
          <p:cNvSpPr>
            <a:spLocks noGrp="1"/>
          </p:cNvSpPr>
          <p:nvPr>
            <p:ph type="body" sz="quarter" idx="26" hasCustomPrompt="1"/>
          </p:nvPr>
        </p:nvSpPr>
        <p:spPr>
          <a:xfrm>
            <a:off x="453422"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17" name="Content Placeholder stat 2">
            <a:extLst>
              <a:ext uri="{FF2B5EF4-FFF2-40B4-BE49-F238E27FC236}">
                <a16:creationId xmlns:a16="http://schemas.microsoft.com/office/drawing/2014/main" id="{1A4684EF-2822-D692-0D39-C351F8EC3AF4}"/>
              </a:ext>
            </a:extLst>
          </p:cNvPr>
          <p:cNvSpPr>
            <a:spLocks noGrp="1"/>
          </p:cNvSpPr>
          <p:nvPr>
            <p:ph sz="quarter" idx="27" hasCustomPrompt="1"/>
          </p:nvPr>
        </p:nvSpPr>
        <p:spPr>
          <a:xfrm>
            <a:off x="3349625"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18" name="Text Placeholder stat 2">
            <a:extLst>
              <a:ext uri="{FF2B5EF4-FFF2-40B4-BE49-F238E27FC236}">
                <a16:creationId xmlns:a16="http://schemas.microsoft.com/office/drawing/2014/main" id="{DB8BF7F2-2B1C-955B-D446-8DCB99F3277D}"/>
              </a:ext>
            </a:extLst>
          </p:cNvPr>
          <p:cNvSpPr>
            <a:spLocks noGrp="1"/>
          </p:cNvSpPr>
          <p:nvPr>
            <p:ph type="body" sz="quarter" idx="28" hasCustomPrompt="1"/>
          </p:nvPr>
        </p:nvSpPr>
        <p:spPr>
          <a:xfrm>
            <a:off x="3349625"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19" name="Content Placeholder stat 3">
            <a:extLst>
              <a:ext uri="{FF2B5EF4-FFF2-40B4-BE49-F238E27FC236}">
                <a16:creationId xmlns:a16="http://schemas.microsoft.com/office/drawing/2014/main" id="{9D668F54-C01D-0BB4-3BEF-3E639BD61F01}"/>
              </a:ext>
            </a:extLst>
          </p:cNvPr>
          <p:cNvSpPr>
            <a:spLocks noGrp="1"/>
          </p:cNvSpPr>
          <p:nvPr>
            <p:ph sz="quarter" idx="29" hasCustomPrompt="1"/>
          </p:nvPr>
        </p:nvSpPr>
        <p:spPr>
          <a:xfrm>
            <a:off x="6243638"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20" name="Text Placeholder stat 3">
            <a:extLst>
              <a:ext uri="{FF2B5EF4-FFF2-40B4-BE49-F238E27FC236}">
                <a16:creationId xmlns:a16="http://schemas.microsoft.com/office/drawing/2014/main" id="{3BABE8ED-D729-C9B1-8E96-BBEFDFF32552}"/>
              </a:ext>
            </a:extLst>
          </p:cNvPr>
          <p:cNvSpPr>
            <a:spLocks noGrp="1"/>
          </p:cNvSpPr>
          <p:nvPr>
            <p:ph type="body" sz="quarter" idx="30" hasCustomPrompt="1"/>
          </p:nvPr>
        </p:nvSpPr>
        <p:spPr>
          <a:xfrm>
            <a:off x="6243638"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29" name="Content Placeholder stat 4">
            <a:extLst>
              <a:ext uri="{FF2B5EF4-FFF2-40B4-BE49-F238E27FC236}">
                <a16:creationId xmlns:a16="http://schemas.microsoft.com/office/drawing/2014/main" id="{0C382C80-767C-CD18-B847-2FDD4A391DEB}"/>
              </a:ext>
            </a:extLst>
          </p:cNvPr>
          <p:cNvSpPr>
            <a:spLocks noGrp="1"/>
          </p:cNvSpPr>
          <p:nvPr>
            <p:ph sz="quarter" idx="31" hasCustomPrompt="1"/>
          </p:nvPr>
        </p:nvSpPr>
        <p:spPr>
          <a:xfrm>
            <a:off x="9131999" y="4091241"/>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30" name="Text Placeholder stat 4">
            <a:extLst>
              <a:ext uri="{FF2B5EF4-FFF2-40B4-BE49-F238E27FC236}">
                <a16:creationId xmlns:a16="http://schemas.microsoft.com/office/drawing/2014/main" id="{DCEB8B98-DD56-83B9-A5A2-A560DDF167EC}"/>
              </a:ext>
            </a:extLst>
          </p:cNvPr>
          <p:cNvSpPr>
            <a:spLocks noGrp="1"/>
          </p:cNvSpPr>
          <p:nvPr>
            <p:ph type="body" sz="quarter" idx="32" hasCustomPrompt="1"/>
          </p:nvPr>
        </p:nvSpPr>
        <p:spPr>
          <a:xfrm>
            <a:off x="9131999" y="5033946"/>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Tree>
    <p:extLst>
      <p:ext uri="{BB962C8B-B14F-4D97-AF65-F5344CB8AC3E}">
        <p14:creationId xmlns:p14="http://schemas.microsoft.com/office/powerpoint/2010/main" val="1303542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M">
    <p:spTree>
      <p:nvGrpSpPr>
        <p:cNvPr id="1" name=""/>
        <p:cNvGrpSpPr/>
        <p:nvPr/>
      </p:nvGrpSpPr>
      <p:grpSpPr>
        <a:xfrm>
          <a:off x="0" y="0"/>
          <a:ext cx="0" cy="0"/>
          <a:chOff x="0" y="0"/>
          <a:chExt cx="0" cy="0"/>
        </a:xfrm>
      </p:grpSpPr>
      <p:sp>
        <p:nvSpPr>
          <p:cNvPr id="6" name="Slide Number Placeholder ">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2D5D48B7-1F02-9E62-55B4-8AA41B511DC2}"/>
              </a:ext>
            </a:extLst>
          </p:cNvPr>
          <p:cNvSpPr>
            <a:spLocks noGrp="1"/>
          </p:cNvSpPr>
          <p:nvPr>
            <p:ph type="ftr" sz="quarter" idx="27"/>
          </p:nvPr>
        </p:nvSpPr>
        <p:spPr/>
        <p:txBody>
          <a:bodyPr/>
          <a:lstStyle/>
          <a:p>
            <a:endParaRPr lang="en-US"/>
          </a:p>
        </p:txBody>
      </p:sp>
      <p:sp>
        <p:nvSpPr>
          <p:cNvPr id="12" name="Text Placeholder Section Title">
            <a:extLst>
              <a:ext uri="{FF2B5EF4-FFF2-40B4-BE49-F238E27FC236}">
                <a16:creationId xmlns:a16="http://schemas.microsoft.com/office/drawing/2014/main" id="{3EED6FE6-DBE9-7775-0CA1-ACC714155629}"/>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11" name="Title Placeholder">
            <a:extLst>
              <a:ext uri="{FF2B5EF4-FFF2-40B4-BE49-F238E27FC236}">
                <a16:creationId xmlns:a16="http://schemas.microsoft.com/office/drawing/2014/main" id="{CDEF7001-23B7-3A12-BA72-A5F97663ABB1}"/>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13" name="Text Placeholder Subtitle">
            <a:extLst>
              <a:ext uri="{FF2B5EF4-FFF2-40B4-BE49-F238E27FC236}">
                <a16:creationId xmlns:a16="http://schemas.microsoft.com/office/drawing/2014/main" id="{C0D036E8-9207-1523-A5E0-1A54AD15D503}"/>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4" name="Picture Placeholder 1">
            <a:extLst>
              <a:ext uri="{FF2B5EF4-FFF2-40B4-BE49-F238E27FC236}">
                <a16:creationId xmlns:a16="http://schemas.microsoft.com/office/drawing/2014/main" id="{7304A729-DA45-32FD-0BCB-085D901DCFBB}"/>
              </a:ext>
            </a:extLst>
          </p:cNvPr>
          <p:cNvSpPr>
            <a:spLocks noGrp="1"/>
          </p:cNvSpPr>
          <p:nvPr>
            <p:ph type="pic" sz="quarter" idx="16"/>
          </p:nvPr>
        </p:nvSpPr>
        <p:spPr>
          <a:xfrm>
            <a:off x="457706" y="1901037"/>
            <a:ext cx="2818800" cy="2797926"/>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22" name="Text Placeholder Subhead 1">
            <a:extLst>
              <a:ext uri="{FF2B5EF4-FFF2-40B4-BE49-F238E27FC236}">
                <a16:creationId xmlns:a16="http://schemas.microsoft.com/office/drawing/2014/main" id="{91B41DE3-8779-89FD-C0E6-4646C1B6D7FF}"/>
              </a:ext>
            </a:extLst>
          </p:cNvPr>
          <p:cNvSpPr>
            <a:spLocks noGrp="1"/>
          </p:cNvSpPr>
          <p:nvPr>
            <p:ph type="body" sz="quarter" idx="17" hasCustomPrompt="1"/>
          </p:nvPr>
        </p:nvSpPr>
        <p:spPr>
          <a:xfrm>
            <a:off x="401907"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1" name="Text Placeholder Body 1">
            <a:extLst>
              <a:ext uri="{FF2B5EF4-FFF2-40B4-BE49-F238E27FC236}">
                <a16:creationId xmlns:a16="http://schemas.microsoft.com/office/drawing/2014/main" id="{5207B5BD-8D52-FE07-1FFD-F1DCA9075755}"/>
              </a:ext>
            </a:extLst>
          </p:cNvPr>
          <p:cNvSpPr>
            <a:spLocks noGrp="1"/>
          </p:cNvSpPr>
          <p:nvPr>
            <p:ph type="body" sz="quarter" idx="15" hasCustomPrompt="1"/>
          </p:nvPr>
        </p:nvSpPr>
        <p:spPr>
          <a:xfrm>
            <a:off x="401907"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5" name="Picture Placeholder 2">
            <a:extLst>
              <a:ext uri="{FF2B5EF4-FFF2-40B4-BE49-F238E27FC236}">
                <a16:creationId xmlns:a16="http://schemas.microsoft.com/office/drawing/2014/main" id="{F10EDF5E-4793-8C7E-1BA7-33BA3A9C4A01}"/>
              </a:ext>
            </a:extLst>
          </p:cNvPr>
          <p:cNvSpPr>
            <a:spLocks noGrp="1"/>
          </p:cNvSpPr>
          <p:nvPr>
            <p:ph type="pic" sz="quarter" idx="24"/>
          </p:nvPr>
        </p:nvSpPr>
        <p:spPr>
          <a:xfrm>
            <a:off x="3273301" y="1901037"/>
            <a:ext cx="2822699" cy="2797926"/>
          </a:xfrm>
          <a:solidFill>
            <a:schemeClr val="bg1">
              <a:lumMod val="85000"/>
            </a:schemeClr>
          </a:solidFill>
        </p:spPr>
        <p:txBody>
          <a:bodyPr anchor="ctr"/>
          <a:lstStyle>
            <a:lvl1pPr marL="45720" indent="0" algn="ctr">
              <a:buNone/>
              <a:defRPr>
                <a:solidFill>
                  <a:schemeClr val="bg1"/>
                </a:solidFill>
              </a:defRPr>
            </a:lvl1pPr>
          </a:lstStyle>
          <a:p>
            <a:r>
              <a:rPr lang="en-US"/>
              <a:t>Click icon to add picture</a:t>
            </a:r>
          </a:p>
        </p:txBody>
      </p:sp>
      <p:sp>
        <p:nvSpPr>
          <p:cNvPr id="29" name="Text Placeholder Subhead 2">
            <a:extLst>
              <a:ext uri="{FF2B5EF4-FFF2-40B4-BE49-F238E27FC236}">
                <a16:creationId xmlns:a16="http://schemas.microsoft.com/office/drawing/2014/main" id="{C42DB22F-D1B6-C34C-CBE0-F51D576B9336}"/>
              </a:ext>
            </a:extLst>
          </p:cNvPr>
          <p:cNvSpPr>
            <a:spLocks noGrp="1"/>
          </p:cNvSpPr>
          <p:nvPr>
            <p:ph type="body" sz="quarter" idx="19" hasCustomPrompt="1"/>
          </p:nvPr>
        </p:nvSpPr>
        <p:spPr>
          <a:xfrm>
            <a:off x="3218771"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20" name="Text Placeholder Body 2">
            <a:extLst>
              <a:ext uri="{FF2B5EF4-FFF2-40B4-BE49-F238E27FC236}">
                <a16:creationId xmlns:a16="http://schemas.microsoft.com/office/drawing/2014/main" id="{76E5641A-EE68-9931-57CF-0569317651A4}"/>
              </a:ext>
            </a:extLst>
          </p:cNvPr>
          <p:cNvSpPr>
            <a:spLocks noGrp="1"/>
          </p:cNvSpPr>
          <p:nvPr>
            <p:ph type="body" sz="quarter" idx="18" hasCustomPrompt="1"/>
          </p:nvPr>
        </p:nvSpPr>
        <p:spPr>
          <a:xfrm>
            <a:off x="3218771"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7" name="Picture Placeholder 3">
            <a:extLst>
              <a:ext uri="{FF2B5EF4-FFF2-40B4-BE49-F238E27FC236}">
                <a16:creationId xmlns:a16="http://schemas.microsoft.com/office/drawing/2014/main" id="{F9546FD9-8119-295E-1730-C618331ACD80}"/>
              </a:ext>
            </a:extLst>
          </p:cNvPr>
          <p:cNvSpPr>
            <a:spLocks noGrp="1"/>
          </p:cNvSpPr>
          <p:nvPr>
            <p:ph type="pic" sz="quarter" idx="25"/>
          </p:nvPr>
        </p:nvSpPr>
        <p:spPr>
          <a:xfrm>
            <a:off x="6096000" y="1901037"/>
            <a:ext cx="2818800" cy="2797926"/>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31" name="Text Placeholder Subhead 3">
            <a:extLst>
              <a:ext uri="{FF2B5EF4-FFF2-40B4-BE49-F238E27FC236}">
                <a16:creationId xmlns:a16="http://schemas.microsoft.com/office/drawing/2014/main" id="{9E66EB15-C703-750D-0491-6BBCEF1D535E}"/>
              </a:ext>
            </a:extLst>
          </p:cNvPr>
          <p:cNvSpPr>
            <a:spLocks noGrp="1"/>
          </p:cNvSpPr>
          <p:nvPr>
            <p:ph type="body" sz="quarter" idx="21" hasCustomPrompt="1"/>
          </p:nvPr>
        </p:nvSpPr>
        <p:spPr>
          <a:xfrm>
            <a:off x="6039529"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30" name="Text Placeholder Body 3">
            <a:extLst>
              <a:ext uri="{FF2B5EF4-FFF2-40B4-BE49-F238E27FC236}">
                <a16:creationId xmlns:a16="http://schemas.microsoft.com/office/drawing/2014/main" id="{EAA8CECE-12CF-293D-D71A-090EBC9604C0}"/>
              </a:ext>
            </a:extLst>
          </p:cNvPr>
          <p:cNvSpPr>
            <a:spLocks noGrp="1"/>
          </p:cNvSpPr>
          <p:nvPr>
            <p:ph type="body" sz="quarter" idx="20" hasCustomPrompt="1"/>
          </p:nvPr>
        </p:nvSpPr>
        <p:spPr>
          <a:xfrm>
            <a:off x="6039529"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8" name="Picture Placeholder 4">
            <a:extLst>
              <a:ext uri="{FF2B5EF4-FFF2-40B4-BE49-F238E27FC236}">
                <a16:creationId xmlns:a16="http://schemas.microsoft.com/office/drawing/2014/main" id="{477A24E4-F7D9-9815-E293-20C9C8579356}"/>
              </a:ext>
            </a:extLst>
          </p:cNvPr>
          <p:cNvSpPr>
            <a:spLocks noGrp="1"/>
          </p:cNvSpPr>
          <p:nvPr>
            <p:ph type="pic" sz="quarter" idx="26"/>
          </p:nvPr>
        </p:nvSpPr>
        <p:spPr>
          <a:xfrm>
            <a:off x="8911595" y="1901037"/>
            <a:ext cx="2822400" cy="2797926"/>
          </a:xfrm>
          <a:solidFill>
            <a:schemeClr val="bg1">
              <a:lumMod val="85000"/>
            </a:schemeClr>
          </a:solidFill>
        </p:spPr>
        <p:txBody>
          <a:bodyPr anchor="ctr"/>
          <a:lstStyle>
            <a:lvl1pPr marL="45720" indent="0" algn="ctr">
              <a:buNone/>
              <a:defRPr>
                <a:solidFill>
                  <a:schemeClr val="bg1"/>
                </a:solidFill>
              </a:defRPr>
            </a:lvl1pPr>
          </a:lstStyle>
          <a:p>
            <a:r>
              <a:rPr lang="en-US"/>
              <a:t>Click icon to add picture</a:t>
            </a:r>
          </a:p>
        </p:txBody>
      </p:sp>
      <p:sp>
        <p:nvSpPr>
          <p:cNvPr id="32" name="Text Placeholder Body 4">
            <a:extLst>
              <a:ext uri="{FF2B5EF4-FFF2-40B4-BE49-F238E27FC236}">
                <a16:creationId xmlns:a16="http://schemas.microsoft.com/office/drawing/2014/main" id="{55EC4EE5-B9E2-6A68-8DD3-223573D9AE5D}"/>
              </a:ext>
            </a:extLst>
          </p:cNvPr>
          <p:cNvSpPr>
            <a:spLocks noGrp="1"/>
          </p:cNvSpPr>
          <p:nvPr>
            <p:ph type="body" sz="quarter" idx="22" hasCustomPrompt="1"/>
          </p:nvPr>
        </p:nvSpPr>
        <p:spPr>
          <a:xfrm>
            <a:off x="8857930" y="5145111"/>
            <a:ext cx="2707054" cy="575920"/>
          </a:xfrm>
        </p:spPr>
        <p:txBody>
          <a:bodyPr/>
          <a:lstStyle>
            <a:lvl1pPr marL="45720" indent="0">
              <a:lnSpc>
                <a:spcPct val="100000"/>
              </a:lnSpc>
              <a:buNone/>
              <a:defRPr sz="1100"/>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33" name="Text Placeholder Subhead 4">
            <a:extLst>
              <a:ext uri="{FF2B5EF4-FFF2-40B4-BE49-F238E27FC236}">
                <a16:creationId xmlns:a16="http://schemas.microsoft.com/office/drawing/2014/main" id="{69A52991-E9E0-9089-0102-BAFABF5CA93E}"/>
              </a:ext>
            </a:extLst>
          </p:cNvPr>
          <p:cNvSpPr>
            <a:spLocks noGrp="1"/>
          </p:cNvSpPr>
          <p:nvPr>
            <p:ph type="body" sz="quarter" idx="23" hasCustomPrompt="1"/>
          </p:nvPr>
        </p:nvSpPr>
        <p:spPr>
          <a:xfrm>
            <a:off x="8857930" y="4824274"/>
            <a:ext cx="2707054" cy="217476"/>
          </a:xfrm>
        </p:spPr>
        <p:txBody>
          <a:bodyPr/>
          <a:lstStyle>
            <a:lvl1pPr marL="4572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Tree>
    <p:extLst>
      <p:ext uri="{BB962C8B-B14F-4D97-AF65-F5344CB8AC3E}">
        <p14:creationId xmlns:p14="http://schemas.microsoft.com/office/powerpoint/2010/main" val="185697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13" name="Footer Placeholder">
            <a:extLst>
              <a:ext uri="{FF2B5EF4-FFF2-40B4-BE49-F238E27FC236}">
                <a16:creationId xmlns:a16="http://schemas.microsoft.com/office/drawing/2014/main" id="{523B1A05-E185-7E4E-BF44-20D6031B8D25}"/>
              </a:ext>
            </a:extLst>
          </p:cNvPr>
          <p:cNvSpPr>
            <a:spLocks noGrp="1"/>
          </p:cNvSpPr>
          <p:nvPr>
            <p:ph type="ftr" sz="quarter" idx="39"/>
          </p:nvPr>
        </p:nvSpPr>
        <p:spPr/>
        <p:txBody>
          <a:bodyPr/>
          <a:lstStyle/>
          <a:p>
            <a:endParaRPr lang="en-US"/>
          </a:p>
        </p:txBody>
      </p:sp>
      <p:sp>
        <p:nvSpPr>
          <p:cNvPr id="10" name="Text Placeholder Section Title">
            <a:extLst>
              <a:ext uri="{FF2B5EF4-FFF2-40B4-BE49-F238E27FC236}">
                <a16:creationId xmlns:a16="http://schemas.microsoft.com/office/drawing/2014/main" id="{0ADAD9BC-9FDD-C6EB-3B7A-7AC31F655C2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8" name="Title Placeholder">
            <a:extLst>
              <a:ext uri="{FF2B5EF4-FFF2-40B4-BE49-F238E27FC236}">
                <a16:creationId xmlns:a16="http://schemas.microsoft.com/office/drawing/2014/main" id="{717650D2-20A9-3620-333B-46E27BD33AFD}"/>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21" name="Text Placeholder Subtitle">
            <a:extLst>
              <a:ext uri="{FF2B5EF4-FFF2-40B4-BE49-F238E27FC236}">
                <a16:creationId xmlns:a16="http://schemas.microsoft.com/office/drawing/2014/main" id="{AFD3D560-3B40-C27A-03FE-DFB6D4DAC7DD}"/>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12" name="Text Placeholder Subhead 1">
            <a:extLst>
              <a:ext uri="{FF2B5EF4-FFF2-40B4-BE49-F238E27FC236}">
                <a16:creationId xmlns:a16="http://schemas.microsoft.com/office/drawing/2014/main" id="{EB74AB36-27D6-DA6F-CD6D-38D517D98E74}"/>
              </a:ext>
            </a:extLst>
          </p:cNvPr>
          <p:cNvSpPr>
            <a:spLocks noGrp="1"/>
          </p:cNvSpPr>
          <p:nvPr>
            <p:ph type="body" sz="quarter" idx="17" hasCustomPrompt="1"/>
          </p:nvPr>
        </p:nvSpPr>
        <p:spPr>
          <a:xfrm>
            <a:off x="457200" y="1760400"/>
            <a:ext cx="2598738"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1" name="Text Placeholder Body 1">
            <a:extLst>
              <a:ext uri="{FF2B5EF4-FFF2-40B4-BE49-F238E27FC236}">
                <a16:creationId xmlns:a16="http://schemas.microsoft.com/office/drawing/2014/main" id="{FCE63746-ECB0-8EBF-0948-1B06FFC85E8D}"/>
              </a:ext>
            </a:extLst>
          </p:cNvPr>
          <p:cNvSpPr>
            <a:spLocks noGrp="1"/>
          </p:cNvSpPr>
          <p:nvPr>
            <p:ph type="body" sz="quarter" idx="15" hasCustomPrompt="1"/>
          </p:nvPr>
        </p:nvSpPr>
        <p:spPr>
          <a:xfrm>
            <a:off x="457200" y="2098801"/>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Subhead 2">
            <a:extLst>
              <a:ext uri="{FF2B5EF4-FFF2-40B4-BE49-F238E27FC236}">
                <a16:creationId xmlns:a16="http://schemas.microsoft.com/office/drawing/2014/main" id="{B8F300AF-81AD-DF5E-3EC5-0925DA200C93}"/>
              </a:ext>
            </a:extLst>
          </p:cNvPr>
          <p:cNvSpPr>
            <a:spLocks noGrp="1"/>
          </p:cNvSpPr>
          <p:nvPr>
            <p:ph type="body" sz="quarter" idx="19" hasCustomPrompt="1"/>
          </p:nvPr>
        </p:nvSpPr>
        <p:spPr>
          <a:xfrm>
            <a:off x="3349625" y="1760400"/>
            <a:ext cx="2598738"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in one line</a:t>
            </a:r>
          </a:p>
        </p:txBody>
      </p:sp>
      <p:sp>
        <p:nvSpPr>
          <p:cNvPr id="14" name="Text Placeholder Body 2">
            <a:extLst>
              <a:ext uri="{FF2B5EF4-FFF2-40B4-BE49-F238E27FC236}">
                <a16:creationId xmlns:a16="http://schemas.microsoft.com/office/drawing/2014/main" id="{B6629329-E9D9-C6C2-BCE3-A5D1AF030B34}"/>
              </a:ext>
            </a:extLst>
          </p:cNvPr>
          <p:cNvSpPr>
            <a:spLocks noGrp="1"/>
          </p:cNvSpPr>
          <p:nvPr>
            <p:ph type="body" sz="quarter" idx="18" hasCustomPrompt="1"/>
          </p:nvPr>
        </p:nvSpPr>
        <p:spPr>
          <a:xfrm>
            <a:off x="3349625" y="2098801"/>
            <a:ext cx="2598738"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3" name="Content Placeholder stat 1">
            <a:extLst>
              <a:ext uri="{FF2B5EF4-FFF2-40B4-BE49-F238E27FC236}">
                <a16:creationId xmlns:a16="http://schemas.microsoft.com/office/drawing/2014/main" id="{44FB7B3A-02DB-1B9E-3238-F2FEAC0A584F}"/>
              </a:ext>
            </a:extLst>
          </p:cNvPr>
          <p:cNvSpPr>
            <a:spLocks noGrp="1"/>
          </p:cNvSpPr>
          <p:nvPr>
            <p:ph sz="quarter" idx="31" hasCustomPrompt="1"/>
          </p:nvPr>
        </p:nvSpPr>
        <p:spPr>
          <a:xfrm>
            <a:off x="6243638" y="1793875"/>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4" name="Text Placeholder stat 1">
            <a:extLst>
              <a:ext uri="{FF2B5EF4-FFF2-40B4-BE49-F238E27FC236}">
                <a16:creationId xmlns:a16="http://schemas.microsoft.com/office/drawing/2014/main" id="{F4863D4C-44E2-8CD3-6BAC-5D15567475E5}"/>
              </a:ext>
            </a:extLst>
          </p:cNvPr>
          <p:cNvSpPr>
            <a:spLocks noGrp="1"/>
          </p:cNvSpPr>
          <p:nvPr>
            <p:ph type="body" sz="quarter" idx="32" hasCustomPrompt="1"/>
          </p:nvPr>
        </p:nvSpPr>
        <p:spPr>
          <a:xfrm>
            <a:off x="6243638" y="2736580"/>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5" name="Content Placeholder stat 2">
            <a:extLst>
              <a:ext uri="{FF2B5EF4-FFF2-40B4-BE49-F238E27FC236}">
                <a16:creationId xmlns:a16="http://schemas.microsoft.com/office/drawing/2014/main" id="{4A04D824-BD1F-FF06-AC4E-6D81909577C8}"/>
              </a:ext>
            </a:extLst>
          </p:cNvPr>
          <p:cNvSpPr>
            <a:spLocks noGrp="1"/>
          </p:cNvSpPr>
          <p:nvPr>
            <p:ph sz="quarter" idx="33" hasCustomPrompt="1"/>
          </p:nvPr>
        </p:nvSpPr>
        <p:spPr>
          <a:xfrm>
            <a:off x="6243638" y="3713243"/>
            <a:ext cx="2602516" cy="1713600"/>
          </a:xfrm>
          <a:solidFill>
            <a:schemeClr val="tx2"/>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7" name="Text Placeholder stat 2">
            <a:extLst>
              <a:ext uri="{FF2B5EF4-FFF2-40B4-BE49-F238E27FC236}">
                <a16:creationId xmlns:a16="http://schemas.microsoft.com/office/drawing/2014/main" id="{7B77D186-3E37-A99F-B583-D2BF63D12564}"/>
              </a:ext>
            </a:extLst>
          </p:cNvPr>
          <p:cNvSpPr>
            <a:spLocks noGrp="1"/>
          </p:cNvSpPr>
          <p:nvPr>
            <p:ph type="body" sz="quarter" idx="34" hasCustomPrompt="1"/>
          </p:nvPr>
        </p:nvSpPr>
        <p:spPr>
          <a:xfrm>
            <a:off x="6243638" y="4655948"/>
            <a:ext cx="2602800" cy="770895"/>
          </a:xfrm>
          <a:solidFill>
            <a:schemeClr val="tx2"/>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9" name="Content Placeholder stat 3">
            <a:extLst>
              <a:ext uri="{FF2B5EF4-FFF2-40B4-BE49-F238E27FC236}">
                <a16:creationId xmlns:a16="http://schemas.microsoft.com/office/drawing/2014/main" id="{A5ABD5A8-F739-E7BA-9965-904E207A66F7}"/>
              </a:ext>
            </a:extLst>
          </p:cNvPr>
          <p:cNvSpPr>
            <a:spLocks noGrp="1"/>
          </p:cNvSpPr>
          <p:nvPr>
            <p:ph sz="quarter" idx="35" hasCustomPrompt="1"/>
          </p:nvPr>
        </p:nvSpPr>
        <p:spPr>
          <a:xfrm>
            <a:off x="9136063" y="1793875"/>
            <a:ext cx="2602516" cy="1713600"/>
          </a:xfrm>
          <a:solidFill>
            <a:schemeClr val="tx1"/>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16" name="Text Placeholder stat 3">
            <a:extLst>
              <a:ext uri="{FF2B5EF4-FFF2-40B4-BE49-F238E27FC236}">
                <a16:creationId xmlns:a16="http://schemas.microsoft.com/office/drawing/2014/main" id="{6A61DB59-854D-F220-1CD5-58F130138CC3}"/>
              </a:ext>
            </a:extLst>
          </p:cNvPr>
          <p:cNvSpPr>
            <a:spLocks noGrp="1"/>
          </p:cNvSpPr>
          <p:nvPr>
            <p:ph type="body" sz="quarter" idx="36" hasCustomPrompt="1"/>
          </p:nvPr>
        </p:nvSpPr>
        <p:spPr>
          <a:xfrm>
            <a:off x="9136063" y="2736580"/>
            <a:ext cx="2602800" cy="770895"/>
          </a:xfrm>
          <a:solidFill>
            <a:schemeClr val="tx1"/>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
        <p:nvSpPr>
          <p:cNvPr id="17" name="Content Placeholder stat 4">
            <a:extLst>
              <a:ext uri="{FF2B5EF4-FFF2-40B4-BE49-F238E27FC236}">
                <a16:creationId xmlns:a16="http://schemas.microsoft.com/office/drawing/2014/main" id="{9E7D5289-E1C1-849B-6DA1-4197C9D9FBFE}"/>
              </a:ext>
            </a:extLst>
          </p:cNvPr>
          <p:cNvSpPr>
            <a:spLocks noGrp="1"/>
          </p:cNvSpPr>
          <p:nvPr>
            <p:ph sz="quarter" idx="37" hasCustomPrompt="1"/>
          </p:nvPr>
        </p:nvSpPr>
        <p:spPr>
          <a:xfrm>
            <a:off x="9136063" y="3713243"/>
            <a:ext cx="2602516" cy="1713600"/>
          </a:xfrm>
          <a:solidFill>
            <a:schemeClr val="tx1"/>
          </a:solidFill>
        </p:spPr>
        <p:txBody>
          <a:bodyPr wrap="square" lIns="182880" tIns="182880" rIns="274320" bIns="182880" rtlCol="0" anchor="t" anchorCtr="0">
            <a:normAutofit/>
          </a:bodyPr>
          <a:lstStyle>
            <a:lvl1pPr>
              <a:defRPr lang="en-US" sz="5400" b="1" smtClean="0">
                <a:solidFill>
                  <a:schemeClr val="bg1"/>
                </a:solidFill>
                <a:latin typeface="HP Forma DJR Office Medium" pitchFamily="2" charset="77"/>
              </a:defRPr>
            </a:lvl1pPr>
            <a:lvl2pPr>
              <a:defRPr lang="en-US" smtClean="0"/>
            </a:lvl2pPr>
            <a:lvl3pPr>
              <a:defRPr lang="en-US" smtClean="0"/>
            </a:lvl3pPr>
            <a:lvl4pPr>
              <a:defRPr lang="en-US" smtClean="0"/>
            </a:lvl4pPr>
            <a:lvl5pPr>
              <a:defRPr lang="en-US"/>
            </a:lvl5pPr>
          </a:lstStyle>
          <a:p>
            <a:pPr lvl="0"/>
            <a:r>
              <a:rPr lang="en-US"/>
              <a:t>100%</a:t>
            </a:r>
          </a:p>
        </p:txBody>
      </p:sp>
      <p:sp>
        <p:nvSpPr>
          <p:cNvPr id="22" name="Text Placeholder stat 4">
            <a:extLst>
              <a:ext uri="{FF2B5EF4-FFF2-40B4-BE49-F238E27FC236}">
                <a16:creationId xmlns:a16="http://schemas.microsoft.com/office/drawing/2014/main" id="{16A71F7B-0ED2-D885-C997-34CBCE634A90}"/>
              </a:ext>
            </a:extLst>
          </p:cNvPr>
          <p:cNvSpPr>
            <a:spLocks noGrp="1"/>
          </p:cNvSpPr>
          <p:nvPr>
            <p:ph type="body" sz="quarter" idx="38" hasCustomPrompt="1"/>
          </p:nvPr>
        </p:nvSpPr>
        <p:spPr>
          <a:xfrm>
            <a:off x="9136063" y="4655948"/>
            <a:ext cx="2602800" cy="770895"/>
          </a:xfrm>
          <a:solidFill>
            <a:schemeClr val="tx1"/>
          </a:solidFill>
        </p:spPr>
        <p:txBody>
          <a:bodyPr lIns="183600" tIns="183600" rIns="183600" bIns="183600">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your statistic over this block</a:t>
            </a:r>
          </a:p>
        </p:txBody>
      </p:sp>
    </p:spTree>
    <p:extLst>
      <p:ext uri="{BB962C8B-B14F-4D97-AF65-F5344CB8AC3E}">
        <p14:creationId xmlns:p14="http://schemas.microsoft.com/office/powerpoint/2010/main" val="2911014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O">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4" name="Footer Placeholder">
            <a:extLst>
              <a:ext uri="{FF2B5EF4-FFF2-40B4-BE49-F238E27FC236}">
                <a16:creationId xmlns:a16="http://schemas.microsoft.com/office/drawing/2014/main" id="{61C94AAB-B813-5EAE-45E8-80378206FD2C}"/>
              </a:ext>
            </a:extLst>
          </p:cNvPr>
          <p:cNvSpPr>
            <a:spLocks noGrp="1"/>
          </p:cNvSpPr>
          <p:nvPr>
            <p:ph type="ftr" sz="quarter" idx="20"/>
          </p:nvPr>
        </p:nvSpPr>
        <p:spPr/>
        <p:txBody>
          <a:bodyPr/>
          <a:lstStyle/>
          <a:p>
            <a:endParaRPr lang="en-US"/>
          </a:p>
        </p:txBody>
      </p:sp>
      <p:sp>
        <p:nvSpPr>
          <p:cNvPr id="13" name="Text Placeholder Subtitle">
            <a:extLst>
              <a:ext uri="{FF2B5EF4-FFF2-40B4-BE49-F238E27FC236}">
                <a16:creationId xmlns:a16="http://schemas.microsoft.com/office/drawing/2014/main" id="{DD1D2675-0CE6-0E40-73C1-DAC4940DA87C}"/>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8" name="Title Placeholder">
            <a:extLst>
              <a:ext uri="{FF2B5EF4-FFF2-40B4-BE49-F238E27FC236}">
                <a16:creationId xmlns:a16="http://schemas.microsoft.com/office/drawing/2014/main" id="{BB1D5596-F08D-F3D8-B71E-0CE2BB2F959D}"/>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10" name="Text Placeholder Section Title">
            <a:extLst>
              <a:ext uri="{FF2B5EF4-FFF2-40B4-BE49-F238E27FC236}">
                <a16:creationId xmlns:a16="http://schemas.microsoft.com/office/drawing/2014/main" id="{2ABE90F4-11F1-1636-D404-59A80F1B4A35}"/>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9" name="Text Placeholder Subhead 1">
            <a:extLst>
              <a:ext uri="{FF2B5EF4-FFF2-40B4-BE49-F238E27FC236}">
                <a16:creationId xmlns:a16="http://schemas.microsoft.com/office/drawing/2014/main" id="{D79D6C8B-3EC9-05CE-50E2-A49CC8B27ED5}"/>
              </a:ext>
            </a:extLst>
          </p:cNvPr>
          <p:cNvSpPr>
            <a:spLocks noGrp="1"/>
          </p:cNvSpPr>
          <p:nvPr>
            <p:ph type="body" sz="quarter" idx="17" hasCustomPrompt="1"/>
          </p:nvPr>
        </p:nvSpPr>
        <p:spPr>
          <a:xfrm>
            <a:off x="457200" y="1760400"/>
            <a:ext cx="5491163"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3" name="Text Placeholder Body 1">
            <a:extLst>
              <a:ext uri="{FF2B5EF4-FFF2-40B4-BE49-F238E27FC236}">
                <a16:creationId xmlns:a16="http://schemas.microsoft.com/office/drawing/2014/main" id="{E6E9789E-133F-A211-8758-2396EF431F25}"/>
              </a:ext>
            </a:extLst>
          </p:cNvPr>
          <p:cNvSpPr>
            <a:spLocks noGrp="1"/>
          </p:cNvSpPr>
          <p:nvPr>
            <p:ph type="body" sz="quarter" idx="15" hasCustomPrompt="1"/>
          </p:nvPr>
        </p:nvSpPr>
        <p:spPr>
          <a:xfrm>
            <a:off x="457200" y="2098800"/>
            <a:ext cx="5491163" cy="3706688"/>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2" name="Text Placeholder Subhead 2">
            <a:extLst>
              <a:ext uri="{FF2B5EF4-FFF2-40B4-BE49-F238E27FC236}">
                <a16:creationId xmlns:a16="http://schemas.microsoft.com/office/drawing/2014/main" id="{20D1A2A5-324F-3C0F-4DC6-50E19D6790AD}"/>
              </a:ext>
            </a:extLst>
          </p:cNvPr>
          <p:cNvSpPr>
            <a:spLocks noGrp="1"/>
          </p:cNvSpPr>
          <p:nvPr>
            <p:ph type="body" sz="quarter" idx="19" hasCustomPrompt="1"/>
          </p:nvPr>
        </p:nvSpPr>
        <p:spPr>
          <a:xfrm>
            <a:off x="6243636" y="1760400"/>
            <a:ext cx="5491163"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11" name="Text Placeholder Body 2">
            <a:extLst>
              <a:ext uri="{FF2B5EF4-FFF2-40B4-BE49-F238E27FC236}">
                <a16:creationId xmlns:a16="http://schemas.microsoft.com/office/drawing/2014/main" id="{FE8138BA-4CAC-603D-2725-958C282E99CF}"/>
              </a:ext>
            </a:extLst>
          </p:cNvPr>
          <p:cNvSpPr>
            <a:spLocks noGrp="1"/>
          </p:cNvSpPr>
          <p:nvPr>
            <p:ph type="body" sz="quarter" idx="18" hasCustomPrompt="1"/>
          </p:nvPr>
        </p:nvSpPr>
        <p:spPr>
          <a:xfrm>
            <a:off x="6243636" y="2098800"/>
            <a:ext cx="5491163"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994441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P">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4BABEC69-BD88-9E78-9D6D-BF78E31033C1}"/>
              </a:ext>
            </a:extLst>
          </p:cNvPr>
          <p:cNvSpPr>
            <a:spLocks noGrp="1" noRot="1" noMove="1" noResize="1" noEditPoints="1" noAdjustHandles="1" noChangeArrowheads="1" noChangeShapeType="1"/>
          </p:cNvSpPr>
          <p:nvPr>
            <p:ph type="pic" sz="quarter" idx="16"/>
          </p:nvPr>
        </p:nvSpPr>
        <p:spPr>
          <a:xfrm>
            <a:off x="453422" y="1793875"/>
            <a:ext cx="5494941" cy="4011613"/>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6CDD8C3C-1742-F314-BA6E-8D646EA17C2F}"/>
              </a:ext>
            </a:extLst>
          </p:cNvPr>
          <p:cNvSpPr>
            <a:spLocks noGrp="1"/>
          </p:cNvSpPr>
          <p:nvPr>
            <p:ph type="ftr" sz="quarter" idx="20"/>
          </p:nvPr>
        </p:nvSpPr>
        <p:spPr/>
        <p:txBody>
          <a:bodyPr/>
          <a:lstStyle/>
          <a:p>
            <a:endParaRPr lang="en-US"/>
          </a:p>
        </p:txBody>
      </p:sp>
      <p:sp>
        <p:nvSpPr>
          <p:cNvPr id="15" name="Text Placeholder Subtitle">
            <a:extLst>
              <a:ext uri="{FF2B5EF4-FFF2-40B4-BE49-F238E27FC236}">
                <a16:creationId xmlns:a16="http://schemas.microsoft.com/office/drawing/2014/main" id="{27EA9878-6945-3DC9-8E9A-78FC57BC25C8}"/>
              </a:ext>
            </a:extLst>
          </p:cNvPr>
          <p:cNvSpPr>
            <a:spLocks noGrp="1"/>
          </p:cNvSpPr>
          <p:nvPr>
            <p:ph type="body" sz="quarter" idx="13" hasCustomPrompt="1"/>
          </p:nvPr>
        </p:nvSpPr>
        <p:spPr>
          <a:xfrm>
            <a:off x="457200" y="113697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8" name="Title Placeholder">
            <a:extLst>
              <a:ext uri="{FF2B5EF4-FFF2-40B4-BE49-F238E27FC236}">
                <a16:creationId xmlns:a16="http://schemas.microsoft.com/office/drawing/2014/main" id="{9132B086-5201-ACA1-33FA-465492799AD1}"/>
              </a:ext>
            </a:extLst>
          </p:cNvPr>
          <p:cNvSpPr>
            <a:spLocks noGrp="1"/>
          </p:cNvSpPr>
          <p:nvPr>
            <p:ph type="title" hasCustomPrompt="1"/>
          </p:nvPr>
        </p:nvSpPr>
        <p:spPr>
          <a:xfrm>
            <a:off x="457200" y="743671"/>
            <a:ext cx="11278800" cy="393300"/>
          </a:xfrm>
          <a:prstGeom prst="rect">
            <a:avLst/>
          </a:prstGeom>
        </p:spPr>
        <p:txBody>
          <a:bodyPr vert="horz" lIns="0" tIns="0" rIns="91440" bIns="0" rtlCol="0" anchor="t">
            <a:noAutofit/>
          </a:bodyPr>
          <a:lstStyle>
            <a:lvl1pPr>
              <a:defRPr sz="3000"/>
            </a:lvl1pPr>
          </a:lstStyle>
          <a:p>
            <a:r>
              <a:rPr lang="en-US"/>
              <a:t>Click to write a slide title that fits in 1 line</a:t>
            </a:r>
          </a:p>
        </p:txBody>
      </p:sp>
      <p:sp>
        <p:nvSpPr>
          <p:cNvPr id="9" name="Text Placeholder Section Title">
            <a:extLst>
              <a:ext uri="{FF2B5EF4-FFF2-40B4-BE49-F238E27FC236}">
                <a16:creationId xmlns:a16="http://schemas.microsoft.com/office/drawing/2014/main" id="{11137FE5-CA3A-2FAD-4EF7-0B934E1801B4}"/>
              </a:ext>
            </a:extLst>
          </p:cNvPr>
          <p:cNvSpPr>
            <a:spLocks noGrp="1"/>
          </p:cNvSpPr>
          <p:nvPr>
            <p:ph type="body" sz="quarter" idx="14" hasCustomPrompt="1"/>
          </p:nvPr>
        </p:nvSpPr>
        <p:spPr>
          <a:xfrm>
            <a:off x="457200" y="441471"/>
            <a:ext cx="1616423" cy="245748"/>
          </a:xfrm>
        </p:spPr>
        <p:txBody>
          <a:bodyPr wrap="none" anchor="t"/>
          <a:lstStyle>
            <a:lvl1pPr marL="0" indent="0">
              <a:buNone/>
              <a:defRPr sz="1100" b="0" i="0">
                <a:solidFill>
                  <a:schemeClr val="bg2">
                    <a:lumMod val="50000"/>
                  </a:schemeClr>
                </a:solidFill>
                <a:latin typeface="HP Forma DJR Office" pitchFamily="2" charset="77"/>
              </a:defRPr>
            </a:lvl1pPr>
          </a:lstStyle>
          <a:p>
            <a:pPr lvl="0"/>
            <a:r>
              <a:rPr lang="en-US"/>
              <a:t>Section Title</a:t>
            </a:r>
          </a:p>
        </p:txBody>
      </p:sp>
      <p:sp>
        <p:nvSpPr>
          <p:cNvPr id="11" name="Text Placeholder Body">
            <a:extLst>
              <a:ext uri="{FF2B5EF4-FFF2-40B4-BE49-F238E27FC236}">
                <a16:creationId xmlns:a16="http://schemas.microsoft.com/office/drawing/2014/main" id="{FE8138BA-4CAC-603D-2725-958C282E99CF}"/>
              </a:ext>
            </a:extLst>
          </p:cNvPr>
          <p:cNvSpPr>
            <a:spLocks noGrp="1"/>
          </p:cNvSpPr>
          <p:nvPr>
            <p:ph type="body" sz="quarter" idx="18" hasCustomPrompt="1"/>
          </p:nvPr>
        </p:nvSpPr>
        <p:spPr>
          <a:xfrm>
            <a:off x="6239858" y="2098800"/>
            <a:ext cx="5494941" cy="3706688"/>
          </a:xfrm>
        </p:spPr>
        <p:txBody>
          <a:bodyPr vert="horz" lIns="0" tIns="0" rIns="0" bIns="0" rtlCol="0">
            <a:noAutofit/>
          </a:bodyPr>
          <a:lstStyle>
            <a:lvl1pPr>
              <a:defRPr lang="en-US"/>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2" name="Text Placeholder Subhead">
            <a:extLst>
              <a:ext uri="{FF2B5EF4-FFF2-40B4-BE49-F238E27FC236}">
                <a16:creationId xmlns:a16="http://schemas.microsoft.com/office/drawing/2014/main" id="{20D1A2A5-324F-3C0F-4DC6-50E19D6790AD}"/>
              </a:ext>
            </a:extLst>
          </p:cNvPr>
          <p:cNvSpPr>
            <a:spLocks noGrp="1"/>
          </p:cNvSpPr>
          <p:nvPr>
            <p:ph type="body" sz="quarter" idx="19" hasCustomPrompt="1"/>
          </p:nvPr>
        </p:nvSpPr>
        <p:spPr>
          <a:xfrm>
            <a:off x="6239858" y="1760400"/>
            <a:ext cx="5494941" cy="217476"/>
          </a:xfrm>
        </p:spPr>
        <p:txBody>
          <a:bodyPr/>
          <a:lstStyle>
            <a:lvl1pPr marL="0" indent="0">
              <a:lnSpc>
                <a:spcPct val="100000"/>
              </a:lnSpc>
              <a:buNone/>
              <a:defRPr sz="1600" b="1" i="0">
                <a:latin typeface="HP Forma DJR Office Medium" pitchFamily="2" charset="77"/>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Tree>
    <p:extLst>
      <p:ext uri="{BB962C8B-B14F-4D97-AF65-F5344CB8AC3E}">
        <p14:creationId xmlns:p14="http://schemas.microsoft.com/office/powerpoint/2010/main" val="35175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idebar">
    <p:spTree>
      <p:nvGrpSpPr>
        <p:cNvPr id="1" name=""/>
        <p:cNvGrpSpPr/>
        <p:nvPr/>
      </p:nvGrpSpPr>
      <p:grpSpPr>
        <a:xfrm>
          <a:off x="0" y="0"/>
          <a:ext cx="0" cy="0"/>
          <a:chOff x="0" y="0"/>
          <a:chExt cx="0" cy="0"/>
        </a:xfrm>
      </p:grpSpPr>
      <p:sp>
        <p:nvSpPr>
          <p:cNvPr id="5" name="Rectangle Sidebar">
            <a:extLst>
              <a:ext uri="{FF2B5EF4-FFF2-40B4-BE49-F238E27FC236}">
                <a16:creationId xmlns:a16="http://schemas.microsoft.com/office/drawing/2014/main" id="{EE8BDBEE-6B79-B189-8B87-991067326D91}"/>
              </a:ext>
            </a:extLst>
          </p:cNvPr>
          <p:cNvSpPr/>
          <p:nvPr userDrawn="1"/>
        </p:nvSpPr>
        <p:spPr>
          <a:xfrm>
            <a:off x="1" y="0"/>
            <a:ext cx="334962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latin typeface="HP Forma DJR Office" pitchFamily="2" charset="77"/>
            </a:endParaRPr>
          </a:p>
        </p:txBody>
      </p:sp>
      <p:pic>
        <p:nvPicPr>
          <p:cNvPr id="7" name="HP Logo">
            <a:extLst>
              <a:ext uri="{FF2B5EF4-FFF2-40B4-BE49-F238E27FC236}">
                <a16:creationId xmlns:a16="http://schemas.microsoft.com/office/drawing/2014/main" id="{CF05E177-BF5F-C6CF-9585-DD12CA8BD8D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447288" y="6091113"/>
            <a:ext cx="320400" cy="320400"/>
          </a:xfrm>
          <a:prstGeom prst="rect">
            <a:avLst/>
          </a:prstGeom>
        </p:spPr>
      </p:pic>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D704B385-CDBD-A242-7534-0423ABC37497}"/>
              </a:ext>
            </a:extLst>
          </p:cNvPr>
          <p:cNvSpPr>
            <a:spLocks noGrp="1"/>
          </p:cNvSpPr>
          <p:nvPr>
            <p:ph type="ftr" sz="quarter" idx="16"/>
          </p:nvPr>
        </p:nvSpPr>
        <p:spPr/>
        <p:txBody>
          <a:bodyPr/>
          <a:lstStyle/>
          <a:p>
            <a:endParaRPr lang="en-US"/>
          </a:p>
        </p:txBody>
      </p:sp>
      <p:sp>
        <p:nvSpPr>
          <p:cNvPr id="14" name="Text Placeholder Section Title">
            <a:extLst>
              <a:ext uri="{FF2B5EF4-FFF2-40B4-BE49-F238E27FC236}">
                <a16:creationId xmlns:a16="http://schemas.microsoft.com/office/drawing/2014/main" id="{74AFB95F-F51A-55DC-A64C-464864C2C2EC}"/>
              </a:ext>
            </a:extLst>
          </p:cNvPr>
          <p:cNvSpPr>
            <a:spLocks noGrp="1"/>
          </p:cNvSpPr>
          <p:nvPr>
            <p:ph type="body" sz="quarter" idx="14" hasCustomPrompt="1"/>
          </p:nvPr>
        </p:nvSpPr>
        <p:spPr>
          <a:xfrm>
            <a:off x="463088"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0" name="Title Placeholder">
            <a:extLst>
              <a:ext uri="{FF2B5EF4-FFF2-40B4-BE49-F238E27FC236}">
                <a16:creationId xmlns:a16="http://schemas.microsoft.com/office/drawing/2014/main" id="{8377D99F-12B5-576D-FDEC-120C047DEE0F}"/>
              </a:ext>
            </a:extLst>
          </p:cNvPr>
          <p:cNvSpPr>
            <a:spLocks noGrp="1"/>
          </p:cNvSpPr>
          <p:nvPr>
            <p:ph type="title" hasCustomPrompt="1"/>
          </p:nvPr>
        </p:nvSpPr>
        <p:spPr>
          <a:xfrm>
            <a:off x="463088" y="743670"/>
            <a:ext cx="2596981"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16" name="Text Placeholder Subtitle">
            <a:extLst>
              <a:ext uri="{FF2B5EF4-FFF2-40B4-BE49-F238E27FC236}">
                <a16:creationId xmlns:a16="http://schemas.microsoft.com/office/drawing/2014/main" id="{9CC67956-58D0-145B-940B-D0896ED02A39}"/>
              </a:ext>
            </a:extLst>
          </p:cNvPr>
          <p:cNvSpPr>
            <a:spLocks noGrp="1"/>
          </p:cNvSpPr>
          <p:nvPr>
            <p:ph type="body" sz="quarter" idx="13" hasCustomPrompt="1"/>
          </p:nvPr>
        </p:nvSpPr>
        <p:spPr>
          <a:xfrm>
            <a:off x="457201" y="1898553"/>
            <a:ext cx="2602346" cy="539847"/>
          </a:xfrm>
        </p:spPr>
        <p:txBody>
          <a:bodyPr rIns="0">
            <a:noAutofit/>
          </a:bodyPr>
          <a:lstStyle>
            <a:lvl1pPr marL="0" indent="0">
              <a:lnSpc>
                <a:spcPct val="9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4" name="Text Placeholder Body">
            <a:extLst>
              <a:ext uri="{FF2B5EF4-FFF2-40B4-BE49-F238E27FC236}">
                <a16:creationId xmlns:a16="http://schemas.microsoft.com/office/drawing/2014/main" id="{97EB5387-6F22-A937-1705-11980C912F96}"/>
              </a:ext>
            </a:extLst>
          </p:cNvPr>
          <p:cNvSpPr>
            <a:spLocks noGrp="1"/>
          </p:cNvSpPr>
          <p:nvPr>
            <p:ph type="body" sz="quarter" idx="15" hasCustomPrompt="1"/>
          </p:nvPr>
        </p:nvSpPr>
        <p:spPr>
          <a:xfrm>
            <a:off x="457200" y="2691502"/>
            <a:ext cx="2598738" cy="3113986"/>
          </a:xfrm>
        </p:spPr>
        <p:txBody>
          <a:bodyPr vert="horz" lIns="0" tIns="0" rIns="0" bIns="0" rtlCol="0">
            <a:norm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81729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idebar w/o subtitle">
    <p:spTree>
      <p:nvGrpSpPr>
        <p:cNvPr id="1" name=""/>
        <p:cNvGrpSpPr/>
        <p:nvPr/>
      </p:nvGrpSpPr>
      <p:grpSpPr>
        <a:xfrm>
          <a:off x="0" y="0"/>
          <a:ext cx="0" cy="0"/>
          <a:chOff x="0" y="0"/>
          <a:chExt cx="0" cy="0"/>
        </a:xfrm>
      </p:grpSpPr>
      <p:sp>
        <p:nvSpPr>
          <p:cNvPr id="5" name="Rectangle Sidebar">
            <a:extLst>
              <a:ext uri="{FF2B5EF4-FFF2-40B4-BE49-F238E27FC236}">
                <a16:creationId xmlns:a16="http://schemas.microsoft.com/office/drawing/2014/main" id="{EE8BDBEE-6B79-B189-8B87-991067326D91}"/>
              </a:ext>
            </a:extLst>
          </p:cNvPr>
          <p:cNvSpPr/>
          <p:nvPr userDrawn="1"/>
        </p:nvSpPr>
        <p:spPr>
          <a:xfrm>
            <a:off x="1" y="0"/>
            <a:ext cx="334962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latin typeface="HP Forma DJR Office" pitchFamily="2" charset="77"/>
            </a:endParaRPr>
          </a:p>
        </p:txBody>
      </p:sp>
      <p:pic>
        <p:nvPicPr>
          <p:cNvPr id="4" name="HP Logo">
            <a:extLst>
              <a:ext uri="{FF2B5EF4-FFF2-40B4-BE49-F238E27FC236}">
                <a16:creationId xmlns:a16="http://schemas.microsoft.com/office/drawing/2014/main" id="{631E4F6C-A110-BF5F-0DDF-9EC140F72328}"/>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447288" y="6091113"/>
            <a:ext cx="320400" cy="320400"/>
          </a:xfrm>
          <a:prstGeom prst="rect">
            <a:avLst/>
          </a:prstGeom>
        </p:spPr>
      </p:pic>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3" name="Footer Placeholder">
            <a:extLst>
              <a:ext uri="{FF2B5EF4-FFF2-40B4-BE49-F238E27FC236}">
                <a16:creationId xmlns:a16="http://schemas.microsoft.com/office/drawing/2014/main" id="{4D571C28-6AF7-5467-F091-A91A27C88227}"/>
              </a:ext>
            </a:extLst>
          </p:cNvPr>
          <p:cNvSpPr>
            <a:spLocks noGrp="1"/>
          </p:cNvSpPr>
          <p:nvPr>
            <p:ph type="ftr" sz="quarter" idx="18"/>
          </p:nvPr>
        </p:nvSpPr>
        <p:spPr/>
        <p:txBody>
          <a:bodyPr/>
          <a:lstStyle/>
          <a:p>
            <a:endParaRPr lang="en-US"/>
          </a:p>
        </p:txBody>
      </p:sp>
      <p:sp>
        <p:nvSpPr>
          <p:cNvPr id="14" name="Text Placeholder Section Title">
            <a:extLst>
              <a:ext uri="{FF2B5EF4-FFF2-40B4-BE49-F238E27FC236}">
                <a16:creationId xmlns:a16="http://schemas.microsoft.com/office/drawing/2014/main" id="{74AFB95F-F51A-55DC-A64C-464864C2C2EC}"/>
              </a:ext>
            </a:extLst>
          </p:cNvPr>
          <p:cNvSpPr>
            <a:spLocks noGrp="1"/>
          </p:cNvSpPr>
          <p:nvPr>
            <p:ph type="body" sz="quarter" idx="14" hasCustomPrompt="1"/>
          </p:nvPr>
        </p:nvSpPr>
        <p:spPr>
          <a:xfrm>
            <a:off x="463088"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10" name="Title Placeholder">
            <a:extLst>
              <a:ext uri="{FF2B5EF4-FFF2-40B4-BE49-F238E27FC236}">
                <a16:creationId xmlns:a16="http://schemas.microsoft.com/office/drawing/2014/main" id="{8377D99F-12B5-576D-FDEC-120C047DEE0F}"/>
              </a:ext>
            </a:extLst>
          </p:cNvPr>
          <p:cNvSpPr>
            <a:spLocks noGrp="1"/>
          </p:cNvSpPr>
          <p:nvPr>
            <p:ph type="title" hasCustomPrompt="1"/>
          </p:nvPr>
        </p:nvSpPr>
        <p:spPr>
          <a:xfrm>
            <a:off x="463088" y="743670"/>
            <a:ext cx="2596981"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9" name="Text Placeholder Body">
            <a:extLst>
              <a:ext uri="{FF2B5EF4-FFF2-40B4-BE49-F238E27FC236}">
                <a16:creationId xmlns:a16="http://schemas.microsoft.com/office/drawing/2014/main" id="{B9064B06-8468-3C30-B011-C457F60E7A9A}"/>
              </a:ext>
            </a:extLst>
          </p:cNvPr>
          <p:cNvSpPr>
            <a:spLocks noGrp="1"/>
          </p:cNvSpPr>
          <p:nvPr>
            <p:ph type="body" sz="quarter" idx="17" hasCustomPrompt="1"/>
          </p:nvPr>
        </p:nvSpPr>
        <p:spPr>
          <a:xfrm>
            <a:off x="457200" y="1902127"/>
            <a:ext cx="2598738" cy="3906935"/>
          </a:xfrm>
        </p:spPr>
        <p:txBody>
          <a:bodyPr rIns="0"/>
          <a:lstStyle>
            <a:lvl1pPr>
              <a:defRPr/>
            </a:lvl1pPr>
            <a:lvl9pPr>
              <a:spcAft>
                <a:spcPts val="900"/>
              </a:spcAft>
              <a:defRPr/>
            </a:lvl9pPr>
          </a:lstStyle>
          <a:p>
            <a:pPr lvl="7"/>
            <a:r>
              <a:rPr lang="en-US"/>
              <a:t>Click to write a subtitle that is 1-2 lines long.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a:p>
            <a:pPr lvl="0"/>
            <a:endParaRPr lang="en-US"/>
          </a:p>
        </p:txBody>
      </p:sp>
    </p:spTree>
    <p:extLst>
      <p:ext uri="{BB962C8B-B14F-4D97-AF65-F5344CB8AC3E}">
        <p14:creationId xmlns:p14="http://schemas.microsoft.com/office/powerpoint/2010/main" val="1945137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Sidebar Image">
    <p:spTree>
      <p:nvGrpSpPr>
        <p:cNvPr id="1" name=""/>
        <p:cNvGrpSpPr/>
        <p:nvPr/>
      </p:nvGrpSpPr>
      <p:grpSpPr>
        <a:xfrm>
          <a:off x="0" y="0"/>
          <a:ext cx="0" cy="0"/>
          <a:chOff x="0" y="0"/>
          <a:chExt cx="0" cy="0"/>
        </a:xfrm>
      </p:grpSpPr>
      <p:sp>
        <p:nvSpPr>
          <p:cNvPr id="9" name="Picture Placeholder">
            <a:extLst>
              <a:ext uri="{FF2B5EF4-FFF2-40B4-BE49-F238E27FC236}">
                <a16:creationId xmlns:a16="http://schemas.microsoft.com/office/drawing/2014/main" id="{4D12D9B6-A634-C8DE-A06B-52BC80A22B92}"/>
              </a:ext>
            </a:extLst>
          </p:cNvPr>
          <p:cNvSpPr>
            <a:spLocks noGrp="1" noRot="1" noMove="1" noResize="1" noEditPoints="1" noAdjustHandles="1" noChangeArrowheads="1" noChangeShapeType="1"/>
          </p:cNvSpPr>
          <p:nvPr>
            <p:ph type="pic" sz="quarter" idx="16"/>
          </p:nvPr>
        </p:nvSpPr>
        <p:spPr>
          <a:xfrm>
            <a:off x="3349624" y="0"/>
            <a:ext cx="8842375" cy="6858000"/>
          </a:xfrm>
          <a:solidFill>
            <a:schemeClr val="bg1">
              <a:lumMod val="75000"/>
            </a:schemeClr>
          </a:solidFill>
        </p:spPr>
        <p:txBody>
          <a:bodyPr anchor="ctr"/>
          <a:lstStyle>
            <a:lvl1pPr marL="45720" indent="0" algn="ctr">
              <a:buNone/>
              <a:defRPr>
                <a:solidFill>
                  <a:schemeClr val="bg1"/>
                </a:solidFill>
              </a:defRPr>
            </a:lvl1pPr>
          </a:lstStyle>
          <a:p>
            <a:r>
              <a:rPr lang="en-US"/>
              <a:t>Click icon to add picture</a:t>
            </a:r>
          </a:p>
        </p:txBody>
      </p:sp>
      <p:sp>
        <p:nvSpPr>
          <p:cNvPr id="6" name="Slide Number Placeholder">
            <a:extLst>
              <a:ext uri="{FF2B5EF4-FFF2-40B4-BE49-F238E27FC236}">
                <a16:creationId xmlns:a16="http://schemas.microsoft.com/office/drawing/2014/main" id="{5C0787E2-82A1-9698-B70D-388920516C1C}"/>
              </a:ext>
            </a:extLst>
          </p:cNvPr>
          <p:cNvSpPr>
            <a:spLocks noGrp="1"/>
          </p:cNvSpPr>
          <p:nvPr>
            <p:ph type="sldNum" sz="quarter" idx="12"/>
          </p:nvPr>
        </p:nvSpPr>
        <p:spPr/>
        <p:txBody>
          <a:bodyPr/>
          <a:lstStyle>
            <a:lvl1pPr>
              <a:defRPr>
                <a:solidFill>
                  <a:schemeClr val="tx1">
                    <a:lumMod val="50000"/>
                    <a:lumOff val="50000"/>
                  </a:schemeClr>
                </a:solidFill>
              </a:defRPr>
            </a:lvl1pPr>
          </a:lstStyle>
          <a:p>
            <a:fld id="{6605C61B-1C53-2644-8B26-3D798E595467}" type="slidenum">
              <a:rPr lang="en-US" smtClean="0"/>
              <a:pPr/>
              <a:t>‹#›</a:t>
            </a:fld>
            <a:endParaRPr lang="en-US"/>
          </a:p>
        </p:txBody>
      </p:sp>
      <p:sp>
        <p:nvSpPr>
          <p:cNvPr id="8" name="Footer Placeholder">
            <a:extLst>
              <a:ext uri="{FF2B5EF4-FFF2-40B4-BE49-F238E27FC236}">
                <a16:creationId xmlns:a16="http://schemas.microsoft.com/office/drawing/2014/main" id="{A458E7E2-EDE2-2902-1F01-9470A7DDC859}"/>
              </a:ext>
            </a:extLst>
          </p:cNvPr>
          <p:cNvSpPr>
            <a:spLocks noGrp="1"/>
          </p:cNvSpPr>
          <p:nvPr>
            <p:ph type="ftr" sz="quarter" idx="17"/>
          </p:nvPr>
        </p:nvSpPr>
        <p:spPr/>
        <p:txBody>
          <a:bodyPr/>
          <a:lstStyle/>
          <a:p>
            <a:endParaRPr lang="en-US"/>
          </a:p>
        </p:txBody>
      </p:sp>
      <p:sp>
        <p:nvSpPr>
          <p:cNvPr id="5" name="Text Placeholder Section Title">
            <a:extLst>
              <a:ext uri="{FF2B5EF4-FFF2-40B4-BE49-F238E27FC236}">
                <a16:creationId xmlns:a16="http://schemas.microsoft.com/office/drawing/2014/main" id="{E5278CEF-2F36-E298-F1A2-5B9B5DC12C0A}"/>
              </a:ext>
            </a:extLst>
          </p:cNvPr>
          <p:cNvSpPr>
            <a:spLocks noGrp="1"/>
          </p:cNvSpPr>
          <p:nvPr>
            <p:ph type="body" sz="quarter" idx="14" hasCustomPrompt="1"/>
          </p:nvPr>
        </p:nvSpPr>
        <p:spPr>
          <a:xfrm>
            <a:off x="463088" y="441471"/>
            <a:ext cx="1616423" cy="245748"/>
          </a:xfrm>
        </p:spPr>
        <p:txBody>
          <a:bodyPr wrap="none" anchor="t"/>
          <a:lstStyle>
            <a:lvl1pPr marL="0" indent="0">
              <a:buNone/>
              <a:defRPr sz="1100" b="0" i="0">
                <a:solidFill>
                  <a:schemeClr val="bg2">
                    <a:lumMod val="50000"/>
                  </a:schemeClr>
                </a:solidFill>
                <a:latin typeface="+mn-lt"/>
              </a:defRPr>
            </a:lvl1pPr>
          </a:lstStyle>
          <a:p>
            <a:pPr lvl="0"/>
            <a:r>
              <a:rPr lang="en-US"/>
              <a:t>Section Title</a:t>
            </a:r>
          </a:p>
        </p:txBody>
      </p:sp>
      <p:sp>
        <p:nvSpPr>
          <p:cNvPr id="2" name="Title Placeholder">
            <a:extLst>
              <a:ext uri="{FF2B5EF4-FFF2-40B4-BE49-F238E27FC236}">
                <a16:creationId xmlns:a16="http://schemas.microsoft.com/office/drawing/2014/main" id="{BA0E2CE9-7665-AC31-59F6-43FD17D96A61}"/>
              </a:ext>
            </a:extLst>
          </p:cNvPr>
          <p:cNvSpPr>
            <a:spLocks noGrp="1"/>
          </p:cNvSpPr>
          <p:nvPr>
            <p:ph type="title" hasCustomPrompt="1"/>
          </p:nvPr>
        </p:nvSpPr>
        <p:spPr>
          <a:xfrm>
            <a:off x="463088" y="743670"/>
            <a:ext cx="2593380" cy="1068485"/>
          </a:xfrm>
          <a:prstGeom prst="rect">
            <a:avLst/>
          </a:prstGeom>
        </p:spPr>
        <p:txBody>
          <a:bodyPr vert="horz" lIns="0" tIns="0" rIns="0" bIns="0" rtlCol="0" anchor="t">
            <a:noAutofit/>
          </a:bodyPr>
          <a:lstStyle>
            <a:lvl1pPr>
              <a:defRPr sz="3000"/>
            </a:lvl1pPr>
          </a:lstStyle>
          <a:p>
            <a:r>
              <a:rPr lang="en-US"/>
              <a:t>Click to write a slide title that fits in 3 lines.</a:t>
            </a:r>
          </a:p>
        </p:txBody>
      </p:sp>
      <p:sp>
        <p:nvSpPr>
          <p:cNvPr id="3" name="Text Placeholder Subtitle">
            <a:extLst>
              <a:ext uri="{FF2B5EF4-FFF2-40B4-BE49-F238E27FC236}">
                <a16:creationId xmlns:a16="http://schemas.microsoft.com/office/drawing/2014/main" id="{6AC7DE64-0E68-150C-3CBC-198742585CA5}"/>
              </a:ext>
            </a:extLst>
          </p:cNvPr>
          <p:cNvSpPr>
            <a:spLocks noGrp="1"/>
          </p:cNvSpPr>
          <p:nvPr>
            <p:ph type="body" sz="quarter" idx="13" hasCustomPrompt="1"/>
          </p:nvPr>
        </p:nvSpPr>
        <p:spPr>
          <a:xfrm>
            <a:off x="457200" y="1898553"/>
            <a:ext cx="2593380" cy="539847"/>
          </a:xfrm>
        </p:spPr>
        <p:txBody>
          <a:bodyPr rIns="0">
            <a:noAutofit/>
          </a:bodyPr>
          <a:lstStyle>
            <a:lvl1pPr marL="0" indent="0">
              <a:lnSpc>
                <a:spcPct val="9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is 1-2 lines long. </a:t>
            </a:r>
          </a:p>
        </p:txBody>
      </p:sp>
      <p:sp>
        <p:nvSpPr>
          <p:cNvPr id="7" name="Text Placeholder Body">
            <a:extLst>
              <a:ext uri="{FF2B5EF4-FFF2-40B4-BE49-F238E27FC236}">
                <a16:creationId xmlns:a16="http://schemas.microsoft.com/office/drawing/2014/main" id="{8261E5E1-0562-BBA1-2814-1A2ACA0BA26B}"/>
              </a:ext>
            </a:extLst>
          </p:cNvPr>
          <p:cNvSpPr>
            <a:spLocks noGrp="1"/>
          </p:cNvSpPr>
          <p:nvPr>
            <p:ph type="body" sz="quarter" idx="15" hasCustomPrompt="1"/>
          </p:nvPr>
        </p:nvSpPr>
        <p:spPr>
          <a:xfrm>
            <a:off x="457201" y="2691502"/>
            <a:ext cx="2598738" cy="3113986"/>
          </a:xfrm>
        </p:spPr>
        <p:txBody>
          <a:bodyPr vert="horz" lIns="0" tIns="0" rIns="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77408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7A323EE8-B917-2EF7-8429-2463805502A8}"/>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A430CEE4-86AA-87B6-4567-799504B38F7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928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DDFB5B2A-A74E-B71B-2444-843FC60D0D60}"/>
              </a:ext>
            </a:extLst>
          </p:cNvPr>
          <p:cNvSpPr>
            <a:spLocks noGrp="1"/>
          </p:cNvSpPr>
          <p:nvPr>
            <p:ph type="ftr" sz="quarter" idx="15"/>
          </p:nvPr>
        </p:nvSpPr>
        <p:spPr/>
        <p:txBody>
          <a:bodyPr/>
          <a:lstStyle/>
          <a:p>
            <a:endParaRPr lang="en-US"/>
          </a:p>
        </p:txBody>
      </p:sp>
      <p:sp>
        <p:nvSpPr>
          <p:cNvPr id="4" name="Title Placeholder">
            <a:extLst>
              <a:ext uri="{FF2B5EF4-FFF2-40B4-BE49-F238E27FC236}">
                <a16:creationId xmlns:a16="http://schemas.microsoft.com/office/drawing/2014/main" id="{75188F2D-77F8-2852-93EB-92CC83AE8CA0}"/>
              </a:ext>
            </a:extLst>
          </p:cNvPr>
          <p:cNvSpPr>
            <a:spLocks noGrp="1"/>
          </p:cNvSpPr>
          <p:nvPr>
            <p:ph type="title" hasCustomPrompt="1"/>
          </p:nvPr>
        </p:nvSpPr>
        <p:spPr>
          <a:xfrm>
            <a:off x="457200" y="457200"/>
            <a:ext cx="11279734" cy="619200"/>
          </a:xfrm>
          <a:prstGeom prst="rect">
            <a:avLst/>
          </a:prstGeom>
        </p:spPr>
        <p:txBody>
          <a:bodyPr vert="horz" lIns="0" tIns="0" rIns="0" bIns="0" rtlCol="0" anchor="t">
            <a:noAutofit/>
          </a:bodyPr>
          <a:lstStyle>
            <a:lvl1pPr>
              <a:defRPr sz="3000"/>
            </a:lvl1pPr>
          </a:lstStyle>
          <a:p>
            <a:r>
              <a:rPr lang="en-US"/>
              <a:t>Click to write a slide title</a:t>
            </a:r>
          </a:p>
          <a:p>
            <a:pPr lvl="1">
              <a:spcBef>
                <a:spcPts val="400"/>
              </a:spcBef>
            </a:pPr>
            <a:r>
              <a:rPr lang="en-US"/>
              <a:t>Click to write a slide subtitle</a:t>
            </a:r>
          </a:p>
          <a:p>
            <a:pPr lvl="2">
              <a:spcBef>
                <a:spcPts val="2500"/>
              </a:spcBef>
            </a:pPr>
            <a:r>
              <a:rPr lang="en-US"/>
              <a:t> </a:t>
            </a:r>
          </a:p>
        </p:txBody>
      </p:sp>
      <p:sp>
        <p:nvSpPr>
          <p:cNvPr id="3" name="Content Placeholder">
            <a:extLst>
              <a:ext uri="{FF2B5EF4-FFF2-40B4-BE49-F238E27FC236}">
                <a16:creationId xmlns:a16="http://schemas.microsoft.com/office/drawing/2014/main" id="{70BF6A0E-BF54-1288-2709-3A4BD155C9A9}"/>
              </a:ext>
            </a:extLst>
          </p:cNvPr>
          <p:cNvSpPr>
            <a:spLocks noGrp="1"/>
          </p:cNvSpPr>
          <p:nvPr>
            <p:ph sz="quarter" idx="14"/>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233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B.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5" name="Footer Placeholder">
            <a:extLst>
              <a:ext uri="{FF2B5EF4-FFF2-40B4-BE49-F238E27FC236}">
                <a16:creationId xmlns:a16="http://schemas.microsoft.com/office/drawing/2014/main" id="{44B41563-8CC5-3AEE-8251-6A400D663275}"/>
              </a:ext>
            </a:extLst>
          </p:cNvPr>
          <p:cNvSpPr>
            <a:spLocks noGrp="1"/>
          </p:cNvSpPr>
          <p:nvPr>
            <p:ph type="ftr" sz="quarter" idx="16"/>
          </p:nvPr>
        </p:nvSpPr>
        <p:spPr/>
        <p:txBody>
          <a:bodyPr/>
          <a:lstStyle/>
          <a:p>
            <a:endParaRPr lang="en-US"/>
          </a:p>
        </p:txBody>
      </p:sp>
      <p:sp>
        <p:nvSpPr>
          <p:cNvPr id="8" name="Title Placeholder">
            <a:extLst>
              <a:ext uri="{FF2B5EF4-FFF2-40B4-BE49-F238E27FC236}">
                <a16:creationId xmlns:a16="http://schemas.microsoft.com/office/drawing/2014/main" id="{BBA1204C-2645-E356-4F3D-1EF7904D4D9C}"/>
              </a:ext>
            </a:extLst>
          </p:cNvPr>
          <p:cNvSpPr>
            <a:spLocks noGrp="1"/>
          </p:cNvSpPr>
          <p:nvPr>
            <p:ph type="title" hasCustomPrompt="1"/>
          </p:nvPr>
        </p:nvSpPr>
        <p:spPr>
          <a:xfrm>
            <a:off x="457200" y="457200"/>
            <a:ext cx="11278800" cy="393300"/>
          </a:xfrm>
          <a:prstGeom prst="rect">
            <a:avLst/>
          </a:prstGeom>
        </p:spPr>
        <p:txBody>
          <a:bodyPr vert="horz" lIns="0" tIns="0" rIns="0" bIns="0" rtlCol="0" anchor="t">
            <a:noAutofit/>
          </a:bodyPr>
          <a:lstStyle>
            <a:lvl1pPr>
              <a:defRPr sz="3000"/>
            </a:lvl1pPr>
          </a:lstStyle>
          <a:p>
            <a:r>
              <a:rPr lang="en-US"/>
              <a:t>Click to write a slide title that fits in 1 line</a:t>
            </a:r>
          </a:p>
        </p:txBody>
      </p:sp>
      <p:sp>
        <p:nvSpPr>
          <p:cNvPr id="4" name="Text Placeholder Subtitle">
            <a:extLst>
              <a:ext uri="{FF2B5EF4-FFF2-40B4-BE49-F238E27FC236}">
                <a16:creationId xmlns:a16="http://schemas.microsoft.com/office/drawing/2014/main" id="{F39E5016-CC21-E5AE-DD36-FC1CA650571C}"/>
              </a:ext>
            </a:extLst>
          </p:cNvPr>
          <p:cNvSpPr>
            <a:spLocks noGrp="1"/>
          </p:cNvSpPr>
          <p:nvPr>
            <p:ph type="body" sz="quarter" idx="13" hasCustomPrompt="1"/>
          </p:nvPr>
        </p:nvSpPr>
        <p:spPr>
          <a:xfrm>
            <a:off x="458730" y="849600"/>
            <a:ext cx="11278800"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Content Placeholder">
            <a:extLst>
              <a:ext uri="{FF2B5EF4-FFF2-40B4-BE49-F238E27FC236}">
                <a16:creationId xmlns:a16="http://schemas.microsoft.com/office/drawing/2014/main" id="{EF60FBB4-7F9D-F261-D432-3B86E1FB6CD1}"/>
              </a:ext>
            </a:extLst>
          </p:cNvPr>
          <p:cNvSpPr>
            <a:spLocks noGrp="1"/>
          </p:cNvSpPr>
          <p:nvPr>
            <p:ph sz="quarter" idx="15"/>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1544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C.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7" name="Footer Placeholder">
            <a:extLst>
              <a:ext uri="{FF2B5EF4-FFF2-40B4-BE49-F238E27FC236}">
                <a16:creationId xmlns:a16="http://schemas.microsoft.com/office/drawing/2014/main" id="{C0423C0D-A6A6-C589-F244-1E4FF5550373}"/>
              </a:ext>
            </a:extLst>
          </p:cNvPr>
          <p:cNvSpPr>
            <a:spLocks noGrp="1"/>
          </p:cNvSpPr>
          <p:nvPr>
            <p:ph type="ftr" sz="quarter" idx="16"/>
          </p:nvPr>
        </p:nvSpPr>
        <p:spPr/>
        <p:txBody>
          <a:bodyPr/>
          <a:lstStyle/>
          <a:p>
            <a:endParaRPr lang="en-US"/>
          </a:p>
        </p:txBody>
      </p:sp>
      <p:sp>
        <p:nvSpPr>
          <p:cNvPr id="2" name="Text Placeholder Subtitle">
            <a:extLst>
              <a:ext uri="{FF2B5EF4-FFF2-40B4-BE49-F238E27FC236}">
                <a16:creationId xmlns:a16="http://schemas.microsoft.com/office/drawing/2014/main" id="{AB164EB7-64B7-6185-24C3-8199AED2D51F}"/>
              </a:ext>
            </a:extLst>
          </p:cNvPr>
          <p:cNvSpPr>
            <a:spLocks noGrp="1"/>
          </p:cNvSpPr>
          <p:nvPr>
            <p:ph type="body" sz="quarter" idx="13" hasCustomPrompt="1"/>
          </p:nvPr>
        </p:nvSpPr>
        <p:spPr>
          <a:xfrm>
            <a:off x="458729" y="120240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itle Placeholder">
            <a:extLst>
              <a:ext uri="{FF2B5EF4-FFF2-40B4-BE49-F238E27FC236}">
                <a16:creationId xmlns:a16="http://schemas.microsoft.com/office/drawing/2014/main" id="{08AC38AE-33C4-2144-8AE8-E321E9BA52A9}"/>
              </a:ext>
            </a:extLst>
          </p:cNvPr>
          <p:cNvSpPr>
            <a:spLocks noGrp="1"/>
          </p:cNvSpPr>
          <p:nvPr>
            <p:ph type="title" hasCustomPrompt="1"/>
          </p:nvPr>
        </p:nvSpPr>
        <p:spPr>
          <a:xfrm>
            <a:off x="457200" y="457200"/>
            <a:ext cx="11278800" cy="620180"/>
          </a:xfrm>
          <a:prstGeom prst="rect">
            <a:avLst/>
          </a:prstGeom>
        </p:spPr>
        <p:txBody>
          <a:bodyPr vert="horz" lIns="0" tIns="0" rIns="0" bIns="0" rtlCol="0" anchor="t">
            <a:noAutofit/>
          </a:bodyPr>
          <a:lstStyle>
            <a:lvl1pPr>
              <a:defRPr sz="3000"/>
            </a:lvl1pPr>
          </a:lstStyle>
          <a:p>
            <a:r>
              <a:rPr lang="en-US"/>
              <a:t>Click to write a slide title that fits in 2 lines if you need more space to explain your idea.</a:t>
            </a:r>
          </a:p>
        </p:txBody>
      </p:sp>
      <p:sp>
        <p:nvSpPr>
          <p:cNvPr id="5" name="Content Placeholder Body">
            <a:extLst>
              <a:ext uri="{FF2B5EF4-FFF2-40B4-BE49-F238E27FC236}">
                <a16:creationId xmlns:a16="http://schemas.microsoft.com/office/drawing/2014/main" id="{1A468808-A228-D1B9-9720-ACB9EBF875CA}"/>
              </a:ext>
            </a:extLst>
          </p:cNvPr>
          <p:cNvSpPr>
            <a:spLocks noGrp="1"/>
          </p:cNvSpPr>
          <p:nvPr>
            <p:ph sz="quarter" idx="15"/>
          </p:nvPr>
        </p:nvSpPr>
        <p:spPr>
          <a:xfrm>
            <a:off x="457200" y="1790700"/>
            <a:ext cx="5491163" cy="401478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a:lvl8pPr>
            <a:lvl9pPr>
              <a:lnSpc>
                <a:spcPct val="90000"/>
              </a:lnSpc>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638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D.2 (w/o Section Title)">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5C0787E2-82A1-9698-B70D-388920516C1C}"/>
              </a:ext>
            </a:extLst>
          </p:cNvPr>
          <p:cNvSpPr>
            <a:spLocks noGrp="1" noRot="1" noMove="1" noResize="1" noEditPoints="1" noAdjustHandles="1" noChangeArrowheads="1" noChangeShapeType="1"/>
          </p:cNvSpPr>
          <p:nvPr>
            <p:ph type="sldNum" sz="quarter" idx="12"/>
          </p:nvPr>
        </p:nvSpPr>
        <p:spPr/>
        <p:txBody>
          <a:bodyPr/>
          <a:lstStyle/>
          <a:p>
            <a:fld id="{6605C61B-1C53-2644-8B26-3D798E595467}" type="slidenum">
              <a:rPr lang="en-US" smtClean="0"/>
              <a:t>‹#›</a:t>
            </a:fld>
            <a:endParaRPr lang="en-US"/>
          </a:p>
        </p:txBody>
      </p:sp>
      <p:sp>
        <p:nvSpPr>
          <p:cNvPr id="8" name="Footer Placeholder">
            <a:extLst>
              <a:ext uri="{FF2B5EF4-FFF2-40B4-BE49-F238E27FC236}">
                <a16:creationId xmlns:a16="http://schemas.microsoft.com/office/drawing/2014/main" id="{E300D5C1-262C-ECC2-F9F8-A7954DAF9916}"/>
              </a:ext>
            </a:extLst>
          </p:cNvPr>
          <p:cNvSpPr>
            <a:spLocks noGrp="1"/>
          </p:cNvSpPr>
          <p:nvPr>
            <p:ph type="ftr" sz="quarter" idx="18"/>
          </p:nvPr>
        </p:nvSpPr>
        <p:spPr/>
        <p:txBody>
          <a:bodyPr/>
          <a:lstStyle/>
          <a:p>
            <a:endParaRPr lang="en-US"/>
          </a:p>
        </p:txBody>
      </p:sp>
      <p:sp>
        <p:nvSpPr>
          <p:cNvPr id="5" name="Title Placeholder">
            <a:extLst>
              <a:ext uri="{FF2B5EF4-FFF2-40B4-BE49-F238E27FC236}">
                <a16:creationId xmlns:a16="http://schemas.microsoft.com/office/drawing/2014/main" id="{290367F8-02F4-812E-DAD7-4E79EB35F245}"/>
              </a:ext>
            </a:extLst>
          </p:cNvPr>
          <p:cNvSpPr>
            <a:spLocks noGrp="1"/>
          </p:cNvSpPr>
          <p:nvPr>
            <p:ph type="title" hasCustomPrompt="1"/>
          </p:nvPr>
        </p:nvSpPr>
        <p:spPr>
          <a:xfrm>
            <a:off x="457200" y="457200"/>
            <a:ext cx="11278800" cy="620180"/>
          </a:xfrm>
          <a:prstGeom prst="rect">
            <a:avLst/>
          </a:prstGeom>
        </p:spPr>
        <p:txBody>
          <a:bodyPr vert="horz" lIns="0" tIns="0" rIns="0" bIns="0" rtlCol="0" anchor="t">
            <a:noAutofit/>
          </a:bodyPr>
          <a:lstStyle>
            <a:lvl1pPr>
              <a:defRPr sz="3000"/>
            </a:lvl1pPr>
          </a:lstStyle>
          <a:p>
            <a:r>
              <a:rPr lang="en-US"/>
              <a:t>Click to write a slide title that fits in 2 lines if you need more space to explain your idea.</a:t>
            </a:r>
          </a:p>
        </p:txBody>
      </p:sp>
      <p:sp>
        <p:nvSpPr>
          <p:cNvPr id="4" name="Text Placeholder Subtitle">
            <a:extLst>
              <a:ext uri="{FF2B5EF4-FFF2-40B4-BE49-F238E27FC236}">
                <a16:creationId xmlns:a16="http://schemas.microsoft.com/office/drawing/2014/main" id="{95CACC08-070B-14E0-824B-56FDE13550B9}"/>
              </a:ext>
            </a:extLst>
          </p:cNvPr>
          <p:cNvSpPr>
            <a:spLocks noGrp="1"/>
          </p:cNvSpPr>
          <p:nvPr>
            <p:ph type="body" sz="quarter" idx="13" hasCustomPrompt="1"/>
          </p:nvPr>
        </p:nvSpPr>
        <p:spPr>
          <a:xfrm>
            <a:off x="458729" y="1202400"/>
            <a:ext cx="11278800" cy="295967"/>
          </a:xfrm>
        </p:spPr>
        <p:txBody>
          <a:bodyPr>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3" name="Text Placeholder Subhead">
            <a:extLst>
              <a:ext uri="{FF2B5EF4-FFF2-40B4-BE49-F238E27FC236}">
                <a16:creationId xmlns:a16="http://schemas.microsoft.com/office/drawing/2014/main" id="{74BBF8D5-D0AE-13E9-5DEC-29503C9F67F5}"/>
              </a:ext>
            </a:extLst>
          </p:cNvPr>
          <p:cNvSpPr>
            <a:spLocks noGrp="1"/>
          </p:cNvSpPr>
          <p:nvPr>
            <p:ph type="body" sz="quarter" idx="17" hasCustomPrompt="1"/>
          </p:nvPr>
        </p:nvSpPr>
        <p:spPr>
          <a:xfrm>
            <a:off x="457200" y="1760400"/>
            <a:ext cx="3562350" cy="217476"/>
          </a:xfrm>
        </p:spPr>
        <p:txBody>
          <a:bodyPr rIns="147600"/>
          <a:lstStyle>
            <a:lvl1pPr marL="0" indent="0">
              <a:lnSpc>
                <a:spcPct val="100000"/>
              </a:lnSpc>
              <a:buNone/>
              <a:defRPr sz="1600" b="1" i="0">
                <a:latin typeface="+mj-lt"/>
              </a:defRPr>
            </a:lvl1pPr>
            <a:lvl2pPr marL="502920" indent="0">
              <a:buNone/>
              <a:defRPr sz="1100"/>
            </a:lvl2pPr>
            <a:lvl3pPr marL="960120" indent="0">
              <a:buNone/>
              <a:defRPr sz="1100"/>
            </a:lvl3pPr>
            <a:lvl4pPr marL="1417320" indent="0">
              <a:buNone/>
              <a:defRPr sz="1100"/>
            </a:lvl4pPr>
            <a:lvl5pPr marL="1874520" indent="0">
              <a:buNone/>
              <a:defRPr sz="1100"/>
            </a:lvl5pPr>
          </a:lstStyle>
          <a:p>
            <a:pPr lvl="0"/>
            <a:r>
              <a:rPr lang="en-US"/>
              <a:t>Body copy subtitle that fits in one line</a:t>
            </a:r>
          </a:p>
        </p:txBody>
      </p:sp>
      <p:sp>
        <p:nvSpPr>
          <p:cNvPr id="2" name="Text Placeholder Body">
            <a:extLst>
              <a:ext uri="{FF2B5EF4-FFF2-40B4-BE49-F238E27FC236}">
                <a16:creationId xmlns:a16="http://schemas.microsoft.com/office/drawing/2014/main" id="{8596D0EC-D6DF-3830-B23E-3670D2ECC720}"/>
              </a:ext>
            </a:extLst>
          </p:cNvPr>
          <p:cNvSpPr>
            <a:spLocks noGrp="1"/>
          </p:cNvSpPr>
          <p:nvPr>
            <p:ph type="body" sz="quarter" idx="15" hasCustomPrompt="1"/>
          </p:nvPr>
        </p:nvSpPr>
        <p:spPr>
          <a:xfrm>
            <a:off x="457200" y="2098801"/>
            <a:ext cx="3562350" cy="3706688"/>
          </a:xfrm>
        </p:spPr>
        <p:txBody>
          <a:bodyPr vert="horz" lIns="0" tIns="0" rIns="147600" bIns="0" rtlCol="0">
            <a:noAutofit/>
          </a:bodyPr>
          <a:lstStyle>
            <a:lvl1pPr>
              <a:defRPr lang="en-US" dirty="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378603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ontent, Photo Right">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7E598298-639B-4FEE-0CAF-F7A89986F84E}"/>
              </a:ext>
            </a:extLst>
          </p:cNvPr>
          <p:cNvSpPr>
            <a:spLocks noGrp="1" noRot="1" noMove="1" noResize="1" noEditPoints="1" noAdjustHandles="1" noChangeArrowheads="1" noChangeShapeType="1"/>
          </p:cNvSpPr>
          <p:nvPr>
            <p:ph type="pic" sz="quarter" idx="11"/>
          </p:nvPr>
        </p:nvSpPr>
        <p:spPr>
          <a:xfrm>
            <a:off x="6243638" y="0"/>
            <a:ext cx="5948362" cy="6858000"/>
          </a:xfrm>
          <a:solidFill>
            <a:schemeClr val="bg1">
              <a:lumMod val="75000"/>
            </a:schemeClr>
          </a:solidFill>
        </p:spPr>
        <p:txBody>
          <a:bodyPr anchor="ctr"/>
          <a:lstStyle>
            <a:lvl1pPr algn="ctr">
              <a:defRPr>
                <a:solidFill>
                  <a:schemeClr val="bg1"/>
                </a:solidFill>
              </a:defRPr>
            </a:lvl1pPr>
          </a:lstStyle>
          <a:p>
            <a:r>
              <a:rPr lang="en-US"/>
              <a:t>Click icon to add picture</a:t>
            </a:r>
          </a:p>
        </p:txBody>
      </p:sp>
      <p:sp>
        <p:nvSpPr>
          <p:cNvPr id="3" name="Slide Number Placeholder 2">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6" name="Footer Placeholder">
            <a:extLst>
              <a:ext uri="{FF2B5EF4-FFF2-40B4-BE49-F238E27FC236}">
                <a16:creationId xmlns:a16="http://schemas.microsoft.com/office/drawing/2014/main" id="{F74D752E-429B-B97E-A7E5-774A2009B2FE}"/>
              </a:ext>
            </a:extLst>
          </p:cNvPr>
          <p:cNvSpPr>
            <a:spLocks noGrp="1"/>
          </p:cNvSpPr>
          <p:nvPr>
            <p:ph type="ftr" sz="quarter" idx="14"/>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457200" y="475065"/>
            <a:ext cx="5491163" cy="353879"/>
          </a:xfrm>
        </p:spPr>
        <p:txBody>
          <a:bodyPr/>
          <a:lstStyle/>
          <a:p>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458730" y="849600"/>
            <a:ext cx="5489611"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457200" y="1793875"/>
            <a:ext cx="5491163"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810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Photo Left">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7E598298-639B-4FEE-0CAF-F7A89986F84E}"/>
              </a:ext>
            </a:extLst>
          </p:cNvPr>
          <p:cNvSpPr>
            <a:spLocks noGrp="1" noRot="1" noMove="1" noResize="1" noEditPoints="1" noAdjustHandles="1" noChangeArrowheads="1" noChangeShapeType="1"/>
          </p:cNvSpPr>
          <p:nvPr>
            <p:ph type="pic" sz="quarter" idx="11"/>
          </p:nvPr>
        </p:nvSpPr>
        <p:spPr>
          <a:xfrm>
            <a:off x="0" y="0"/>
            <a:ext cx="5948363" cy="6858000"/>
          </a:xfrm>
          <a:solidFill>
            <a:schemeClr val="bg1">
              <a:lumMod val="75000"/>
            </a:schemeClr>
          </a:solidFill>
        </p:spPr>
        <p:txBody>
          <a:bodyPr anchor="ctr"/>
          <a:lstStyle>
            <a:lvl1pPr algn="ctr">
              <a:defRPr>
                <a:solidFill>
                  <a:schemeClr val="bg1"/>
                </a:solidFill>
              </a:defRPr>
            </a:lvl1pPr>
          </a:lstStyle>
          <a:p>
            <a:r>
              <a:rPr lang="en-US"/>
              <a:t>Click icon to add picture</a:t>
            </a:r>
          </a:p>
        </p:txBody>
      </p:sp>
      <p:sp>
        <p:nvSpPr>
          <p:cNvPr id="9" name="HP Logo">
            <a:extLst>
              <a:ext uri="{FF2B5EF4-FFF2-40B4-BE49-F238E27FC236}">
                <a16:creationId xmlns:a16="http://schemas.microsoft.com/office/drawing/2014/main" id="{25A8FCF9-EF56-6675-7649-1F562C93D68F}"/>
              </a:ext>
            </a:extLst>
          </p:cNvPr>
          <p:cNvSpPr>
            <a:spLocks noGrp="1" noRot="1" noMove="1" noResize="1" noEditPoints="1" noAdjustHandles="1" noChangeArrowheads="1" noChangeShapeType="1"/>
          </p:cNvSpPr>
          <p:nvPr>
            <p:ph type="clipArt" sz="quarter" idx="17" hasCustomPrompt="1"/>
          </p:nvPr>
        </p:nvSpPr>
        <p:spPr>
          <a:xfrm>
            <a:off x="446400" y="6091200"/>
            <a:ext cx="320399" cy="320400"/>
          </a:xfrm>
          <a:blipFill>
            <a:blip>
              <a:extLst>
                <a:ext uri="{96DAC541-7B7A-43D3-8B79-37D633B846F1}">
                  <asvg:svgBlip xmlns:asvg="http://schemas.microsoft.com/office/drawing/2016/SVG/main" r:embed="rId2"/>
                </a:ext>
              </a:extLst>
            </a:blip>
            <a:stretch>
              <a:fillRect/>
            </a:stretch>
          </a:blipFill>
        </p:spPr>
        <p:txBody>
          <a:bodyPr anchor="ctr"/>
          <a:lstStyle>
            <a:lvl1pPr marL="45720" indent="0" algn="ctr">
              <a:buNone/>
              <a:defRPr sz="100"/>
            </a:lvl1pPr>
          </a:lstStyle>
          <a:p>
            <a:r>
              <a:rPr lang="en-US"/>
              <a:t> </a:t>
            </a:r>
          </a:p>
        </p:txBody>
      </p:sp>
      <p:sp>
        <p:nvSpPr>
          <p:cNvPr id="3" name="Slide Number Placeholder">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EE428469-8A09-9F6C-3D63-DF4CBCA9450B}"/>
              </a:ext>
            </a:extLst>
          </p:cNvPr>
          <p:cNvSpPr>
            <a:spLocks noGrp="1"/>
          </p:cNvSpPr>
          <p:nvPr>
            <p:ph type="ftr" sz="quarter" idx="18"/>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6243639" y="475065"/>
            <a:ext cx="5491161" cy="353879"/>
          </a:xfrm>
        </p:spPr>
        <p:txBody>
          <a:bodyPr/>
          <a:lstStyle/>
          <a:p>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6245191" y="849600"/>
            <a:ext cx="5489609"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6243639" y="1793875"/>
            <a:ext cx="5491161"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243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Content, Photo Right (stripe)">
    <p:spTree>
      <p:nvGrpSpPr>
        <p:cNvPr id="1" name=""/>
        <p:cNvGrpSpPr/>
        <p:nvPr/>
      </p:nvGrpSpPr>
      <p:grpSpPr>
        <a:xfrm>
          <a:off x="0" y="0"/>
          <a:ext cx="0" cy="0"/>
          <a:chOff x="0" y="0"/>
          <a:chExt cx="0" cy="0"/>
        </a:xfrm>
      </p:grpSpPr>
      <p:sp>
        <p:nvSpPr>
          <p:cNvPr id="6" name="Picture Placeholder">
            <a:extLst>
              <a:ext uri="{FF2B5EF4-FFF2-40B4-BE49-F238E27FC236}">
                <a16:creationId xmlns:a16="http://schemas.microsoft.com/office/drawing/2014/main" id="{C2011428-717D-5B01-3434-9193F4EF59F0}"/>
              </a:ext>
            </a:extLst>
          </p:cNvPr>
          <p:cNvSpPr>
            <a:spLocks noGrp="1"/>
          </p:cNvSpPr>
          <p:nvPr>
            <p:ph type="pic" sz="quarter" idx="11"/>
          </p:nvPr>
        </p:nvSpPr>
        <p:spPr>
          <a:xfrm>
            <a:off x="5166731" y="457201"/>
            <a:ext cx="7025269" cy="6400801"/>
          </a:xfrm>
          <a:custGeom>
            <a:avLst/>
            <a:gdLst>
              <a:gd name="connsiteX0" fmla="*/ 2330563 w 7025269"/>
              <a:gd name="connsiteY0" fmla="*/ 0 h 6400801"/>
              <a:gd name="connsiteX1" fmla="*/ 7025269 w 7025269"/>
              <a:gd name="connsiteY1" fmla="*/ 0 h 6400801"/>
              <a:gd name="connsiteX2" fmla="*/ 7025269 w 7025269"/>
              <a:gd name="connsiteY2" fmla="*/ 6400801 h 6400801"/>
              <a:gd name="connsiteX3" fmla="*/ 0 w 7025269"/>
              <a:gd name="connsiteY3" fmla="*/ 6400801 h 6400801"/>
            </a:gdLst>
            <a:ahLst/>
            <a:cxnLst>
              <a:cxn ang="0">
                <a:pos x="connsiteX0" y="connsiteY0"/>
              </a:cxn>
              <a:cxn ang="0">
                <a:pos x="connsiteX1" y="connsiteY1"/>
              </a:cxn>
              <a:cxn ang="0">
                <a:pos x="connsiteX2" y="connsiteY2"/>
              </a:cxn>
              <a:cxn ang="0">
                <a:pos x="connsiteX3" y="connsiteY3"/>
              </a:cxn>
            </a:cxnLst>
            <a:rect l="l" t="t" r="r" b="b"/>
            <a:pathLst>
              <a:path w="7025269" h="6400801">
                <a:moveTo>
                  <a:pt x="2330563" y="0"/>
                </a:moveTo>
                <a:lnTo>
                  <a:pt x="7025269" y="0"/>
                </a:lnTo>
                <a:lnTo>
                  <a:pt x="7025269" y="6400801"/>
                </a:lnTo>
                <a:lnTo>
                  <a:pt x="0" y="6400801"/>
                </a:lnTo>
                <a:close/>
              </a:path>
            </a:pathLst>
          </a:custGeom>
          <a:solidFill>
            <a:schemeClr val="bg1">
              <a:lumMod val="75000"/>
            </a:schemeClr>
          </a:solidFill>
        </p:spPr>
        <p:txBody>
          <a:bodyPr wrap="square" anchor="ctr">
            <a:noAutofit/>
          </a:bodyPr>
          <a:lstStyle>
            <a:lvl1pPr algn="ctr">
              <a:defRPr>
                <a:solidFill>
                  <a:schemeClr val="bg1"/>
                </a:solidFill>
              </a:defRPr>
            </a:lvl1pPr>
          </a:lstStyle>
          <a:p>
            <a:r>
              <a:rPr lang="en-US"/>
              <a:t>Click icon to add picture</a:t>
            </a:r>
          </a:p>
        </p:txBody>
      </p:sp>
      <p:sp>
        <p:nvSpPr>
          <p:cNvPr id="3" name="Slide Number Placeholder">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5" name="Footer Placeholder">
            <a:extLst>
              <a:ext uri="{FF2B5EF4-FFF2-40B4-BE49-F238E27FC236}">
                <a16:creationId xmlns:a16="http://schemas.microsoft.com/office/drawing/2014/main" id="{F50BF4C0-A834-EA5E-20D6-DC5B8E938D89}"/>
              </a:ext>
            </a:extLst>
          </p:cNvPr>
          <p:cNvSpPr>
            <a:spLocks noGrp="1"/>
          </p:cNvSpPr>
          <p:nvPr>
            <p:ph type="ftr" sz="quarter" idx="14"/>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457200" y="475065"/>
            <a:ext cx="5491163" cy="353879"/>
          </a:xfrm>
        </p:spPr>
        <p:txBody>
          <a:bodyPr/>
          <a:lstStyle/>
          <a:p>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458730" y="849600"/>
            <a:ext cx="5489611"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457200" y="1793875"/>
            <a:ext cx="5491163"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097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ntent, Photo Left (stripe)">
    <p:spTree>
      <p:nvGrpSpPr>
        <p:cNvPr id="1" name=""/>
        <p:cNvGrpSpPr/>
        <p:nvPr/>
      </p:nvGrpSpPr>
      <p:grpSpPr>
        <a:xfrm>
          <a:off x="0" y="0"/>
          <a:ext cx="0" cy="0"/>
          <a:chOff x="0" y="0"/>
          <a:chExt cx="0" cy="0"/>
        </a:xfrm>
      </p:grpSpPr>
      <p:sp>
        <p:nvSpPr>
          <p:cNvPr id="12" name="Picture Placeholder">
            <a:extLst>
              <a:ext uri="{FF2B5EF4-FFF2-40B4-BE49-F238E27FC236}">
                <a16:creationId xmlns:a16="http://schemas.microsoft.com/office/drawing/2014/main" id="{95A41C5A-00D3-CEF6-EACA-68C9EF263687}"/>
              </a:ext>
            </a:extLst>
          </p:cNvPr>
          <p:cNvSpPr>
            <a:spLocks noGrp="1" noRot="1" noMove="1" noResize="1" noEditPoints="1" noAdjustHandles="1" noChangeArrowheads="1" noChangeShapeType="1"/>
          </p:cNvSpPr>
          <p:nvPr>
            <p:ph type="pic" sz="quarter" idx="11"/>
          </p:nvPr>
        </p:nvSpPr>
        <p:spPr>
          <a:xfrm>
            <a:off x="0" y="0"/>
            <a:ext cx="6622224" cy="6400800"/>
          </a:xfrm>
          <a:custGeom>
            <a:avLst/>
            <a:gdLst>
              <a:gd name="connsiteX0" fmla="*/ 0 w 6622224"/>
              <a:gd name="connsiteY0" fmla="*/ 0 h 6400800"/>
              <a:gd name="connsiteX1" fmla="*/ 6622224 w 6622224"/>
              <a:gd name="connsiteY1" fmla="*/ 0 h 6400800"/>
              <a:gd name="connsiteX2" fmla="*/ 4291662 w 6622224"/>
              <a:gd name="connsiteY2" fmla="*/ 6400800 h 6400800"/>
              <a:gd name="connsiteX3" fmla="*/ 0 w 6622224"/>
              <a:gd name="connsiteY3" fmla="*/ 6400800 h 6400800"/>
            </a:gdLst>
            <a:ahLst/>
            <a:cxnLst>
              <a:cxn ang="0">
                <a:pos x="connsiteX0" y="connsiteY0"/>
              </a:cxn>
              <a:cxn ang="0">
                <a:pos x="connsiteX1" y="connsiteY1"/>
              </a:cxn>
              <a:cxn ang="0">
                <a:pos x="connsiteX2" y="connsiteY2"/>
              </a:cxn>
              <a:cxn ang="0">
                <a:pos x="connsiteX3" y="connsiteY3"/>
              </a:cxn>
            </a:cxnLst>
            <a:rect l="l" t="t" r="r" b="b"/>
            <a:pathLst>
              <a:path w="6622224" h="6400800">
                <a:moveTo>
                  <a:pt x="0" y="0"/>
                </a:moveTo>
                <a:lnTo>
                  <a:pt x="6622224" y="0"/>
                </a:lnTo>
                <a:lnTo>
                  <a:pt x="4291662" y="6400800"/>
                </a:lnTo>
                <a:lnTo>
                  <a:pt x="0" y="6400800"/>
                </a:lnTo>
                <a:close/>
              </a:path>
            </a:pathLst>
          </a:custGeom>
          <a:solidFill>
            <a:schemeClr val="bg1">
              <a:lumMod val="75000"/>
            </a:schemeClr>
          </a:solidFill>
        </p:spPr>
        <p:txBody>
          <a:bodyPr wrap="square" anchor="ctr">
            <a:noAutofit/>
          </a:bodyPr>
          <a:lstStyle>
            <a:lvl1pPr algn="ctr">
              <a:defRPr>
                <a:solidFill>
                  <a:schemeClr val="bg1"/>
                </a:solidFill>
              </a:defRPr>
            </a:lvl1pPr>
          </a:lstStyle>
          <a:p>
            <a:r>
              <a:rPr lang="en-US"/>
              <a:t>Click icon to add picture</a:t>
            </a:r>
          </a:p>
        </p:txBody>
      </p:sp>
      <p:sp>
        <p:nvSpPr>
          <p:cNvPr id="3" name="Slide Number Placeholder">
            <a:extLst>
              <a:ext uri="{FF2B5EF4-FFF2-40B4-BE49-F238E27FC236}">
                <a16:creationId xmlns:a16="http://schemas.microsoft.com/office/drawing/2014/main" id="{A5A3857B-8BB8-DD67-AB6D-B6F634072383}"/>
              </a:ext>
            </a:extLst>
          </p:cNvPr>
          <p:cNvSpPr>
            <a:spLocks noGrp="1"/>
          </p:cNvSpPr>
          <p:nvPr>
            <p:ph type="sldNum" sz="quarter" idx="10"/>
          </p:nvPr>
        </p:nvSpPr>
        <p:spPr/>
        <p:txBody>
          <a:body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24AD024B-E6BF-086C-BB1C-FCCEB7B6EA27}"/>
              </a:ext>
            </a:extLst>
          </p:cNvPr>
          <p:cNvSpPr>
            <a:spLocks noGrp="1"/>
          </p:cNvSpPr>
          <p:nvPr>
            <p:ph type="ftr" sz="quarter" idx="14"/>
          </p:nvPr>
        </p:nvSpPr>
        <p:spPr/>
        <p:txBody>
          <a:bodyPr/>
          <a:lstStyle/>
          <a:p>
            <a:endParaRPr lang="en-US"/>
          </a:p>
        </p:txBody>
      </p:sp>
      <p:sp>
        <p:nvSpPr>
          <p:cNvPr id="2" name="Title Placeholder">
            <a:extLst>
              <a:ext uri="{FF2B5EF4-FFF2-40B4-BE49-F238E27FC236}">
                <a16:creationId xmlns:a16="http://schemas.microsoft.com/office/drawing/2014/main" id="{AF63C853-A541-CC8B-3E30-ACF69C08BFD6}"/>
              </a:ext>
            </a:extLst>
          </p:cNvPr>
          <p:cNvSpPr>
            <a:spLocks noGrp="1"/>
          </p:cNvSpPr>
          <p:nvPr>
            <p:ph type="title"/>
          </p:nvPr>
        </p:nvSpPr>
        <p:spPr>
          <a:xfrm>
            <a:off x="7207250" y="475065"/>
            <a:ext cx="4527550" cy="700128"/>
          </a:xfrm>
        </p:spPr>
        <p:txBody>
          <a:bodyPr/>
          <a:lstStyle/>
          <a:p>
            <a:pPr lvl="0"/>
            <a:r>
              <a:rPr lang="en-US"/>
              <a:t>Click to edit Master title style</a:t>
            </a:r>
          </a:p>
        </p:txBody>
      </p:sp>
      <p:sp>
        <p:nvSpPr>
          <p:cNvPr id="8" name="Text Placeholder Subtitle">
            <a:extLst>
              <a:ext uri="{FF2B5EF4-FFF2-40B4-BE49-F238E27FC236}">
                <a16:creationId xmlns:a16="http://schemas.microsoft.com/office/drawing/2014/main" id="{BAE7728F-0FEE-51A3-5BE1-B3523ECC564E}"/>
              </a:ext>
            </a:extLst>
          </p:cNvPr>
          <p:cNvSpPr>
            <a:spLocks noGrp="1"/>
          </p:cNvSpPr>
          <p:nvPr>
            <p:ph type="body" sz="quarter" idx="13" hasCustomPrompt="1"/>
          </p:nvPr>
        </p:nvSpPr>
        <p:spPr>
          <a:xfrm>
            <a:off x="7208530" y="849600"/>
            <a:ext cx="4526270" cy="295967"/>
          </a:xfrm>
        </p:spPr>
        <p:txBody>
          <a:bodyPr rIns="0">
            <a:noAutofit/>
          </a:bodyPr>
          <a:lstStyle>
            <a:lvl1pPr marL="0" indent="0">
              <a:lnSpc>
                <a:spcPct val="100000"/>
              </a:lnSpc>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write a subtitle that fits in one line.</a:t>
            </a:r>
          </a:p>
        </p:txBody>
      </p:sp>
      <p:sp>
        <p:nvSpPr>
          <p:cNvPr id="7" name="Content Placeholder Body">
            <a:extLst>
              <a:ext uri="{FF2B5EF4-FFF2-40B4-BE49-F238E27FC236}">
                <a16:creationId xmlns:a16="http://schemas.microsoft.com/office/drawing/2014/main" id="{16A44C7F-5CB3-0C5D-119C-0441BCFB7A28}"/>
              </a:ext>
            </a:extLst>
          </p:cNvPr>
          <p:cNvSpPr>
            <a:spLocks noGrp="1"/>
          </p:cNvSpPr>
          <p:nvPr>
            <p:ph sz="quarter" idx="12"/>
          </p:nvPr>
        </p:nvSpPr>
        <p:spPr>
          <a:xfrm>
            <a:off x="7207250" y="1793875"/>
            <a:ext cx="4527550" cy="4011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1870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5304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Relationship Id="rId15" Type="http://schemas.openxmlformats.org/officeDocument/2006/relationships/slideLayout" Target="../slideLayouts/slideLayout17.xml"/><Relationship Id="rId16" Type="http://schemas.openxmlformats.org/officeDocument/2006/relationships/slideLayout" Target="../slideLayouts/slideLayout18.xml"/><Relationship Id="rId17" Type="http://schemas.openxmlformats.org/officeDocument/2006/relationships/slideLayout" Target="../slideLayouts/slideLayout19.xml"/><Relationship Id="rId18" Type="http://schemas.openxmlformats.org/officeDocument/2006/relationships/slideLayout" Target="../slideLayouts/slideLayout20.xml"/><Relationship Id="rId19" Type="http://schemas.openxmlformats.org/officeDocument/2006/relationships/slideLayout" Target="../slideLayouts/slideLayout21.xml"/><Relationship Id="rId20" Type="http://schemas.openxmlformats.org/officeDocument/2006/relationships/slideLayout" Target="../slideLayouts/slideLayout22.xml"/><Relationship Id="rId21" Type="http://schemas.openxmlformats.org/officeDocument/2006/relationships/slideLayout" Target="../slideLayouts/slideLayout23.xml"/><Relationship Id="rId22" Type="http://schemas.openxmlformats.org/officeDocument/2006/relationships/slideLayout" Target="../slideLayouts/slideLayout24.xml"/><Relationship Id="rId23" Type="http://schemas.openxmlformats.org/officeDocument/2006/relationships/slideLayout" Target="../slideLayouts/slideLayout25.xml"/><Relationship Id="rId24" Type="http://schemas.openxmlformats.org/officeDocument/2006/relationships/slideLayout" Target="../slideLayouts/slideLayout26.xml"/><Relationship Id="rId25" Type="http://schemas.openxmlformats.org/officeDocument/2006/relationships/slideLayout" Target="../slideLayouts/slideLayout27.xml"/><Relationship Id="rId26" Type="http://schemas.openxmlformats.org/officeDocument/2006/relationships/slideLayout" Target="../slideLayouts/slideLayout28.xml"/><Relationship Id="rId27" Type="http://schemas.openxmlformats.org/officeDocument/2006/relationships/slideLayout" Target="../slideLayouts/slideLayout29.xml"/><Relationship Id="rId28" Type="http://schemas.openxmlformats.org/officeDocument/2006/relationships/slideLayout" Target="../slideLayouts/slideLayout30.xml"/><Relationship Id="rId29" Type="http://schemas.openxmlformats.org/officeDocument/2006/relationships/slideLayout" Target="../slideLayouts/slideLayout31.xml"/><Relationship Id="rId30" Type="http://schemas.openxmlformats.org/officeDocument/2006/relationships/slideLayout" Target="../slideLayouts/slideLayout32.xml"/><Relationship Id="rId31" Type="http://schemas.openxmlformats.org/officeDocument/2006/relationships/slideLayout" Target="../slideLayouts/slideLayout33.xml"/><Relationship Id="rId32" Type="http://schemas.openxmlformats.org/officeDocument/2006/relationships/slideLayout" Target="../slideLayouts/slideLayout34.xml"/><Relationship Id="rId33" Type="http://schemas.openxmlformats.org/officeDocument/2006/relationships/slideLayout" Target="../slideLayouts/slideLayout35.xml"/><Relationship Id="rId34" Type="http://schemas.openxmlformats.org/officeDocument/2006/relationships/slideLayout" Target="../slideLayouts/slideLayout36.xml"/><Relationship Id="rId35" Type="http://schemas.openxmlformats.org/officeDocument/2006/relationships/slideLayout" Target="../slideLayouts/slideLayout37.xml"/><Relationship Id="rId36" Type="http://schemas.openxmlformats.org/officeDocument/2006/relationships/slideLayout" Target="../slideLayouts/slideLayout38.xml"/><Relationship Id="rId37" Type="http://schemas.openxmlformats.org/officeDocument/2006/relationships/slideLayout" Target="../slideLayouts/slideLayout39.xml"/><Relationship Id="rId38" Type="http://schemas.openxmlformats.org/officeDocument/2006/relationships/slideLayout" Target="../slideLayouts/slideLayout40.xml"/><Relationship Id="rId39" Type="http://schemas.openxmlformats.org/officeDocument/2006/relationships/slideLayout" Target="../slideLayouts/slideLayout41.xml"/><Relationship Id="rId40" Type="http://schemas.openxmlformats.org/officeDocument/2006/relationships/slideLayout" Target="../slideLayouts/slideLayout42.xml"/><Relationship Id="rId41" Type="http://schemas.openxmlformats.org/officeDocument/2006/relationships/slideLayout" Target="../slideLayouts/slideLayout43.xml"/><Relationship Id="rId42" Type="http://schemas.openxmlformats.org/officeDocument/2006/relationships/slideLayout" Target="../slideLayouts/slideLayout44.xml"/><Relationship Id="rId43" Type="http://schemas.openxmlformats.org/officeDocument/2006/relationships/slideLayout" Target="../slideLayouts/slideLayout45.xml"/><Relationship Id="rId44" Type="http://schemas.openxmlformats.org/officeDocument/2006/relationships/slideLayout" Target="../slideLayouts/slideLayout46.xml"/><Relationship Id="rId45" Type="http://schemas.openxmlformats.org/officeDocument/2006/relationships/slideLayout" Target="../slideLayouts/slideLayout47.xml"/><Relationship Id="rId46" Type="http://schemas.openxmlformats.org/officeDocument/2006/relationships/slideLayout" Target="../slideLayouts/slideLayout48.xml"/><Relationship Id="rId47" Type="http://schemas.openxmlformats.org/officeDocument/2006/relationships/slideLayout" Target="../slideLayouts/slideLayout49.xml"/><Relationship Id="rId48" Type="http://schemas.openxmlformats.org/officeDocument/2006/relationships/slideLayout" Target="../slideLayouts/slideLayout50.xml"/><Relationship Id="rId49" Type="http://schemas.openxmlformats.org/officeDocument/2006/relationships/theme" Target="../theme/theme2.xml"/><Relationship Id="rId5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924752"/>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BBC801F5-E287-137B-3E5D-D9E97CB4A468}"/>
              </a:ext>
            </a:extLst>
          </p:cNvPr>
          <p:cNvSpPr>
            <a:spLocks noGrp="1"/>
          </p:cNvSpPr>
          <p:nvPr>
            <p:ph type="title"/>
          </p:nvPr>
        </p:nvSpPr>
        <p:spPr>
          <a:xfrm>
            <a:off x="457200" y="475065"/>
            <a:ext cx="11277600" cy="353879"/>
          </a:xfrm>
          <a:prstGeom prst="rect">
            <a:avLst/>
          </a:prstGeom>
        </p:spPr>
        <p:txBody>
          <a:bodyPr vert="horz" lIns="0" tIns="0" rIns="0" bIns="0" rtlCol="0" anchor="t">
            <a:spAutoFit/>
          </a:bodyPr>
          <a:lstStyle/>
          <a:p>
            <a:r>
              <a:rPr lang="en-US"/>
              <a:t>Click to write a slide title that fits in a single line.</a:t>
            </a:r>
          </a:p>
        </p:txBody>
      </p:sp>
      <p:sp>
        <p:nvSpPr>
          <p:cNvPr id="3" name="Text Placeholder">
            <a:extLst>
              <a:ext uri="{FF2B5EF4-FFF2-40B4-BE49-F238E27FC236}">
                <a16:creationId xmlns:a16="http://schemas.microsoft.com/office/drawing/2014/main" id="{7767DAE0-12FB-151E-8B9E-9DD322B6CE12}"/>
              </a:ext>
            </a:extLst>
          </p:cNvPr>
          <p:cNvSpPr>
            <a:spLocks noGrp="1"/>
          </p:cNvSpPr>
          <p:nvPr>
            <p:ph type="body" idx="1"/>
          </p:nvPr>
        </p:nvSpPr>
        <p:spPr>
          <a:xfrm>
            <a:off x="457200" y="1759131"/>
            <a:ext cx="11277600" cy="4046357"/>
          </a:xfrm>
          <a:prstGeom prst="rect">
            <a:avLst/>
          </a:prstGeom>
        </p:spPr>
        <p:txBody>
          <a:bodyPr vert="horz" lIns="0" tIns="0" rIns="0" bIns="0" rtlCol="0">
            <a:no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Slide Number Placeholder">
            <a:extLst>
              <a:ext uri="{FF2B5EF4-FFF2-40B4-BE49-F238E27FC236}">
                <a16:creationId xmlns:a16="http://schemas.microsoft.com/office/drawing/2014/main" id="{C7DA2CC4-CEFF-7430-04C6-69F1DECD60DB}"/>
              </a:ext>
            </a:extLst>
          </p:cNvPr>
          <p:cNvSpPr>
            <a:spLocks noGrp="1"/>
          </p:cNvSpPr>
          <p:nvPr>
            <p:ph type="sldNum" sz="quarter" idx="4"/>
          </p:nvPr>
        </p:nvSpPr>
        <p:spPr>
          <a:xfrm>
            <a:off x="11435494" y="6316162"/>
            <a:ext cx="299305" cy="107722"/>
          </a:xfrm>
          <a:prstGeom prst="rect">
            <a:avLst/>
          </a:prstGeom>
        </p:spPr>
        <p:txBody>
          <a:bodyPr vert="horz" wrap="square" lIns="0" tIns="0" rIns="0" bIns="0" rtlCol="0" anchor="b">
            <a:spAutoFit/>
          </a:bodyPr>
          <a:lstStyle>
            <a:lvl1pPr algn="r">
              <a:defRPr sz="700" b="0" i="0">
                <a:solidFill>
                  <a:schemeClr val="tx1">
                    <a:lumMod val="50000"/>
                    <a:lumOff val="50000"/>
                  </a:schemeClr>
                </a:solidFill>
                <a:latin typeface="+mn-lt"/>
              </a:defRPr>
            </a:lvl1pPr>
          </a:lstStyle>
          <a:p>
            <a:fld id="{6605C61B-1C53-2644-8B26-3D798E595467}" type="slidenum">
              <a:rPr lang="en-US" smtClean="0"/>
              <a:pPr/>
              <a:t>‹#›</a:t>
            </a:fld>
            <a:endParaRPr lang="en-US"/>
          </a:p>
        </p:txBody>
      </p:sp>
      <p:sp>
        <p:nvSpPr>
          <p:cNvPr id="4" name="Footer Placeholder">
            <a:extLst>
              <a:ext uri="{FF2B5EF4-FFF2-40B4-BE49-F238E27FC236}">
                <a16:creationId xmlns:a16="http://schemas.microsoft.com/office/drawing/2014/main" id="{FE0889E4-075E-5D31-DFF8-C9EC4E7F1ABE}"/>
              </a:ext>
            </a:extLst>
          </p:cNvPr>
          <p:cNvSpPr>
            <a:spLocks noGrp="1"/>
          </p:cNvSpPr>
          <p:nvPr>
            <p:ph type="ftr" sz="quarter" idx="3"/>
          </p:nvPr>
        </p:nvSpPr>
        <p:spPr>
          <a:xfrm>
            <a:off x="7207250" y="6316162"/>
            <a:ext cx="4227513" cy="107722"/>
          </a:xfrm>
          <a:prstGeom prst="rect">
            <a:avLst/>
          </a:prstGeom>
        </p:spPr>
        <p:txBody>
          <a:bodyPr vert="horz" lIns="0" tIns="0" rIns="0" bIns="0" rtlCol="0" anchor="b" anchorCtr="0"/>
          <a:lstStyle>
            <a:lvl1pPr algn="r">
              <a:defRPr sz="700">
                <a:solidFill>
                  <a:schemeClr val="tx1">
                    <a:lumMod val="50000"/>
                    <a:lumOff val="50000"/>
                  </a:schemeClr>
                </a:solidFill>
              </a:defRPr>
            </a:lvl1pPr>
          </a:lstStyle>
          <a:p>
            <a:endParaRPr lang="en-US"/>
          </a:p>
        </p:txBody>
      </p:sp>
      <p:pic>
        <p:nvPicPr>
          <p:cNvPr id="5" name="HP Logo">
            <a:extLst>
              <a:ext uri="{FF2B5EF4-FFF2-40B4-BE49-F238E27FC236}">
                <a16:creationId xmlns:a16="http://schemas.microsoft.com/office/drawing/2014/main" id="{EECDE276-7637-D68C-7EA7-203FF19D27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0"/>
              </a:ext>
            </a:extLst>
          </a:blip>
          <a:stretch>
            <a:fillRect/>
          </a:stretch>
        </p:blipFill>
        <p:spPr>
          <a:xfrm>
            <a:off x="447288" y="6091113"/>
            <a:ext cx="320400" cy="320400"/>
          </a:xfrm>
          <a:prstGeom prst="rect">
            <a:avLst/>
          </a:prstGeom>
        </p:spPr>
      </p:pic>
      <p:sp>
        <p:nvSpPr>
          <p:cNvPr id="201" name="Divider slash" hidden="1">
            <a:extLst>
              <a:ext uri="{FF2B5EF4-FFF2-40B4-BE49-F238E27FC236}">
                <a16:creationId xmlns:a16="http://schemas.microsoft.com/office/drawing/2014/main" id="{19F03229-0F95-7E06-1CCA-3D3EBC7F1647}"/>
              </a:ext>
            </a:extLst>
          </p:cNvPr>
          <p:cNvSpPr>
            <a:spLocks noGrp="1" noRot="1" noMove="1" noResize="1" noEditPoints="1" noAdjustHandles="1" noChangeArrowheads="1" noChangeShapeType="1"/>
          </p:cNvSpPr>
          <p:nvPr/>
        </p:nvSpPr>
        <p:spPr>
          <a:xfrm>
            <a:off x="891946" y="6187091"/>
            <a:ext cx="52801" cy="127912"/>
          </a:xfrm>
          <a:custGeom>
            <a:avLst/>
            <a:gdLst>
              <a:gd name="connsiteX0" fmla="*/ 145000 w 145000"/>
              <a:gd name="connsiteY0" fmla="*/ 195 h 351269"/>
              <a:gd name="connsiteX1" fmla="*/ 127380 w 145000"/>
              <a:gd name="connsiteY1" fmla="*/ 0 h 351269"/>
              <a:gd name="connsiteX2" fmla="*/ 0 w 145000"/>
              <a:gd name="connsiteY2" fmla="*/ 351067 h 351269"/>
              <a:gd name="connsiteX3" fmla="*/ 17628 w 145000"/>
              <a:gd name="connsiteY3" fmla="*/ 351270 h 351269"/>
              <a:gd name="connsiteX4" fmla="*/ 145000 w 145000"/>
              <a:gd name="connsiteY4" fmla="*/ 195 h 351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000" h="351269">
                <a:moveTo>
                  <a:pt x="145000" y="195"/>
                </a:moveTo>
                <a:lnTo>
                  <a:pt x="127380" y="0"/>
                </a:lnTo>
                <a:lnTo>
                  <a:pt x="0" y="351067"/>
                </a:lnTo>
                <a:lnTo>
                  <a:pt x="17628" y="351270"/>
                </a:lnTo>
                <a:lnTo>
                  <a:pt x="145000" y="195"/>
                </a:lnTo>
                <a:close/>
              </a:path>
            </a:pathLst>
          </a:custGeom>
          <a:solidFill>
            <a:schemeClr val="tx1"/>
          </a:solidFill>
          <a:ln w="7789" cap="flat">
            <a:noFill/>
            <a:prstDash val="solid"/>
            <a:miter/>
          </a:ln>
        </p:spPr>
        <p:txBody>
          <a:bodyPr rtlCol="0" anchor="ctr"/>
          <a:lstStyle/>
          <a:p>
            <a:endParaRPr lang="en-US"/>
          </a:p>
        </p:txBody>
      </p:sp>
      <p:sp>
        <p:nvSpPr>
          <p:cNvPr id="14" name="Partner logo frame" hidden="1">
            <a:extLst>
              <a:ext uri="{FF2B5EF4-FFF2-40B4-BE49-F238E27FC236}">
                <a16:creationId xmlns:a16="http://schemas.microsoft.com/office/drawing/2014/main" id="{0D46DC68-E308-7EBB-BC42-D1F0BEE1788F}"/>
              </a:ext>
            </a:extLst>
          </p:cNvPr>
          <p:cNvSpPr>
            <a:spLocks noGrp="1" noRot="1" noChangeAspect="1" noMove="1" noResize="1" noEditPoints="1" noAdjustHandles="1" noChangeArrowheads="1" noChangeShapeType="1"/>
          </p:cNvSpPr>
          <p:nvPr/>
        </p:nvSpPr>
        <p:spPr>
          <a:xfrm>
            <a:off x="1069246" y="6102350"/>
            <a:ext cx="896400" cy="297032"/>
          </a:xfrm>
          <a:custGeom>
            <a:avLst/>
            <a:gdLst>
              <a:gd name="connsiteX0" fmla="*/ 730523 w 820341"/>
              <a:gd name="connsiteY0" fmla="*/ 0 h 820341"/>
              <a:gd name="connsiteX1" fmla="*/ 820342 w 820341"/>
              <a:gd name="connsiteY1" fmla="*/ 0 h 820341"/>
              <a:gd name="connsiteX2" fmla="*/ 820342 w 820341"/>
              <a:gd name="connsiteY2" fmla="*/ 820342 h 820341"/>
              <a:gd name="connsiteX3" fmla="*/ 730523 w 820341"/>
              <a:gd name="connsiteY3" fmla="*/ 820342 h 820341"/>
              <a:gd name="connsiteX4" fmla="*/ 89819 w 820341"/>
              <a:gd name="connsiteY4" fmla="*/ 820342 h 820341"/>
              <a:gd name="connsiteX5" fmla="*/ 0 w 820341"/>
              <a:gd name="connsiteY5" fmla="*/ 820342 h 820341"/>
              <a:gd name="connsiteX6" fmla="*/ 0 w 820341"/>
              <a:gd name="connsiteY6" fmla="*/ 0 h 820341"/>
              <a:gd name="connsiteX7" fmla="*/ 89819 w 820341"/>
              <a:gd name="connsiteY7" fmla="*/ 0 h 820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0341" h="820341">
                <a:moveTo>
                  <a:pt x="730523" y="0"/>
                </a:moveTo>
                <a:cubicBezTo>
                  <a:pt x="780128" y="0"/>
                  <a:pt x="820342" y="0"/>
                  <a:pt x="820342" y="0"/>
                </a:cubicBezTo>
                <a:lnTo>
                  <a:pt x="820342" y="820342"/>
                </a:lnTo>
                <a:cubicBezTo>
                  <a:pt x="820342" y="820342"/>
                  <a:pt x="780129" y="820342"/>
                  <a:pt x="730523" y="820342"/>
                </a:cubicBezTo>
                <a:lnTo>
                  <a:pt x="89819" y="820342"/>
                </a:lnTo>
                <a:cubicBezTo>
                  <a:pt x="40213" y="820342"/>
                  <a:pt x="0" y="820342"/>
                  <a:pt x="0" y="820342"/>
                </a:cubicBezTo>
                <a:lnTo>
                  <a:pt x="0" y="0"/>
                </a:lnTo>
                <a:cubicBezTo>
                  <a:pt x="0" y="0"/>
                  <a:pt x="40213" y="0"/>
                  <a:pt x="89819" y="0"/>
                </a:cubicBezTo>
                <a:close/>
              </a:path>
            </a:pathLst>
          </a:custGeom>
          <a:solidFill>
            <a:srgbClr val="D9D9D9">
              <a:alpha val="50000"/>
            </a:srgbClr>
          </a:solidFill>
          <a:ln w="7789" cap="flat">
            <a:noFill/>
            <a:prstDash val="solid"/>
            <a:miter/>
          </a:ln>
        </p:spPr>
        <p:txBody>
          <a:bodyPr rtlCol="0" anchor="ctr"/>
          <a:lstStyle/>
          <a:p>
            <a:endParaRPr lang="en-US"/>
          </a:p>
        </p:txBody>
      </p:sp>
      <p:sp>
        <p:nvSpPr>
          <p:cNvPr id="105" name="Name next to HP Logo" hidden="1">
            <a:extLst>
              <a:ext uri="{FF2B5EF4-FFF2-40B4-BE49-F238E27FC236}">
                <a16:creationId xmlns:a16="http://schemas.microsoft.com/office/drawing/2014/main" id="{393CD746-232B-F8BD-8CF6-B9896FC65E8A}"/>
              </a:ext>
            </a:extLst>
          </p:cNvPr>
          <p:cNvSpPr txBox="1">
            <a:spLocks noGrp="1" noRot="1" noMove="1" noResize="1" noEditPoints="1" noAdjustHandles="1" noChangeArrowheads="1" noChangeShapeType="1"/>
          </p:cNvSpPr>
          <p:nvPr/>
        </p:nvSpPr>
        <p:spPr>
          <a:xfrm>
            <a:off x="833081" y="6205420"/>
            <a:ext cx="1289700" cy="115826"/>
          </a:xfrm>
          <a:prstGeom prst="rect">
            <a:avLst/>
          </a:prstGeom>
          <a:noFill/>
        </p:spPr>
        <p:txBody>
          <a:bodyPr wrap="square" lIns="0" tIns="7200" rIns="0" bIns="0" rtlCol="0" anchor="ctr">
            <a:spAutoFit/>
          </a:bodyPr>
          <a:lstStyle/>
          <a:p>
            <a:pPr algn="l">
              <a:lnSpc>
                <a:spcPct val="75000"/>
              </a:lnSpc>
              <a:spcBef>
                <a:spcPts val="0"/>
              </a:spcBef>
            </a:pPr>
            <a:r>
              <a:rPr lang="en-US" sz="920" noProof="1">
                <a:solidFill>
                  <a:schemeClr val="tx1"/>
                </a:solidFill>
                <a:latin typeface="HP Forma DJR Office Medium" pitchFamily="2" charset="77"/>
              </a:rPr>
              <a:t>Lorem Ipsum</a:t>
            </a:r>
          </a:p>
        </p:txBody>
      </p:sp>
    </p:spTree>
    <p:extLst>
      <p:ext uri="{BB962C8B-B14F-4D97-AF65-F5344CB8AC3E}">
        <p14:creationId xmlns:p14="http://schemas.microsoft.com/office/powerpoint/2010/main" val="116653341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 id="2147483701" r:id="rId38"/>
    <p:sldLayoutId id="2147483702" r:id="rId39"/>
    <p:sldLayoutId id="2147483703" r:id="rId40"/>
    <p:sldLayoutId id="2147483704" r:id="rId41"/>
    <p:sldLayoutId id="2147483705" r:id="rId42"/>
    <p:sldLayoutId id="2147483706" r:id="rId43"/>
    <p:sldLayoutId id="2147483707" r:id="rId44"/>
    <p:sldLayoutId id="2147483708" r:id="rId45"/>
    <p:sldLayoutId id="2147483709" r:id="rId46"/>
    <p:sldLayoutId id="2147483710" r:id="rId47"/>
    <p:sldLayoutId id="2147483711" r:id="rId4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75000"/>
        </a:lnSpc>
        <a:spcBef>
          <a:spcPts val="1000"/>
        </a:spcBef>
        <a:buNone/>
        <a:defRPr sz="3000" b="0" i="0" kern="1200">
          <a:solidFill>
            <a:schemeClr val="tx1"/>
          </a:solidFill>
          <a:latin typeface="+mj-lt"/>
          <a:ea typeface="+mj-ea"/>
          <a:cs typeface="+mj-cs"/>
        </a:defRPr>
      </a:lvl1pPr>
      <a:lvl2pPr algn="l" defTabSz="914400" rtl="0" eaLnBrk="1" latinLnBrk="0" hangingPunct="1">
        <a:lnSpc>
          <a:spcPct val="90000"/>
        </a:lnSpc>
        <a:spcBef>
          <a:spcPts val="600"/>
        </a:spcBef>
        <a:buNone/>
        <a:defRPr sz="2000" b="0" i="0" kern="1200">
          <a:solidFill>
            <a:schemeClr val="tx1"/>
          </a:solidFill>
          <a:latin typeface="+mn-lt"/>
          <a:ea typeface="+mn-ea"/>
          <a:cs typeface="+mn-cs"/>
        </a:defRPr>
      </a:lvl2pPr>
      <a:lvl3pPr algn="l" defTabSz="914400" rtl="0" eaLnBrk="1" latinLnBrk="0" hangingPunct="1">
        <a:lnSpc>
          <a:spcPct val="100000"/>
        </a:lnSpc>
        <a:spcBef>
          <a:spcPts val="2500"/>
        </a:spcBef>
        <a:buNone/>
        <a:defRPr sz="1400" b="0" i="0" kern="1200">
          <a:solidFill>
            <a:schemeClr val="tx1"/>
          </a:solidFill>
          <a:latin typeface="+mj-lt"/>
          <a:ea typeface="+mj-ea"/>
          <a:cs typeface="+mj-cs"/>
        </a:defRPr>
      </a:lvl3pPr>
      <a:lvl4pPr algn="l" defTabSz="914400" rtl="0" eaLnBrk="1" latinLnBrk="0" hangingPunct="1">
        <a:lnSpc>
          <a:spcPct val="100000"/>
        </a:lnSpc>
        <a:spcBef>
          <a:spcPts val="2500"/>
        </a:spcBef>
        <a:buNone/>
        <a:defRPr sz="1100" b="0" i="0" kern="1200">
          <a:solidFill>
            <a:schemeClr val="bg2">
              <a:lumMod val="50000"/>
            </a:schemeClr>
          </a:solidFill>
          <a:latin typeface="+mn-lt"/>
          <a:ea typeface="+mn-ea"/>
          <a:cs typeface="+mn-cs"/>
        </a:defRPr>
      </a:lvl4pPr>
    </p:titleStyle>
    <p:bodyStyle>
      <a:lvl1pPr marL="0" indent="0" algn="l" defTabSz="914400" rtl="0" eaLnBrk="1" latinLnBrk="0" hangingPunct="1">
        <a:lnSpc>
          <a:spcPct val="100000"/>
        </a:lnSpc>
        <a:spcBef>
          <a:spcPts val="1000"/>
        </a:spcBef>
        <a:buFont typeface="Arial" panose="020B0604020202020204" pitchFamily="34" charset="0"/>
        <a:buNone/>
        <a:defRPr sz="1300" b="0" i="0" kern="1200">
          <a:solidFill>
            <a:schemeClr val="tx1"/>
          </a:solidFill>
          <a:latin typeface="+mn-lt"/>
          <a:ea typeface="+mn-ea"/>
          <a:cs typeface="+mn-cs"/>
        </a:defRPr>
      </a:lvl1pPr>
      <a:lvl2pPr marL="179388" indent="-144000" algn="l" defTabSz="914400" rtl="0" eaLnBrk="1" latinLnBrk="0" hangingPunct="1">
        <a:lnSpc>
          <a:spcPct val="100000"/>
        </a:lnSpc>
        <a:spcBef>
          <a:spcPts val="500"/>
        </a:spcBef>
        <a:buFont typeface="Arial" panose="020B0604020202020204" pitchFamily="34" charset="0"/>
        <a:buChar char="•"/>
        <a:defRPr sz="1300" b="0" i="0" kern="1200">
          <a:solidFill>
            <a:schemeClr val="tx1"/>
          </a:solidFill>
          <a:latin typeface="+mn-lt"/>
          <a:ea typeface="+mn-ea"/>
          <a:cs typeface="+mn-cs"/>
        </a:defRPr>
      </a:lvl2pPr>
      <a:lvl3pPr marL="360000" indent="-144000" algn="l" defTabSz="914400" rtl="0" eaLnBrk="1" latinLnBrk="0" hangingPunct="1">
        <a:lnSpc>
          <a:spcPct val="100000"/>
        </a:lnSpc>
        <a:spcBef>
          <a:spcPts val="500"/>
        </a:spcBef>
        <a:buFont typeface="Arial" panose="020B0604020202020204" pitchFamily="34" charset="0"/>
        <a:buChar char="•"/>
        <a:defRPr sz="1300" b="0" i="0" kern="1200">
          <a:solidFill>
            <a:schemeClr val="tx1"/>
          </a:solidFill>
          <a:latin typeface="+mn-lt"/>
          <a:ea typeface="+mn-ea"/>
          <a:cs typeface="+mn-cs"/>
        </a:defRPr>
      </a:lvl3pPr>
      <a:lvl4pPr marL="540000" indent="-144000" algn="l" defTabSz="914400" rtl="0" eaLnBrk="1" latinLnBrk="0" hangingPunct="1">
        <a:lnSpc>
          <a:spcPct val="100000"/>
        </a:lnSpc>
        <a:spcBef>
          <a:spcPts val="500"/>
        </a:spcBef>
        <a:buFont typeface="Arial" panose="020B0604020202020204" pitchFamily="34" charset="0"/>
        <a:buChar char="•"/>
        <a:defRPr sz="1300" b="0" i="0" kern="1200">
          <a:solidFill>
            <a:schemeClr val="tx1"/>
          </a:solidFill>
          <a:latin typeface="+mn-lt"/>
          <a:ea typeface="+mn-ea"/>
          <a:cs typeface="+mn-cs"/>
        </a:defRPr>
      </a:lvl4pPr>
      <a:lvl5pPr marL="234000" indent="-234000" algn="l" defTabSz="914400" rtl="0" eaLnBrk="1" latinLnBrk="0" hangingPunct="1">
        <a:lnSpc>
          <a:spcPct val="100000"/>
        </a:lnSpc>
        <a:spcBef>
          <a:spcPts val="500"/>
        </a:spcBef>
        <a:buFont typeface="+mj-lt"/>
        <a:buAutoNum type="arabicPeriod"/>
        <a:defRPr sz="1300" kern="1200">
          <a:solidFill>
            <a:schemeClr val="tx1"/>
          </a:solidFill>
          <a:latin typeface="+mn-lt"/>
          <a:ea typeface="+mn-ea"/>
          <a:cs typeface="+mn-cs"/>
        </a:defRPr>
      </a:lvl5pPr>
      <a:lvl6pPr marL="468000" indent="-234000" algn="l" defTabSz="914400" rtl="0" eaLnBrk="1" latinLnBrk="0" hangingPunct="1">
        <a:lnSpc>
          <a:spcPct val="100000"/>
        </a:lnSpc>
        <a:spcBef>
          <a:spcPts val="500"/>
        </a:spcBef>
        <a:buFont typeface="+mj-lt"/>
        <a:buAutoNum type="alphaLcPeriod"/>
        <a:defRPr sz="1300" kern="1200">
          <a:solidFill>
            <a:schemeClr val="tx1"/>
          </a:solidFill>
          <a:latin typeface="+mn-lt"/>
          <a:ea typeface="+mn-ea"/>
          <a:cs typeface="+mn-cs"/>
        </a:defRPr>
      </a:lvl6pPr>
      <a:lvl7pPr marL="0" indent="0" algn="l" defTabSz="914400" rtl="0" eaLnBrk="1" latinLnBrk="0" hangingPunct="1">
        <a:lnSpc>
          <a:spcPct val="100000"/>
        </a:lnSpc>
        <a:spcBef>
          <a:spcPts val="1500"/>
        </a:spcBef>
        <a:buFont typeface="+mj-lt"/>
        <a:buNone/>
        <a:defRPr sz="1600" b="0" i="0" kern="1200">
          <a:solidFill>
            <a:schemeClr val="tx1"/>
          </a:solidFill>
          <a:latin typeface="+mj-lt"/>
          <a:ea typeface="+mn-ea"/>
          <a:cs typeface="+mn-cs"/>
        </a:defRPr>
      </a:lvl7pPr>
      <a:lvl8pPr marL="0" indent="0" algn="l" defTabSz="914400" rtl="0" eaLnBrk="1" latinLnBrk="0" hangingPunct="1">
        <a:lnSpc>
          <a:spcPct val="90000"/>
        </a:lnSpc>
        <a:spcBef>
          <a:spcPts val="1500"/>
        </a:spcBef>
        <a:spcAft>
          <a:spcPts val="900"/>
        </a:spcAft>
        <a:buFont typeface="Arial" panose="020B0604020202020204" pitchFamily="34" charset="0"/>
        <a:buNone/>
        <a:defRPr sz="2000" kern="1200">
          <a:solidFill>
            <a:schemeClr val="tx1"/>
          </a:solidFill>
          <a:latin typeface="+mn-lt"/>
          <a:ea typeface="+mn-ea"/>
          <a:cs typeface="+mn-cs"/>
        </a:defRPr>
      </a:lvl8pPr>
      <a:lvl9pPr marL="0" indent="0" algn="l" defTabSz="914400" rtl="0" eaLnBrk="1" latinLnBrk="0" hangingPunct="1">
        <a:lnSpc>
          <a:spcPct val="100000"/>
        </a:lnSpc>
        <a:spcBef>
          <a:spcPts val="1000"/>
        </a:spcBef>
        <a:buFont typeface="+mj-lt"/>
        <a:buNone/>
        <a:defRPr sz="1100" kern="1200">
          <a:solidFill>
            <a:schemeClr val="tx1"/>
          </a:solidFill>
          <a:latin typeface="+mn-lt"/>
          <a:ea typeface="+mn-ea"/>
          <a:cs typeface="+mn-cs"/>
        </a:defRPr>
      </a:lvl9pPr>
    </p:bodyStyle>
    <p:otherStyle>
      <a:lvl1pPr marL="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mn-lt"/>
          <a:ea typeface="+mn-ea"/>
          <a:cs typeface="+mn-cs"/>
        </a:defRPr>
      </a:lvl1pPr>
      <a:lvl2pPr marL="180000" indent="-125413" algn="l" defTabSz="914400" rtl="0" eaLnBrk="1" latinLnBrk="0" hangingPunct="1">
        <a:lnSpc>
          <a:spcPct val="100000"/>
        </a:lnSpc>
        <a:spcBef>
          <a:spcPts val="0"/>
        </a:spcBef>
        <a:buFont typeface="Arial" panose="020B0604020202020204" pitchFamily="34" charset="0"/>
        <a:buChar char="•"/>
        <a:defRPr sz="1100" b="0" i="0" kern="1200">
          <a:solidFill>
            <a:schemeClr val="tx1"/>
          </a:solidFill>
          <a:latin typeface="+mn-lt"/>
          <a:ea typeface="+mn-ea"/>
          <a:cs typeface="+mn-cs"/>
        </a:defRPr>
      </a:lvl2pPr>
      <a:lvl3pPr marL="360000" indent="-126000" algn="l" defTabSz="914400" rtl="0" eaLnBrk="1" latinLnBrk="0" hangingPunct="1">
        <a:lnSpc>
          <a:spcPct val="100000"/>
        </a:lnSpc>
        <a:spcBef>
          <a:spcPts val="0"/>
        </a:spcBef>
        <a:buFont typeface="Arial" panose="020B0604020202020204" pitchFamily="34" charset="0"/>
        <a:buChar char="•"/>
        <a:defRPr sz="1100" b="0" i="0" kern="1200">
          <a:solidFill>
            <a:schemeClr val="tx1"/>
          </a:solidFill>
          <a:latin typeface="+mn-lt"/>
          <a:ea typeface="+mn-ea"/>
          <a:cs typeface="+mn-cs"/>
        </a:defRPr>
      </a:lvl3pPr>
      <a:lvl4pPr marL="540000" indent="-126000" algn="l" defTabSz="914400" rtl="0" eaLnBrk="1" latinLnBrk="0" hangingPunct="1">
        <a:lnSpc>
          <a:spcPct val="100000"/>
        </a:lnSpc>
        <a:spcBef>
          <a:spcPts val="0"/>
        </a:spcBef>
        <a:buFont typeface="Arial" panose="020B0604020202020204" pitchFamily="34" charset="0"/>
        <a:buChar char="•"/>
        <a:defRPr sz="1100" b="0" i="0" kern="1200">
          <a:solidFill>
            <a:schemeClr val="tx1"/>
          </a:solidFill>
          <a:latin typeface="+mn-lt"/>
          <a:ea typeface="+mn-ea"/>
          <a:cs typeface="+mn-cs"/>
        </a:defRPr>
      </a:lvl4pPr>
      <a:lvl5pPr marL="179388" indent="-179388" algn="l" defTabSz="914400" rtl="0" eaLnBrk="1" latinLnBrk="0" hangingPunct="1">
        <a:lnSpc>
          <a:spcPct val="100000"/>
        </a:lnSpc>
        <a:spcBef>
          <a:spcPts val="0"/>
        </a:spcBef>
        <a:buFont typeface="+mj-lt"/>
        <a:buAutoNum type="arabicPeriod"/>
        <a:defRPr sz="1100" b="0" i="0" kern="1200">
          <a:solidFill>
            <a:schemeClr val="tx1"/>
          </a:solidFill>
          <a:latin typeface="+mn-lt"/>
          <a:ea typeface="+mn-ea"/>
          <a:cs typeface="+mn-cs"/>
        </a:defRPr>
      </a:lvl5pPr>
      <a:lvl6pPr marL="358775" indent="-179388" algn="l" defTabSz="914400" rtl="0" eaLnBrk="1" latinLnBrk="0" hangingPunct="1">
        <a:lnSpc>
          <a:spcPct val="100000"/>
        </a:lnSpc>
        <a:spcBef>
          <a:spcPts val="0"/>
        </a:spcBef>
        <a:buFont typeface="+mj-lt"/>
        <a:buAutoNum type="alphaLcPeriod"/>
        <a:defRPr sz="11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mj-lt"/>
        <a:buNone/>
        <a:defRPr sz="1400" b="0" i="0" kern="1200">
          <a:solidFill>
            <a:schemeClr val="tx1"/>
          </a:solidFill>
          <a:latin typeface="+mj-lt"/>
          <a:ea typeface="+mj-ea"/>
          <a:cs typeface="+mj-cs"/>
        </a:defRPr>
      </a:lvl7pPr>
      <a:lvl8pPr marL="0" indent="0" algn="l" defTabSz="914400" rtl="0" eaLnBrk="1" latinLnBrk="0" hangingPunct="1">
        <a:lnSpc>
          <a:spcPct val="90000"/>
        </a:lnSpc>
        <a:spcBef>
          <a:spcPts val="1000"/>
        </a:spcBef>
        <a:spcAft>
          <a:spcPts val="900"/>
        </a:spcAft>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mj-lt"/>
        <a:buNone/>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orient="horz" pos="1130">
          <p15:clr>
            <a:srgbClr val="FBAE40"/>
          </p15:clr>
        </p15:guide>
        <p15:guide id="3" orient="horz" pos="3657">
          <p15:clr>
            <a:srgbClr val="FBAE40"/>
          </p15:clr>
        </p15:guide>
        <p15:guide id="4" orient="horz" pos="4032">
          <p15:clr>
            <a:srgbClr val="F26B43"/>
          </p15:clr>
        </p15:guide>
        <p15:guide id="11" pos="288">
          <p15:clr>
            <a:srgbClr val="F26B43"/>
          </p15:clr>
        </p15:guide>
        <p15:guide id="12" pos="3840">
          <p15:clr>
            <a:srgbClr val="A4A3A4"/>
          </p15:clr>
        </p15:guide>
        <p15:guide id="13" pos="7392">
          <p15:clr>
            <a:srgbClr val="F26B43"/>
          </p15:clr>
        </p15:guide>
        <p15:guide id="201" pos="710">
          <p15:clr>
            <a:srgbClr val="BBCDD4"/>
          </p15:clr>
        </p15:guide>
        <p15:guide id="202" pos="895">
          <p15:clr>
            <a:srgbClr val="BBCDD4"/>
          </p15:clr>
        </p15:guide>
        <p15:guide id="203" pos="1317">
          <p15:clr>
            <a:srgbClr val="BBCDD4"/>
          </p15:clr>
        </p15:guide>
        <p15:guide id="204" pos="1503">
          <p15:clr>
            <a:srgbClr val="BBCDD4"/>
          </p15:clr>
        </p15:guide>
        <p15:guide id="205" pos="1925">
          <p15:clr>
            <a:srgbClr val="BBCDD4"/>
          </p15:clr>
        </p15:guide>
        <p15:guide id="206" pos="2110">
          <p15:clr>
            <a:srgbClr val="BBCDD4"/>
          </p15:clr>
        </p15:guide>
        <p15:guide id="207" pos="2532">
          <p15:clr>
            <a:srgbClr val="BBCDD4"/>
          </p15:clr>
        </p15:guide>
        <p15:guide id="208" pos="2718">
          <p15:clr>
            <a:srgbClr val="BBCDD4"/>
          </p15:clr>
        </p15:guide>
        <p15:guide id="209" pos="3140">
          <p15:clr>
            <a:srgbClr val="BBCDD4"/>
          </p15:clr>
        </p15:guide>
        <p15:guide id="210" pos="3325">
          <p15:clr>
            <a:srgbClr val="BBCDD4"/>
          </p15:clr>
        </p15:guide>
        <p15:guide id="211" pos="3747">
          <p15:clr>
            <a:srgbClr val="BBCDD4"/>
          </p15:clr>
        </p15:guide>
        <p15:guide id="212" pos="3933">
          <p15:clr>
            <a:srgbClr val="BBCDD4"/>
          </p15:clr>
        </p15:guide>
        <p15:guide id="213" pos="4355">
          <p15:clr>
            <a:srgbClr val="BBCDD4"/>
          </p15:clr>
        </p15:guide>
        <p15:guide id="214" pos="4540">
          <p15:clr>
            <a:srgbClr val="BBCDD4"/>
          </p15:clr>
        </p15:guide>
        <p15:guide id="215" pos="4962">
          <p15:clr>
            <a:srgbClr val="BBCDD4"/>
          </p15:clr>
        </p15:guide>
        <p15:guide id="216" pos="5148">
          <p15:clr>
            <a:srgbClr val="BBCDD4"/>
          </p15:clr>
        </p15:guide>
        <p15:guide id="217" pos="5570">
          <p15:clr>
            <a:srgbClr val="BBCDD4"/>
          </p15:clr>
        </p15:guide>
        <p15:guide id="218" pos="5755">
          <p15:clr>
            <a:srgbClr val="BBCDD4"/>
          </p15:clr>
        </p15:guide>
        <p15:guide id="219" pos="6177">
          <p15:clr>
            <a:srgbClr val="BBCDD4"/>
          </p15:clr>
        </p15:guide>
        <p15:guide id="220" pos="6363">
          <p15:clr>
            <a:srgbClr val="BBCDD4"/>
          </p15:clr>
        </p15:guide>
        <p15:guide id="221" pos="6785">
          <p15:clr>
            <a:srgbClr val="BBCDD4"/>
          </p15:clr>
        </p15:guide>
        <p15:guide id="222" pos="6970">
          <p15:clr>
            <a:srgbClr val="BBCDD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sv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svg"/><Relationship Id="rId7" Type="http://schemas.openxmlformats.org/officeDocument/2006/relationships/image" Target="../media/image14.svg"/><Relationship Id="rId8" Type="http://schemas.openxmlformats.org/officeDocument/2006/relationships/image" Target="../media/image1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 Id="rId3" Type="http://schemas.microsoft.com/office/2007/relationships/hdphoto" Target="../media/hdphoto1.wdp"/><Relationship Id="rId4" Type="http://schemas.openxmlformats.org/officeDocument/2006/relationships/image" Target="../media/image17.svg"/><Relationship Id="rId5" Type="http://schemas.openxmlformats.org/officeDocument/2006/relationships/image" Target="../media/image18.svg"/><Relationship Id="rId6" Type="http://schemas.openxmlformats.org/officeDocument/2006/relationships/image" Target="../media/image1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8A38A-A9F8-19DE-70F1-991AE9C06007}"/>
              </a:ext>
            </a:extLst>
          </p:cNvPr>
          <p:cNvSpPr>
            <a:spLocks noGrp="1"/>
          </p:cNvSpPr>
          <p:nvPr>
            <p:ph type="title"/>
          </p:nvPr>
        </p:nvSpPr>
        <p:spPr>
          <a:xfrm>
            <a:off x="735867" y="2043820"/>
            <a:ext cx="7402530" cy="646331"/>
          </a:xfrm>
        </p:spPr>
        <p:txBody>
          <a:bodyPr/>
          <a:lstStyle/>
          <a:p>
            <a:pPr algn="l"/>
            <a:r>
              <a:rPr lang="en-US" sz="6000" b="1" dirty="0">
                <a:latin typeface="HP Forma DJR Office Medium" pitchFamily="2" charset="77"/>
                <a:ea typeface="Arial Black" pitchFamily="34" charset="-122"/>
                <a:cs typeface="Arial Black" pitchFamily="34" charset="-120"/>
              </a:rPr>
              <a:t>HP ZGX Fury G1n</a:t>
            </a:r>
            <a:br>
              <a:rPr lang="en-US" sz="6000" b="1" dirty="0">
                <a:solidFill>
                  <a:prstClr val="black"/>
                </a:solidFill>
                <a:highlight>
                  <a:srgbClr val="000000"/>
                </a:highlight>
                <a:latin typeface="HP Forma DJR Office Medium" pitchFamily="2" charset="77"/>
              </a:rPr>
            </a:br>
            <a:endParaRPr lang="en-US" sz="6000" b="1" dirty="0">
              <a:highlight>
                <a:srgbClr val="000000"/>
              </a:highlight>
              <a:latin typeface="HP Forma DJR Office Medium" pitchFamily="2" charset="77"/>
            </a:endParaRPr>
          </a:p>
        </p:txBody>
      </p:sp>
      <p:sp>
        <p:nvSpPr>
          <p:cNvPr id="11" name="Text Placeholder 10">
            <a:extLst>
              <a:ext uri="{FF2B5EF4-FFF2-40B4-BE49-F238E27FC236}">
                <a16:creationId xmlns:a16="http://schemas.microsoft.com/office/drawing/2014/main" id="{0EC1E753-B3D6-7E37-BFDC-5C5CDE2FAFE4}"/>
              </a:ext>
            </a:extLst>
          </p:cNvPr>
          <p:cNvSpPr>
            <a:spLocks noGrp="1"/>
          </p:cNvSpPr>
          <p:nvPr>
            <p:ph type="body" sz="quarter" idx="14"/>
          </p:nvPr>
        </p:nvSpPr>
        <p:spPr>
          <a:xfrm>
            <a:off x="1420813" y="5806939"/>
            <a:ext cx="2592000" cy="593861"/>
          </a:xfrm>
        </p:spPr>
        <p:txBody>
          <a:bodyPr/>
          <a:lstStyle/>
          <a:p>
            <a:r>
              <a:rPr lang="en-US" dirty="0">
                <a:latin typeface="HP Forma DJR Office" pitchFamily="2" charset="77"/>
              </a:rPr>
              <a:t>Avril 2026</a:t>
            </a:r>
          </a:p>
        </p:txBody>
      </p:sp>
      <p:sp>
        <p:nvSpPr>
          <p:cNvPr id="3" name="TextBox 2">
            <a:extLst>
              <a:ext uri="{FF2B5EF4-FFF2-40B4-BE49-F238E27FC236}">
                <a16:creationId xmlns:a16="http://schemas.microsoft.com/office/drawing/2014/main" id="{B5E2A2D2-FD30-DBD5-D754-837B04D32969}"/>
              </a:ext>
            </a:extLst>
          </p:cNvPr>
          <p:cNvSpPr txBox="1"/>
          <p:nvPr/>
        </p:nvSpPr>
        <p:spPr>
          <a:xfrm>
            <a:off x="735867" y="2782669"/>
            <a:ext cx="12117494" cy="646331"/>
          </a:xfrm>
          <a:prstGeom prst="rect">
            <a:avLst/>
          </a:prstGeom>
          <a:noFill/>
        </p:spPr>
        <p:txBody>
          <a:bodyPr wrap="square" lIns="0" rtlCol="0">
            <a:spAutoFit/>
          </a:bodyPr>
          <a:lstStyle/>
          <a:p>
            <a:r>
              <a:rPr lang="en-US" dirty="0">
                <a:latin typeface="HP Forma DJR Office" pitchFamily="2" charset="77"/>
                <a:ea typeface="Arial" pitchFamily="34" charset="-122"/>
                <a:cs typeface="Arial" pitchFamily="34" charset="-120"/>
              </a:rPr>
              <a:t>IA de classe datacenter. Encombrement de bureau.</a:t>
            </a:r>
            <a:endParaRPr lang="en-US" dirty="0">
              <a:latin typeface="HP Forma DJR Office" pitchFamily="2" charset="77"/>
            </a:endParaRPr>
          </a:p>
          <a:p>
            <a:endParaRPr lang="en-US" dirty="0"/>
          </a:p>
        </p:txBody>
      </p:sp>
      <p:sp>
        <p:nvSpPr>
          <p:cNvPr id="4" name="Text 2">
            <a:extLst>
              <a:ext uri="{FF2B5EF4-FFF2-40B4-BE49-F238E27FC236}">
                <a16:creationId xmlns:a16="http://schemas.microsoft.com/office/drawing/2014/main" id="{2E93265F-0A6C-2B75-8C37-65F6315C4A18}"/>
              </a:ext>
            </a:extLst>
          </p:cNvPr>
          <p:cNvSpPr/>
          <p:nvPr/>
        </p:nvSpPr>
        <p:spPr>
          <a:xfrm>
            <a:off x="735867" y="4724739"/>
            <a:ext cx="8534400" cy="609600"/>
          </a:xfrm>
          <a:prstGeom prst="rect">
            <a:avLst/>
          </a:prstGeom>
          <a:noFill/>
          <a:ln/>
        </p:spPr>
        <p:txBody>
          <a:bodyPr wrap="square" lIns="0" rtlCol="0" anchor="ctr"/>
          <a:lstStyle/>
          <a:p>
            <a:pPr defTabSz="1219170"/>
            <a:r>
              <a:rPr lang="en-US" sz="1400" dirty="0">
                <a:latin typeface="HP Forma DJR Office" pitchFamily="2" charset="77"/>
                <a:ea typeface="Arial" pitchFamily="34" charset="-122"/>
                <a:cs typeface="Arial" pitchFamily="34" charset="-120"/>
              </a:rPr>
              <a:t>Auteur : Curtis Burkhalter, PhD, Technical PMM, ACS AI Solutions</a:t>
            </a:r>
            <a:endParaRPr lang="en-US" sz="1400" dirty="0">
              <a:latin typeface="HP Forma DJR Office" pitchFamily="2" charset="77"/>
            </a:endParaRPr>
          </a:p>
        </p:txBody>
      </p:sp>
    </p:spTree>
    <p:extLst>
      <p:ext uri="{BB962C8B-B14F-4D97-AF65-F5344CB8AC3E}">
        <p14:creationId xmlns:p14="http://schemas.microsoft.com/office/powerpoint/2010/main" val="62524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846EB6-4920-8296-FFF8-A7A6A955E6C5}"/>
              </a:ext>
            </a:extLst>
          </p:cNvPr>
          <p:cNvSpPr>
            <a:spLocks noGrp="1"/>
          </p:cNvSpPr>
          <p:nvPr>
            <p:ph type="title"/>
          </p:nvPr>
        </p:nvSpPr>
        <p:spPr>
          <a:xfrm>
            <a:off x="457200" y="441471"/>
            <a:ext cx="11278800" cy="393300"/>
          </a:xfrm>
        </p:spPr>
        <p:txBody>
          <a:bodyPr/>
          <a:lstStyle/>
          <a:p>
            <a:r>
              <a:rPr lang="en-US" dirty="0"/>
              <a:t>Les dépenses en IA augmentent rapidement.</a:t>
            </a:r>
          </a:p>
        </p:txBody>
      </p:sp>
      <p:sp>
        <p:nvSpPr>
          <p:cNvPr id="6" name="Text Placeholder 5">
            <a:extLst>
              <a:ext uri="{FF2B5EF4-FFF2-40B4-BE49-F238E27FC236}">
                <a16:creationId xmlns:a16="http://schemas.microsoft.com/office/drawing/2014/main" id="{5F8D9EAC-EEFD-E2B8-EA5A-B55C6A2B5E9C}"/>
              </a:ext>
            </a:extLst>
          </p:cNvPr>
          <p:cNvSpPr>
            <a:spLocks noGrp="1"/>
          </p:cNvSpPr>
          <p:nvPr>
            <p:ph type="body" sz="quarter" idx="13"/>
          </p:nvPr>
        </p:nvSpPr>
        <p:spPr>
          <a:xfrm>
            <a:off x="457200" y="834770"/>
            <a:ext cx="11278800" cy="295967"/>
          </a:xfrm>
        </p:spPr>
        <p:txBody>
          <a:bodyPr/>
          <a:lstStyle/>
          <a:p>
            <a:r>
              <a:rPr lang="en-US" dirty="0"/>
              <a:t>L'IA de production ne devrait pas nécessiter de centre de données.</a:t>
            </a:r>
          </a:p>
        </p:txBody>
      </p:sp>
      <p:sp>
        <p:nvSpPr>
          <p:cNvPr id="10" name="Shape 3">
            <a:extLst>
              <a:ext uri="{FF2B5EF4-FFF2-40B4-BE49-F238E27FC236}">
                <a16:creationId xmlns:a16="http://schemas.microsoft.com/office/drawing/2014/main" id="{99A7099A-68FD-C98F-C060-09A70D039C85}"/>
              </a:ext>
            </a:extLst>
          </p:cNvPr>
          <p:cNvSpPr/>
          <p:nvPr/>
        </p:nvSpPr>
        <p:spPr>
          <a:xfrm>
            <a:off x="457200" y="1568468"/>
            <a:ext cx="5120640" cy="1584960"/>
          </a:xfrm>
          <a:prstGeom prst="rect">
            <a:avLst/>
          </a:prstGeom>
          <a:solidFill>
            <a:srgbClr val="F5F5F5"/>
          </a:solidFill>
          <a:ln/>
        </p:spPr>
        <p:txBody>
          <a:bodyPr/>
          <a:lstStyle/>
          <a:p>
            <a:pPr defTabSz="1219170"/>
            <a:endParaRPr lang="en-US" sz="2400">
              <a:solidFill>
                <a:prstClr val="black"/>
              </a:solidFill>
              <a:latin typeface="HP Forma DJR Office" pitchFamily="2" charset="0"/>
            </a:endParaRPr>
          </a:p>
        </p:txBody>
      </p:sp>
      <p:sp>
        <p:nvSpPr>
          <p:cNvPr id="11" name="Shape 5">
            <a:extLst>
              <a:ext uri="{FF2B5EF4-FFF2-40B4-BE49-F238E27FC236}">
                <a16:creationId xmlns:a16="http://schemas.microsoft.com/office/drawing/2014/main" id="{1632B303-0329-0790-F8D8-7E1ED43B57F3}"/>
              </a:ext>
            </a:extLst>
          </p:cNvPr>
          <p:cNvSpPr/>
          <p:nvPr/>
        </p:nvSpPr>
        <p:spPr>
          <a:xfrm>
            <a:off x="6065520" y="1568468"/>
            <a:ext cx="5120640" cy="1584960"/>
          </a:xfrm>
          <a:prstGeom prst="rect">
            <a:avLst/>
          </a:prstGeom>
          <a:solidFill>
            <a:srgbClr val="F5F5F5"/>
          </a:solidFill>
          <a:ln/>
        </p:spPr>
        <p:txBody>
          <a:bodyPr/>
          <a:lstStyle/>
          <a:p>
            <a:pPr defTabSz="1219170"/>
            <a:endParaRPr lang="en-US" sz="2400">
              <a:solidFill>
                <a:prstClr val="black"/>
              </a:solidFill>
              <a:latin typeface="HP Forma DJR Office" pitchFamily="2" charset="0"/>
            </a:endParaRPr>
          </a:p>
        </p:txBody>
      </p:sp>
      <p:sp>
        <p:nvSpPr>
          <p:cNvPr id="12" name="Text 7">
            <a:extLst>
              <a:ext uri="{FF2B5EF4-FFF2-40B4-BE49-F238E27FC236}">
                <a16:creationId xmlns:a16="http://schemas.microsoft.com/office/drawing/2014/main" id="{978B8FDB-965F-F33E-ACC2-64A50180E187}"/>
              </a:ext>
            </a:extLst>
          </p:cNvPr>
          <p:cNvSpPr/>
          <p:nvPr/>
        </p:nvSpPr>
        <p:spPr>
          <a:xfrm>
            <a:off x="457200" y="3458228"/>
            <a:ext cx="10728960" cy="42672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Points de friction courants :</a:t>
            </a:r>
            <a:endParaRPr lang="en-US" dirty="0">
              <a:latin typeface="+mj-lt"/>
            </a:endParaRPr>
          </a:p>
        </p:txBody>
      </p:sp>
      <p:sp>
        <p:nvSpPr>
          <p:cNvPr id="13" name="Text 9">
            <a:extLst>
              <a:ext uri="{FF2B5EF4-FFF2-40B4-BE49-F238E27FC236}">
                <a16:creationId xmlns:a16="http://schemas.microsoft.com/office/drawing/2014/main" id="{C1230C2B-69B4-F042-0E6E-34A43F10787F}"/>
              </a:ext>
            </a:extLst>
          </p:cNvPr>
          <p:cNvSpPr/>
          <p:nvPr/>
        </p:nvSpPr>
        <p:spPr>
          <a:xfrm>
            <a:off x="457200" y="3944238"/>
            <a:ext cx="5120640" cy="487680"/>
          </a:xfrm>
          <a:prstGeom prst="rect">
            <a:avLst/>
          </a:prstGeom>
          <a:noFill/>
          <a:ln/>
        </p:spPr>
        <p:txBody>
          <a:bodyPr wrap="square" lIns="0" rtlCol="0" anchor="t"/>
          <a:lstStyle/>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Les coûts de l'IA dans le cloud sont imprévisibles et en hausse.</a:t>
            </a:r>
          </a:p>
          <a:p>
            <a:pPr marL="123825" indent="-123825" defTabSz="1219170">
              <a:buClr>
                <a:schemeClr val="tx2"/>
              </a:buClr>
              <a:buFont typeface="Wingdings" pitchFamily="2" charset="2"/>
              <a:buChar char="§"/>
            </a:pPr>
            <a:endParaRPr lang="en-US" sz="1500" dirty="0">
              <a:solidFill>
                <a:srgbClr val="333333"/>
              </a:solidFill>
              <a:latin typeface="HP Forma DJR Office" pitchFamily="2" charset="0"/>
              <a:cs typeface="Arial" pitchFamily="34" charset="-120"/>
            </a:endParaRPr>
          </a:p>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
            </a:r>
            <a:endParaRPr lang="en-US" sz="1500" dirty="0">
              <a:solidFill>
                <a:prstClr val="black"/>
              </a:solidFill>
              <a:latin typeface="HP Forma DJR Office" pitchFamily="2" charset="0"/>
            </a:endParaRPr>
          </a:p>
          <a:p>
            <a:pPr marL="123825" indent="-123825" defTabSz="1219170">
              <a:buClr>
                <a:schemeClr val="tx2"/>
              </a:buClr>
              <a:buFont typeface="Wingdings" pitchFamily="2" charset="2"/>
              <a:buChar char="§"/>
            </a:pPr>
            <a:endParaRPr lang="en-US" sz="1500" dirty="0">
              <a:solidFill>
                <a:prstClr val="black"/>
              </a:solidFill>
              <a:latin typeface="HP Forma DJR Office" pitchFamily="2" charset="0"/>
            </a:endParaRPr>
          </a:p>
        </p:txBody>
      </p:sp>
      <p:sp>
        <p:nvSpPr>
          <p:cNvPr id="17" name="Text 4">
            <a:extLst>
              <a:ext uri="{FF2B5EF4-FFF2-40B4-BE49-F238E27FC236}">
                <a16:creationId xmlns:a16="http://schemas.microsoft.com/office/drawing/2014/main" id="{75FCC8FE-CFF3-AB32-AD02-D68A6A105187}"/>
              </a:ext>
            </a:extLst>
          </p:cNvPr>
          <p:cNvSpPr/>
          <p:nvPr/>
        </p:nvSpPr>
        <p:spPr>
          <a:xfrm>
            <a:off x="640080" y="1751348"/>
            <a:ext cx="3618769" cy="1219200"/>
          </a:xfrm>
          <a:prstGeom prst="rect">
            <a:avLst/>
          </a:prstGeom>
          <a:noFill/>
          <a:ln/>
        </p:spPr>
        <p:txBody>
          <a:bodyPr wrap="square" rtlCol="0" anchor="t"/>
          <a:lstStyle/>
          <a:p>
            <a:pPr defTabSz="1219170"/>
            <a:r>
              <a:rPr lang="en-US" sz="1733" dirty="0">
                <a:solidFill>
                  <a:srgbClr val="000000"/>
                </a:solidFill>
                <a:latin typeface="HP Forma DJR Office" pitchFamily="2" charset="0"/>
                <a:ea typeface="Arial" pitchFamily="34" charset="-122"/>
                <a:cs typeface="Arial" pitchFamily="34" charset="-120"/>
              </a:rPr>
              <a:t>Les temps d'attente ralentissent la vélocité de développement.</a:t>
            </a:r>
            <a:r>
              <a:rPr lang="en-US" sz="1733" i="1" dirty="0">
                <a:solidFill>
                  <a:srgbClr val="000000"/>
                </a:solidFill>
                <a:latin typeface="HP Forma DJR Office" pitchFamily="2" charset="0"/>
                <a:ea typeface="Arial" pitchFamily="34" charset="-122"/>
                <a:cs typeface="Arial" pitchFamily="34" charset="-120"/>
              </a:rPr>
              <a:t/>
            </a:r>
            <a:r>
              <a:rPr lang="en-US" sz="1467" dirty="0">
                <a:solidFill>
                  <a:srgbClr val="666666"/>
                </a:solidFill>
                <a:latin typeface="HP Forma DJR Office" pitchFamily="2" charset="0"/>
                <a:ea typeface="Arial" pitchFamily="34" charset="-122"/>
                <a:cs typeface="Arial" pitchFamily="34" charset="-120"/>
              </a:rPr>
              <a:t/>
            </a:r>
            <a:endParaRPr lang="en-US" sz="1733" dirty="0">
              <a:solidFill>
                <a:prstClr val="black"/>
              </a:solidFill>
              <a:latin typeface="HP Forma DJR Office" pitchFamily="2" charset="0"/>
            </a:endParaRPr>
          </a:p>
        </p:txBody>
      </p:sp>
      <p:sp>
        <p:nvSpPr>
          <p:cNvPr id="18" name="Text 6">
            <a:extLst>
              <a:ext uri="{FF2B5EF4-FFF2-40B4-BE49-F238E27FC236}">
                <a16:creationId xmlns:a16="http://schemas.microsoft.com/office/drawing/2014/main" id="{32E23544-055D-8690-4688-858EE40E68F8}"/>
              </a:ext>
            </a:extLst>
          </p:cNvPr>
          <p:cNvSpPr/>
          <p:nvPr/>
        </p:nvSpPr>
        <p:spPr>
          <a:xfrm>
            <a:off x="6248400" y="1751348"/>
            <a:ext cx="3947786" cy="1219200"/>
          </a:xfrm>
          <a:prstGeom prst="rect">
            <a:avLst/>
          </a:prstGeom>
          <a:noFill/>
          <a:ln/>
        </p:spPr>
        <p:txBody>
          <a:bodyPr wrap="square" rtlCol="0" anchor="t"/>
          <a:lstStyle/>
          <a:p>
            <a:pPr defTabSz="1219170"/>
            <a:r>
              <a:rPr lang="en-US" sz="1733" dirty="0">
                <a:solidFill>
                  <a:srgbClr val="000000"/>
                </a:solidFill>
                <a:latin typeface="HP Forma DJR Office" pitchFamily="2" charset="0"/>
                <a:ea typeface="Arial" pitchFamily="34" charset="-122"/>
                <a:cs typeface="Arial" pitchFamily="34" charset="-120"/>
              </a:rPr>
              <a:t>"Nous dépensons plus de 35 000 $ par mois pour développer de l'IA dans le cloud."</a:t>
            </a:r>
            <a:r>
              <a:rPr lang="en-US" sz="1733" i="1" dirty="0">
                <a:solidFill>
                  <a:srgbClr val="000000"/>
                </a:solidFill>
                <a:latin typeface="HP Forma DJR Office" pitchFamily="2" charset="0"/>
                <a:ea typeface="Arial" pitchFamily="34" charset="-122"/>
                <a:cs typeface="Arial" pitchFamily="34" charset="-120"/>
              </a:rPr>
              <a:t/>
            </a:r>
            <a:r>
              <a:rPr lang="en-US" sz="1467" dirty="0">
                <a:solidFill>
                  <a:srgbClr val="666666"/>
                </a:solidFill>
                <a:latin typeface="HP Forma DJR Office" pitchFamily="2" charset="0"/>
                <a:ea typeface="Arial" pitchFamily="34" charset="-122"/>
                <a:cs typeface="Arial" pitchFamily="34" charset="-120"/>
              </a:rPr>
              <a:t/>
            </a:r>
            <a:endParaRPr lang="en-US" sz="1733" dirty="0">
              <a:solidFill>
                <a:prstClr val="black"/>
              </a:solidFill>
              <a:latin typeface="HP Forma DJR Office" pitchFamily="2" charset="0"/>
            </a:endParaRPr>
          </a:p>
        </p:txBody>
      </p:sp>
      <p:sp>
        <p:nvSpPr>
          <p:cNvPr id="19" name="Text 9">
            <a:extLst>
              <a:ext uri="{FF2B5EF4-FFF2-40B4-BE49-F238E27FC236}">
                <a16:creationId xmlns:a16="http://schemas.microsoft.com/office/drawing/2014/main" id="{90533903-CE3F-4588-93E0-E820D818E51C}"/>
              </a:ext>
            </a:extLst>
          </p:cNvPr>
          <p:cNvSpPr/>
          <p:nvPr/>
        </p:nvSpPr>
        <p:spPr>
          <a:xfrm>
            <a:off x="6106438" y="3944238"/>
            <a:ext cx="5811242" cy="487680"/>
          </a:xfrm>
          <a:prstGeom prst="rect">
            <a:avLst/>
          </a:prstGeom>
          <a:noFill/>
          <a:ln/>
        </p:spPr>
        <p:txBody>
          <a:bodyPr wrap="square" lIns="0" rtlCol="0" anchor="t"/>
          <a:lstStyle/>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 Client HP, intégrateur de systèmes fédéral</a:t>
            </a:r>
          </a:p>
          <a:p>
            <a:pPr marL="123825" indent="-123825" defTabSz="1219170">
              <a:buClr>
                <a:schemeClr val="tx2"/>
              </a:buClr>
              <a:buFont typeface="Wingdings" pitchFamily="2" charset="2"/>
              <a:buChar char="§"/>
            </a:pPr>
            <a:endParaRPr lang="en-US" sz="1500" dirty="0">
              <a:solidFill>
                <a:prstClr val="black"/>
              </a:solidFill>
              <a:latin typeface="HP Forma DJR Office" pitchFamily="2" charset="0"/>
            </a:endParaRPr>
          </a:p>
          <a:p>
            <a:pPr marL="123825" indent="-123825" defTabSz="1219170">
              <a:buClr>
                <a:schemeClr val="tx2"/>
              </a:buClr>
              <a:buFont typeface="Wingdings" pitchFamily="2" charset="2"/>
              <a:buChar char="§"/>
            </a:pPr>
            <a:r>
              <a:rPr lang="en-US" sz="1500" dirty="0">
                <a:solidFill>
                  <a:srgbClr val="333333"/>
                </a:solidFill>
                <a:latin typeface="HP Forma DJR Office" pitchFamily="2" charset="0"/>
                <a:ea typeface="Arial" pitchFamily="34" charset="-122"/>
                <a:cs typeface="Arial" pitchFamily="34" charset="-120"/>
              </a:rPr>
              <a:t/>
            </a:r>
            <a:endParaRPr lang="en-US" sz="1500" dirty="0">
              <a:solidFill>
                <a:prstClr val="black"/>
              </a:solidFill>
              <a:latin typeface="HP Forma DJR Office" pitchFamily="2" charset="0"/>
            </a:endParaRPr>
          </a:p>
          <a:p>
            <a:pPr marL="123825" indent="-123825" defTabSz="1219170">
              <a:buClr>
                <a:schemeClr val="tx2"/>
              </a:buClr>
              <a:buFont typeface="Wingdings" pitchFamily="2" charset="2"/>
              <a:buChar char="§"/>
            </a:pPr>
            <a:endParaRPr lang="en-US" sz="1500" dirty="0">
              <a:solidFill>
                <a:prstClr val="black"/>
              </a:solidFill>
              <a:latin typeface="HP Forma DJR Office" pitchFamily="2" charset="0"/>
            </a:endParaRPr>
          </a:p>
        </p:txBody>
      </p:sp>
      <p:sp>
        <p:nvSpPr>
          <p:cNvPr id="20" name="Shape 16">
            <a:extLst>
              <a:ext uri="{FF2B5EF4-FFF2-40B4-BE49-F238E27FC236}">
                <a16:creationId xmlns:a16="http://schemas.microsoft.com/office/drawing/2014/main" id="{72D8A9CD-F385-115D-8994-F6D172E5F487}"/>
              </a:ext>
            </a:extLst>
          </p:cNvPr>
          <p:cNvSpPr/>
          <p:nvPr/>
        </p:nvSpPr>
        <p:spPr>
          <a:xfrm>
            <a:off x="457200" y="5137968"/>
            <a:ext cx="10728960" cy="670560"/>
          </a:xfrm>
          <a:prstGeom prst="rect">
            <a:avLst/>
          </a:prstGeom>
          <a:solidFill>
            <a:schemeClr val="tx2"/>
          </a:solidFill>
          <a:ln w="19050">
            <a:noFill/>
          </a:ln>
        </p:spPr>
        <p:txBody>
          <a:bodyPr/>
          <a:lstStyle/>
          <a:p>
            <a:pPr defTabSz="1219170"/>
            <a:endParaRPr lang="en-US" sz="2400">
              <a:solidFill>
                <a:schemeClr val="bg1"/>
              </a:solidFill>
              <a:latin typeface="HP Forma DJR Office" pitchFamily="2" charset="0"/>
            </a:endParaRPr>
          </a:p>
        </p:txBody>
      </p:sp>
      <p:sp>
        <p:nvSpPr>
          <p:cNvPr id="21" name="Text 17">
            <a:extLst>
              <a:ext uri="{FF2B5EF4-FFF2-40B4-BE49-F238E27FC236}">
                <a16:creationId xmlns:a16="http://schemas.microsoft.com/office/drawing/2014/main" id="{74DCCB8A-B889-3FC0-85C4-F7DBFC9CEFBE}"/>
              </a:ext>
            </a:extLst>
          </p:cNvPr>
          <p:cNvSpPr/>
          <p:nvPr/>
        </p:nvSpPr>
        <p:spPr>
          <a:xfrm>
            <a:off x="640080" y="5272151"/>
            <a:ext cx="10363200" cy="426720"/>
          </a:xfrm>
          <a:prstGeom prst="rect">
            <a:avLst/>
          </a:prstGeom>
          <a:noFill/>
          <a:ln/>
        </p:spPr>
        <p:txBody>
          <a:bodyPr wrap="square" rtlCol="0" anchor="ctr"/>
          <a:lstStyle/>
          <a:p>
            <a:pPr algn="ctr" defTabSz="1219170"/>
            <a:r>
              <a:rPr lang="en-US" dirty="0">
                <a:solidFill>
                  <a:schemeClr val="bg1"/>
                </a:solidFill>
                <a:ea typeface="+mj-ea"/>
                <a:cs typeface="Arial" pitchFamily="34" charset="-120"/>
              </a:rPr>
              <a:t>"L'inférence IA nous coûte environ 45 000 $ par trimestre sur Azure."</a:t>
            </a:r>
            <a:endParaRPr lang="en-US" dirty="0">
              <a:solidFill>
                <a:schemeClr val="bg1"/>
              </a:solidFill>
              <a:ea typeface="+mj-ea"/>
            </a:endParaRPr>
          </a:p>
        </p:txBody>
      </p:sp>
      <p:sp>
        <p:nvSpPr>
          <p:cNvPr id="2" name="Footer Placeholder 5">
            <a:extLst>
              <a:ext uri="{FF2B5EF4-FFF2-40B4-BE49-F238E27FC236}">
                <a16:creationId xmlns:a16="http://schemas.microsoft.com/office/drawing/2014/main" id="{3B6CDDB0-DF71-7D23-B7BC-6DB5CACD78F5}"/>
              </a:ext>
            </a:extLst>
          </p:cNvPr>
          <p:cNvSpPr>
            <a:spLocks noGrp="1"/>
          </p:cNvSpPr>
          <p:nvPr>
            <p:ph type="ftr" sz="quarter" idx="18"/>
          </p:nvPr>
        </p:nvSpPr>
        <p:spPr>
          <a:xfrm>
            <a:off x="6396505" y="6316162"/>
            <a:ext cx="5339495" cy="107722"/>
          </a:xfrm>
        </p:spPr>
        <p:txBody>
          <a:bodyPr/>
          <a:lstStyle/>
          <a:p>
            <a:r>
              <a:rPr lang="en-US" dirty="0"/>
              <a:t>- Responsable de l'innovation IA chez HP</a:t>
            </a:r>
          </a:p>
        </p:txBody>
      </p:sp>
    </p:spTree>
    <p:extLst>
      <p:ext uri="{BB962C8B-B14F-4D97-AF65-F5344CB8AC3E}">
        <p14:creationId xmlns:p14="http://schemas.microsoft.com/office/powerpoint/2010/main" val="2358378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71666-1A6A-4DDF-7250-85B83E36F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103F7-7C64-106B-9DC5-A98FE6A91A5B}"/>
              </a:ext>
            </a:extLst>
          </p:cNvPr>
          <p:cNvSpPr>
            <a:spLocks noGrp="1"/>
          </p:cNvSpPr>
          <p:nvPr>
            <p:ph type="title"/>
          </p:nvPr>
        </p:nvSpPr>
        <p:spPr>
          <a:xfrm>
            <a:off x="457200" y="441471"/>
            <a:ext cx="11278800" cy="393300"/>
          </a:xfrm>
        </p:spPr>
        <p:txBody>
          <a:bodyPr/>
          <a:lstStyle/>
          <a:p>
            <a:r>
              <a:rPr lang="en-US" dirty="0"/>
              <a:t>Économie de l'IA : le paradoxe des dépenses</a:t>
            </a:r>
          </a:p>
        </p:txBody>
      </p:sp>
      <p:sp>
        <p:nvSpPr>
          <p:cNvPr id="7" name="Footer Placeholder 5">
            <a:extLst>
              <a:ext uri="{FF2B5EF4-FFF2-40B4-BE49-F238E27FC236}">
                <a16:creationId xmlns:a16="http://schemas.microsoft.com/office/drawing/2014/main" id="{6543B0C4-036C-07C4-8701-6FE705EC2AA5}"/>
              </a:ext>
            </a:extLst>
          </p:cNvPr>
          <p:cNvSpPr>
            <a:spLocks noGrp="1"/>
          </p:cNvSpPr>
          <p:nvPr>
            <p:ph type="ftr" sz="quarter" idx="18"/>
          </p:nvPr>
        </p:nvSpPr>
        <p:spPr>
          <a:xfrm>
            <a:off x="6396505" y="6316162"/>
            <a:ext cx="5339495" cy="107722"/>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000000">
                    <a:lumMod val="50000"/>
                    <a:lumOff val="50000"/>
                  </a:srgbClr>
                </a:solidFill>
                <a:effectLst/>
                <a:uLnTx/>
                <a:uFillTx/>
                <a:latin typeface="HP Forma DJR Office" pitchFamily="2" charset="0"/>
              </a:rPr>
              <a:t>HP Restreint. Usage interne HP uniquement.</a:t>
            </a:r>
          </a:p>
        </p:txBody>
      </p:sp>
      <p:sp>
        <p:nvSpPr>
          <p:cNvPr id="3" name="Shape 1">
            <a:extLst>
              <a:ext uri="{FF2B5EF4-FFF2-40B4-BE49-F238E27FC236}">
                <a16:creationId xmlns:a16="http://schemas.microsoft.com/office/drawing/2014/main" id="{FA932ED1-ACFE-4064-9915-4C877267C107}"/>
              </a:ext>
            </a:extLst>
          </p:cNvPr>
          <p:cNvSpPr/>
          <p:nvPr/>
        </p:nvSpPr>
        <p:spPr>
          <a:xfrm>
            <a:off x="457200" y="1228088"/>
            <a:ext cx="4998720" cy="1770344"/>
          </a:xfrm>
          <a:prstGeom prst="rect">
            <a:avLst/>
          </a:prstGeom>
          <a:solidFill>
            <a:srgbClr val="024AD8"/>
          </a:solidFill>
          <a:ln/>
        </p:spPr>
        <p:txBody>
          <a:bodyP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HP Forma DJR Office" pitchFamily="2" charset="77"/>
            </a:endParaRPr>
          </a:p>
        </p:txBody>
      </p:sp>
      <p:sp>
        <p:nvSpPr>
          <p:cNvPr id="4" name="Text 2">
            <a:extLst>
              <a:ext uri="{FF2B5EF4-FFF2-40B4-BE49-F238E27FC236}">
                <a16:creationId xmlns:a16="http://schemas.microsoft.com/office/drawing/2014/main" id="{F0D46C37-5FF5-F4DC-F5DE-8F26D40E454D}"/>
              </a:ext>
            </a:extLst>
          </p:cNvPr>
          <p:cNvSpPr/>
          <p:nvPr/>
        </p:nvSpPr>
        <p:spPr>
          <a:xfrm>
            <a:off x="457200" y="1303244"/>
            <a:ext cx="4998720" cy="10972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6000" b="0" i="0" u="none" strike="noStrike" kern="1200" cap="none" spc="0" normalizeH="0" baseline="0" noProof="0" dirty="0">
                <a:ln>
                  <a:noFill/>
                </a:ln>
                <a:solidFill>
                  <a:srgbClr val="FFFFFF"/>
                </a:solidFill>
                <a:effectLst/>
                <a:uLnTx/>
                <a:uFillTx/>
                <a:latin typeface="HP Forma DJR Office Medium" pitchFamily="2" charset="0"/>
                <a:ea typeface="Calibri" pitchFamily="34" charset="-122"/>
                <a:cs typeface="Calibri" pitchFamily="34" charset="-120"/>
              </a:rPr>
              <a:t>280×</a:t>
            </a:r>
            <a:endParaRPr kumimoji="0" lang="en-US" sz="6000" b="0" i="0" u="none" strike="noStrike" kern="1200" cap="none" spc="0" normalizeH="0" baseline="0" noProof="0" dirty="0">
              <a:ln>
                <a:noFill/>
              </a:ln>
              <a:solidFill>
                <a:prstClr val="black"/>
              </a:solidFill>
              <a:effectLst/>
              <a:uLnTx/>
              <a:uFillTx/>
              <a:latin typeface="HP Forma DJR Office Medium" pitchFamily="2" charset="0"/>
            </a:endParaRPr>
          </a:p>
        </p:txBody>
      </p:sp>
      <p:sp>
        <p:nvSpPr>
          <p:cNvPr id="5" name="Text 3">
            <a:extLst>
              <a:ext uri="{FF2B5EF4-FFF2-40B4-BE49-F238E27FC236}">
                <a16:creationId xmlns:a16="http://schemas.microsoft.com/office/drawing/2014/main" id="{2130B3A3-55E6-63A2-CCC3-666F285EB074}"/>
              </a:ext>
            </a:extLst>
          </p:cNvPr>
          <p:cNvSpPr/>
          <p:nvPr/>
        </p:nvSpPr>
        <p:spPr>
          <a:xfrm>
            <a:off x="457200" y="2151674"/>
            <a:ext cx="4998720" cy="6096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67" b="0" i="0" u="none" strike="noStrike" kern="1200" cap="none" spc="0" normalizeH="0" baseline="0" noProof="0" dirty="0">
                <a:ln>
                  <a:noFill/>
                </a:ln>
                <a:solidFill>
                  <a:srgbClr val="FFFFFF"/>
                </a:solidFill>
                <a:effectLst/>
                <a:uLnTx/>
                <a:uFillTx/>
                <a:latin typeface="HP Forma DJR Office" pitchFamily="2" charset="77"/>
                <a:ea typeface="Calibri" pitchFamily="34" charset="-122"/>
                <a:cs typeface="Calibri" pitchFamily="34" charset="-120"/>
              </a:rPr>
              <a:t>Baisse du prix du token en 2 ans</a:t>
            </a:r>
            <a:endParaRPr kumimoji="0" lang="en-US" sz="1867" b="0" i="0" u="none" strike="noStrike" kern="1200" cap="none" spc="0" normalizeH="0" baseline="0" noProof="0" dirty="0">
              <a:ln>
                <a:noFill/>
              </a:ln>
              <a:solidFill>
                <a:prstClr val="black"/>
              </a:solidFill>
              <a:effectLst/>
              <a:uLnTx/>
              <a:uFillTx/>
              <a:latin typeface="HP Forma DJR Office" pitchFamily="2" charset="77"/>
            </a:endParaRPr>
          </a:p>
        </p:txBody>
      </p:sp>
      <p:sp>
        <p:nvSpPr>
          <p:cNvPr id="6" name="Shape 4">
            <a:extLst>
              <a:ext uri="{FF2B5EF4-FFF2-40B4-BE49-F238E27FC236}">
                <a16:creationId xmlns:a16="http://schemas.microsoft.com/office/drawing/2014/main" id="{F2647D58-1A95-6524-DB1F-9338EAC656B8}"/>
              </a:ext>
            </a:extLst>
          </p:cNvPr>
          <p:cNvSpPr/>
          <p:nvPr/>
        </p:nvSpPr>
        <p:spPr>
          <a:xfrm>
            <a:off x="5943600" y="1228088"/>
            <a:ext cx="4998720" cy="1770344"/>
          </a:xfrm>
          <a:prstGeom prst="rect">
            <a:avLst/>
          </a:prstGeom>
          <a:solidFill>
            <a:srgbClr val="374151"/>
          </a:solidFill>
          <a:ln/>
        </p:spPr>
        <p:txBody>
          <a:bodyP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HP Forma DJR Office" pitchFamily="2" charset="77"/>
            </a:endParaRPr>
          </a:p>
        </p:txBody>
      </p:sp>
      <p:sp>
        <p:nvSpPr>
          <p:cNvPr id="19" name="Text 5">
            <a:extLst>
              <a:ext uri="{FF2B5EF4-FFF2-40B4-BE49-F238E27FC236}">
                <a16:creationId xmlns:a16="http://schemas.microsoft.com/office/drawing/2014/main" id="{CCBE81B6-9738-2353-87A6-71A83655A299}"/>
              </a:ext>
            </a:extLst>
          </p:cNvPr>
          <p:cNvSpPr/>
          <p:nvPr/>
        </p:nvSpPr>
        <p:spPr>
          <a:xfrm>
            <a:off x="5943600" y="1303244"/>
            <a:ext cx="4998720" cy="10972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6000" b="0" i="0" u="none" strike="noStrike" kern="1200" cap="none" spc="0" normalizeH="0" baseline="0" noProof="0" dirty="0">
                <a:ln>
                  <a:noFill/>
                </a:ln>
                <a:solidFill>
                  <a:srgbClr val="FFFFFF"/>
                </a:solidFill>
                <a:effectLst/>
                <a:uLnTx/>
                <a:uFillTx/>
                <a:latin typeface="HP Forma DJR Office Medium" pitchFamily="2" charset="0"/>
                <a:ea typeface="Calibri" pitchFamily="34" charset="-122"/>
                <a:cs typeface="Calibri" pitchFamily="34" charset="-120"/>
              </a:rPr>
              <a:t>320%</a:t>
            </a:r>
            <a:endParaRPr kumimoji="0" lang="en-US" sz="6000" b="0" i="0" u="none" strike="noStrike" kern="1200" cap="none" spc="0" normalizeH="0" baseline="0" noProof="0" dirty="0">
              <a:ln>
                <a:noFill/>
              </a:ln>
              <a:solidFill>
                <a:prstClr val="black"/>
              </a:solidFill>
              <a:effectLst/>
              <a:uLnTx/>
              <a:uFillTx/>
              <a:latin typeface="HP Forma DJR Office Medium" pitchFamily="2" charset="0"/>
            </a:endParaRPr>
          </a:p>
        </p:txBody>
      </p:sp>
      <p:sp>
        <p:nvSpPr>
          <p:cNvPr id="20" name="Text 6">
            <a:extLst>
              <a:ext uri="{FF2B5EF4-FFF2-40B4-BE49-F238E27FC236}">
                <a16:creationId xmlns:a16="http://schemas.microsoft.com/office/drawing/2014/main" id="{34FEF90F-2D40-5661-7BE7-F20E8819755F}"/>
              </a:ext>
            </a:extLst>
          </p:cNvPr>
          <p:cNvSpPr/>
          <p:nvPr/>
        </p:nvSpPr>
        <p:spPr>
          <a:xfrm>
            <a:off x="5943600" y="2151674"/>
            <a:ext cx="4998720" cy="60960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67" b="0" i="0" u="none" strike="noStrike" kern="1200" cap="none" spc="0" normalizeH="0" baseline="0" noProof="0" dirty="0">
                <a:ln>
                  <a:noFill/>
                </a:ln>
                <a:solidFill>
                  <a:srgbClr val="FFFFFF"/>
                </a:solidFill>
                <a:effectLst/>
                <a:uLnTx/>
                <a:uFillTx/>
                <a:latin typeface="HP Forma DJR Office" pitchFamily="2" charset="77"/>
                <a:ea typeface="Calibri" pitchFamily="34" charset="-122"/>
                <a:cs typeface="Calibri" pitchFamily="34" charset="-120"/>
              </a:rPr>
              <a:t>Hausse des dépenses des entreprises en IA</a:t>
            </a:r>
            <a:endParaRPr kumimoji="0" lang="en-US" sz="1867" b="0" i="0" u="none" strike="noStrike" kern="1200" cap="none" spc="0" normalizeH="0" baseline="0" noProof="0" dirty="0">
              <a:ln>
                <a:noFill/>
              </a:ln>
              <a:solidFill>
                <a:prstClr val="black"/>
              </a:solidFill>
              <a:effectLst/>
              <a:uLnTx/>
              <a:uFillTx/>
              <a:latin typeface="HP Forma DJR Office" pitchFamily="2" charset="77"/>
            </a:endParaRPr>
          </a:p>
        </p:txBody>
      </p:sp>
      <p:sp>
        <p:nvSpPr>
          <p:cNvPr id="21" name="Text 7">
            <a:extLst>
              <a:ext uri="{FF2B5EF4-FFF2-40B4-BE49-F238E27FC236}">
                <a16:creationId xmlns:a16="http://schemas.microsoft.com/office/drawing/2014/main" id="{2F2C0FDD-BFCF-8E83-F699-762370F508E9}"/>
              </a:ext>
            </a:extLst>
          </p:cNvPr>
          <p:cNvSpPr/>
          <p:nvPr/>
        </p:nvSpPr>
        <p:spPr>
          <a:xfrm>
            <a:off x="457199" y="3178807"/>
            <a:ext cx="10991589" cy="5486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00000"/>
                </a:solidFill>
                <a:effectLst/>
                <a:uLnTx/>
                <a:uFillTx/>
                <a:latin typeface="HP Forma DJR Office" pitchFamily="2" charset="0"/>
                <a:ea typeface="Calibri" pitchFamily="34" charset="-122"/>
                <a:cs typeface="Calibri" pitchFamily="34" charset="-120"/>
              </a:rPr>
              <a:t>Pourquoi ? Les flux de travail agents, les pipelines RAG et les agents permanents consomment de la puissance de calcul à des rythmes imprévus.</a:t>
            </a:r>
            <a:endParaRPr kumimoji="0" lang="en-US" sz="1800" b="0" i="0" u="none" strike="noStrike" kern="1200" cap="none" spc="0" normalizeH="0" baseline="0" noProof="0" dirty="0">
              <a:ln>
                <a:noFill/>
              </a:ln>
              <a:solidFill>
                <a:srgbClr val="000000"/>
              </a:solidFill>
              <a:effectLst/>
              <a:uLnTx/>
              <a:uFillTx/>
              <a:latin typeface="HP Forma DJR Office" pitchFamily="2" charset="0"/>
            </a:endParaRPr>
          </a:p>
        </p:txBody>
      </p:sp>
      <p:sp>
        <p:nvSpPr>
          <p:cNvPr id="22" name="Shape 8">
            <a:extLst>
              <a:ext uri="{FF2B5EF4-FFF2-40B4-BE49-F238E27FC236}">
                <a16:creationId xmlns:a16="http://schemas.microsoft.com/office/drawing/2014/main" id="{4CDE4CDE-D3E5-4218-4AAD-0A5A6F7F80B1}"/>
              </a:ext>
            </a:extLst>
          </p:cNvPr>
          <p:cNvSpPr/>
          <p:nvPr/>
        </p:nvSpPr>
        <p:spPr>
          <a:xfrm>
            <a:off x="457200" y="4000933"/>
            <a:ext cx="10485120" cy="1584960"/>
          </a:xfrm>
          <a:prstGeom prst="rect">
            <a:avLst/>
          </a:prstGeom>
          <a:solidFill>
            <a:srgbClr val="F2F4F7"/>
          </a:solidFill>
          <a:ln/>
        </p:spPr>
        <p:txBody>
          <a:bodyP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HP Forma DJR Office" pitchFamily="2" charset="77"/>
            </a:endParaRPr>
          </a:p>
        </p:txBody>
      </p:sp>
      <p:sp>
        <p:nvSpPr>
          <p:cNvPr id="23" name="Text 9">
            <a:extLst>
              <a:ext uri="{FF2B5EF4-FFF2-40B4-BE49-F238E27FC236}">
                <a16:creationId xmlns:a16="http://schemas.microsoft.com/office/drawing/2014/main" id="{050C5DB1-8542-9D47-57BE-CCB002E1FC4B}"/>
              </a:ext>
            </a:extLst>
          </p:cNvPr>
          <p:cNvSpPr/>
          <p:nvPr/>
        </p:nvSpPr>
        <p:spPr>
          <a:xfrm>
            <a:off x="701040" y="4167942"/>
            <a:ext cx="9997440" cy="13411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100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HP Forma DJR Office Medium" pitchFamily="2" charset="0"/>
                <a:ea typeface="Calibri" pitchFamily="34" charset="-122"/>
                <a:cs typeface="Calibri" pitchFamily="34" charset="-120"/>
              </a:rPr>
              <a:t>OpenAI : Perte projetée de 14 Mds $ en 2026. Dépense 2,25 $ pour chaque dollar gagné. Anthropic : Plus de 10 Mds $ dépensés en inférence et entraînement contre 5 Mds $ de revenus cumulés sur toute la durée de vie. GitHub Copilot : Suspension des nouvelles inscriptions aux plans Pro, Pro+ et Étudiant en avril 2026.</a:t>
            </a:r>
            <a:r>
              <a:rPr kumimoji="0" lang="en-US" sz="1600" b="0"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endParaRPr kumimoji="0" lang="en-US" sz="1600" b="0" i="0" u="none" strike="noStrike" kern="1200" cap="none" spc="0" normalizeH="0" baseline="0" noProof="0" dirty="0">
              <a:ln>
                <a:noFill/>
              </a:ln>
              <a:solidFill>
                <a:srgbClr val="000000"/>
              </a:solidFill>
              <a:effectLst/>
              <a:uLnTx/>
              <a:uFillTx/>
              <a:latin typeface="HP Forma DJR Office" pitchFamily="2" charset="77"/>
            </a:endParaRPr>
          </a:p>
          <a:p>
            <a:pPr marL="0" marR="0" lvl="0" indent="0" algn="l" defTabSz="1219170" rtl="0" eaLnBrk="1" fontAlgn="auto" latinLnBrk="0" hangingPunct="1">
              <a:lnSpc>
                <a:spcPct val="100000"/>
              </a:lnSpc>
              <a:spcBef>
                <a:spcPts val="1000"/>
              </a:spcBef>
              <a:spcAft>
                <a:spcPts val="8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r>
              <a:rPr kumimoji="0" lang="en-US" sz="1600" b="0"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endParaRPr kumimoji="0" lang="en-US" sz="1600" b="0" i="0" u="none" strike="noStrike" kern="1200" cap="none" spc="0" normalizeH="0" baseline="0" noProof="0" dirty="0">
              <a:ln>
                <a:noFill/>
              </a:ln>
              <a:solidFill>
                <a:srgbClr val="000000"/>
              </a:solidFill>
              <a:effectLst/>
              <a:uLnTx/>
              <a:uFillTx/>
              <a:latin typeface="HP Forma DJR Office" pitchFamily="2" charset="77"/>
            </a:endParaRPr>
          </a:p>
          <a:p>
            <a:pPr marL="0" marR="0" lvl="0" indent="0" algn="l" defTabSz="1219170" rtl="0" eaLnBrk="1" fontAlgn="auto" latinLnBrk="0" hangingPunct="1">
              <a:lnSpc>
                <a:spcPct val="100000"/>
              </a:lnSpc>
              <a:spcBef>
                <a:spcPts val="1000"/>
              </a:spcBef>
              <a:spcAft>
                <a:spcPts val="8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r>
              <a:rPr kumimoji="0" lang="en-US" sz="1600" b="0" i="0" u="none" strike="noStrike" kern="1200" cap="none" spc="0" normalizeH="0" baseline="0" noProof="0" dirty="0">
                <a:ln>
                  <a:noFill/>
                </a:ln>
                <a:solidFill>
                  <a:srgbClr val="000000"/>
                </a:solidFill>
                <a:effectLst/>
                <a:uLnTx/>
                <a:uFillTx/>
                <a:latin typeface="HP Forma DJR Office" pitchFamily="2" charset="77"/>
                <a:ea typeface="Calibri" pitchFamily="34" charset="-122"/>
                <a:cs typeface="Calibri" pitchFamily="34" charset="-120"/>
              </a:rPr>
              <a:t/>
            </a:r>
            <a:endParaRPr kumimoji="0" lang="en-US" sz="1600" b="0" i="0" u="none" strike="noStrike" kern="1200" cap="none" spc="0" normalizeH="0" baseline="0" noProof="0" dirty="0">
              <a:ln>
                <a:noFill/>
              </a:ln>
              <a:solidFill>
                <a:srgbClr val="000000"/>
              </a:solidFill>
              <a:effectLst/>
              <a:uLnTx/>
              <a:uFillTx/>
              <a:latin typeface="HP Forma DJR Office" pitchFamily="2" charset="77"/>
            </a:endParaRPr>
          </a:p>
        </p:txBody>
      </p:sp>
      <p:sp>
        <p:nvSpPr>
          <p:cNvPr id="24" name="Text 10">
            <a:extLst>
              <a:ext uri="{FF2B5EF4-FFF2-40B4-BE49-F238E27FC236}">
                <a16:creationId xmlns:a16="http://schemas.microsoft.com/office/drawing/2014/main" id="{7AEE697D-04F5-D8B0-AF17-AD4ACE466872}"/>
              </a:ext>
            </a:extLst>
          </p:cNvPr>
          <p:cNvSpPr/>
          <p:nvPr/>
        </p:nvSpPr>
        <p:spPr>
          <a:xfrm>
            <a:off x="914400" y="6023886"/>
            <a:ext cx="10363200" cy="48768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srgbClr val="6B7280"/>
                </a:solidFill>
                <a:effectLst/>
                <a:uLnTx/>
                <a:uFillTx/>
                <a:latin typeface="HP Forma DJR Office" pitchFamily="2" charset="77"/>
                <a:ea typeface="Calibri" pitchFamily="34" charset="-122"/>
                <a:cs typeface="Calibri" pitchFamily="34" charset="-120"/>
              </a:rPr>
              <a:t>Source : Product Impact, « La course gratuite est terminée », avr. 2026 | Fortune, nov. 2025 | The Register, avr. 2026 productimpactpod.com/news/ai-economics-most-important-strategy-decision</a:t>
            </a:r>
            <a:br>
              <a:rPr kumimoji="0" lang="en-US" sz="800" b="0" i="0" u="none" strike="noStrike" kern="1200" cap="none" spc="0" normalizeH="0" baseline="0" noProof="0" dirty="0">
                <a:ln>
                  <a:noFill/>
                </a:ln>
                <a:solidFill>
                  <a:srgbClr val="6B7280"/>
                </a:solidFill>
                <a:effectLst/>
                <a:uLnTx/>
                <a:uFillTx/>
                <a:latin typeface="HP Forma DJR Office" pitchFamily="2" charset="77"/>
                <a:ea typeface="Calibri" pitchFamily="34" charset="-122"/>
                <a:cs typeface="Calibri" pitchFamily="34" charset="-120"/>
              </a:rPr>
            </a:br>
            <a:r>
              <a:rPr kumimoji="0" lang="en-US" sz="800" b="0" i="0" u="none" strike="noStrike" kern="1200" cap="none" spc="0" normalizeH="0" baseline="0" noProof="0" dirty="0">
                <a:ln>
                  <a:noFill/>
                </a:ln>
                <a:solidFill>
                  <a:srgbClr val="6B7280"/>
                </a:solidFill>
                <a:effectLst/>
                <a:uLnTx/>
                <a:uFillTx/>
                <a:latin typeface="HP Forma DJR Office" pitchFamily="2" charset="77"/>
                <a:ea typeface="Calibri" pitchFamily="34" charset="-122"/>
                <a:cs typeface="Calibri" pitchFamily="34" charset="-120"/>
              </a:rPr>
              <a:t/>
            </a:r>
            <a:endParaRPr kumimoji="0" lang="en-US" sz="800" b="0" i="0" u="none" strike="noStrike" kern="1200" cap="none" spc="0" normalizeH="0" baseline="0" noProof="0" dirty="0">
              <a:ln>
                <a:noFill/>
              </a:ln>
              <a:solidFill>
                <a:prstClr val="black"/>
              </a:solidFill>
              <a:effectLst/>
              <a:uLnTx/>
              <a:uFillTx/>
              <a:latin typeface="HP Forma DJR Office" pitchFamily="2" charset="77"/>
            </a:endParaRPr>
          </a:p>
        </p:txBody>
      </p:sp>
    </p:spTree>
    <p:extLst>
      <p:ext uri="{BB962C8B-B14F-4D97-AF65-F5344CB8AC3E}">
        <p14:creationId xmlns:p14="http://schemas.microsoft.com/office/powerpoint/2010/main" val="93088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7B642-DB97-1FC6-B9A5-3814856409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AC080F-EE7F-CA78-E9B7-2BC69C185BB6}"/>
              </a:ext>
            </a:extLst>
          </p:cNvPr>
          <p:cNvSpPr>
            <a:spLocks noGrp="1"/>
          </p:cNvSpPr>
          <p:nvPr>
            <p:ph type="title"/>
          </p:nvPr>
        </p:nvSpPr>
        <p:spPr>
          <a:xfrm>
            <a:off x="457200" y="441471"/>
            <a:ext cx="11278800" cy="393300"/>
          </a:xfrm>
        </p:spPr>
        <p:txBody>
          <a:bodyPr/>
          <a:lstStyle/>
          <a:p>
            <a:r>
              <a:rPr lang="en-US" dirty="0"/>
              <a:t>Caractéristiques principales et spécifications de l'HP ZGX Fury</a:t>
            </a:r>
          </a:p>
        </p:txBody>
      </p:sp>
      <p:sp>
        <p:nvSpPr>
          <p:cNvPr id="4" name="Text 2">
            <a:extLst>
              <a:ext uri="{FF2B5EF4-FFF2-40B4-BE49-F238E27FC236}">
                <a16:creationId xmlns:a16="http://schemas.microsoft.com/office/drawing/2014/main" id="{0D220A78-3674-0715-ECA3-2F032EA55C4A}"/>
              </a:ext>
            </a:extLst>
          </p:cNvPr>
          <p:cNvSpPr/>
          <p:nvPr/>
        </p:nvSpPr>
        <p:spPr>
          <a:xfrm>
            <a:off x="457200" y="1017082"/>
            <a:ext cx="3535680" cy="853440"/>
          </a:xfrm>
          <a:prstGeom prst="rect">
            <a:avLst/>
          </a:prstGeom>
          <a:noFill/>
          <a:ln/>
        </p:spPr>
        <p:txBody>
          <a:bodyPr wrap="square" lIns="0" rtlCol="0" anchor="ctr"/>
          <a:lstStyle/>
          <a:p>
            <a:pPr defTabSz="1219170"/>
            <a:r>
              <a:rPr lang="en-US" sz="4800" dirty="0">
                <a:latin typeface="+mj-lt"/>
                <a:ea typeface="Arial Black" pitchFamily="34" charset="-122"/>
                <a:cs typeface="Arial Black" pitchFamily="34" charset="-120"/>
              </a:rPr>
              <a:t>748 Go</a:t>
            </a:r>
            <a:endParaRPr lang="en-US" sz="4800" dirty="0">
              <a:latin typeface="+mj-lt"/>
            </a:endParaRPr>
          </a:p>
        </p:txBody>
      </p:sp>
      <p:sp>
        <p:nvSpPr>
          <p:cNvPr id="7" name="Text 3">
            <a:extLst>
              <a:ext uri="{FF2B5EF4-FFF2-40B4-BE49-F238E27FC236}">
                <a16:creationId xmlns:a16="http://schemas.microsoft.com/office/drawing/2014/main" id="{E4113D2C-DC2E-8B13-2209-5E1CFCF1A1CD}"/>
              </a:ext>
            </a:extLst>
          </p:cNvPr>
          <p:cNvSpPr/>
          <p:nvPr/>
        </p:nvSpPr>
        <p:spPr>
          <a:xfrm>
            <a:off x="533216" y="1721880"/>
            <a:ext cx="3535680" cy="426720"/>
          </a:xfrm>
          <a:prstGeom prst="rect">
            <a:avLst/>
          </a:prstGeom>
          <a:noFill/>
          <a:ln/>
        </p:spPr>
        <p:txBody>
          <a:bodyPr wrap="square" lIns="0" rtlCol="0" anchor="ctr"/>
          <a:lstStyle/>
          <a:p>
            <a:pPr defTabSz="1219170"/>
            <a:r>
              <a:rPr lang="en-US" sz="1600" dirty="0">
                <a:solidFill>
                  <a:srgbClr val="666666"/>
                </a:solidFill>
                <a:latin typeface="HP Forma DJR Office" pitchFamily="2" charset="0"/>
                <a:ea typeface="Arial" pitchFamily="34" charset="-122"/>
                <a:cs typeface="Arial" pitchFamily="34" charset="-120"/>
              </a:rPr>
              <a:t>Mémoire cohérente</a:t>
            </a:r>
            <a:endParaRPr lang="en-US" sz="1600" dirty="0">
              <a:solidFill>
                <a:prstClr val="black"/>
              </a:solidFill>
              <a:latin typeface="HP Forma DJR Office" pitchFamily="2" charset="0"/>
            </a:endParaRPr>
          </a:p>
        </p:txBody>
      </p:sp>
      <p:sp>
        <p:nvSpPr>
          <p:cNvPr id="8" name="Text 4">
            <a:extLst>
              <a:ext uri="{FF2B5EF4-FFF2-40B4-BE49-F238E27FC236}">
                <a16:creationId xmlns:a16="http://schemas.microsoft.com/office/drawing/2014/main" id="{7480BA2B-9EE2-7806-DFDB-7DE379CDCDD4}"/>
              </a:ext>
            </a:extLst>
          </p:cNvPr>
          <p:cNvSpPr/>
          <p:nvPr/>
        </p:nvSpPr>
        <p:spPr>
          <a:xfrm>
            <a:off x="4129856" y="1020220"/>
            <a:ext cx="3535680" cy="853440"/>
          </a:xfrm>
          <a:prstGeom prst="rect">
            <a:avLst/>
          </a:prstGeom>
          <a:noFill/>
          <a:ln/>
        </p:spPr>
        <p:txBody>
          <a:bodyPr wrap="square" lIns="0" rtlCol="0" anchor="ctr"/>
          <a:lstStyle/>
          <a:p>
            <a:pPr defTabSz="1219170"/>
            <a:r>
              <a:rPr lang="en-US" sz="4800">
                <a:latin typeface="+mj-lt"/>
                <a:ea typeface="Arial Black" pitchFamily="34" charset="-122"/>
                <a:cs typeface="Arial Black" pitchFamily="34" charset="-120"/>
              </a:rPr>
              <a:t>GB300</a:t>
            </a:r>
            <a:endParaRPr lang="en-US" sz="4800">
              <a:latin typeface="+mj-lt"/>
            </a:endParaRPr>
          </a:p>
        </p:txBody>
      </p:sp>
      <p:sp>
        <p:nvSpPr>
          <p:cNvPr id="9" name="Text 5">
            <a:extLst>
              <a:ext uri="{FF2B5EF4-FFF2-40B4-BE49-F238E27FC236}">
                <a16:creationId xmlns:a16="http://schemas.microsoft.com/office/drawing/2014/main" id="{7B250E6C-CE75-15AB-9DC9-63D4E904E16E}"/>
              </a:ext>
            </a:extLst>
          </p:cNvPr>
          <p:cNvSpPr/>
          <p:nvPr/>
        </p:nvSpPr>
        <p:spPr>
          <a:xfrm>
            <a:off x="4129856" y="1669212"/>
            <a:ext cx="3535680" cy="426720"/>
          </a:xfrm>
          <a:prstGeom prst="rect">
            <a:avLst/>
          </a:prstGeom>
          <a:noFill/>
          <a:ln/>
        </p:spPr>
        <p:txBody>
          <a:bodyPr wrap="square" lIns="0" rtlCol="0" anchor="ctr"/>
          <a:lstStyle/>
          <a:p>
            <a:pPr defTabSz="1219170"/>
            <a:r>
              <a:rPr lang="en-US" sz="1600" dirty="0">
                <a:solidFill>
                  <a:srgbClr val="666666"/>
                </a:solidFill>
                <a:latin typeface="HP Forma DJR Office" pitchFamily="2" charset="0"/>
                <a:ea typeface="Arial" pitchFamily="34" charset="-122"/>
                <a:cs typeface="Arial" pitchFamily="34" charset="-120"/>
              </a:rPr>
              <a:t>NVIDIA Blackwell Ultra</a:t>
            </a:r>
            <a:endParaRPr lang="en-US" sz="1600" dirty="0">
              <a:solidFill>
                <a:prstClr val="black"/>
              </a:solidFill>
              <a:latin typeface="HP Forma DJR Office" pitchFamily="2" charset="0"/>
            </a:endParaRPr>
          </a:p>
        </p:txBody>
      </p:sp>
      <p:sp>
        <p:nvSpPr>
          <p:cNvPr id="14" name="Text 6">
            <a:extLst>
              <a:ext uri="{FF2B5EF4-FFF2-40B4-BE49-F238E27FC236}">
                <a16:creationId xmlns:a16="http://schemas.microsoft.com/office/drawing/2014/main" id="{C69B2E32-87BC-9C57-6930-56F18AB300BA}"/>
              </a:ext>
            </a:extLst>
          </p:cNvPr>
          <p:cNvSpPr/>
          <p:nvPr/>
        </p:nvSpPr>
        <p:spPr>
          <a:xfrm>
            <a:off x="7878896" y="1010135"/>
            <a:ext cx="3535680" cy="853440"/>
          </a:xfrm>
          <a:prstGeom prst="rect">
            <a:avLst/>
          </a:prstGeom>
          <a:noFill/>
          <a:ln/>
        </p:spPr>
        <p:txBody>
          <a:bodyPr wrap="square" lIns="0" rtlCol="0" anchor="ctr"/>
          <a:lstStyle/>
          <a:p>
            <a:pPr defTabSz="1219170"/>
            <a:r>
              <a:rPr lang="en-US" sz="4800">
                <a:latin typeface="+mj-lt"/>
                <a:ea typeface="Arial Black" pitchFamily="34" charset="-122"/>
                <a:cs typeface="Arial Black" pitchFamily="34" charset="-120"/>
              </a:rPr>
              <a:t>72 cœurs</a:t>
            </a:r>
            <a:endParaRPr lang="en-US" sz="4800">
              <a:latin typeface="+mj-lt"/>
            </a:endParaRPr>
          </a:p>
        </p:txBody>
      </p:sp>
      <p:sp>
        <p:nvSpPr>
          <p:cNvPr id="15" name="Text 7">
            <a:extLst>
              <a:ext uri="{FF2B5EF4-FFF2-40B4-BE49-F238E27FC236}">
                <a16:creationId xmlns:a16="http://schemas.microsoft.com/office/drawing/2014/main" id="{CBF221D8-5765-C3A4-EB0F-714526D179F7}"/>
              </a:ext>
            </a:extLst>
          </p:cNvPr>
          <p:cNvSpPr/>
          <p:nvPr/>
        </p:nvSpPr>
        <p:spPr>
          <a:xfrm>
            <a:off x="7878896" y="1647025"/>
            <a:ext cx="3535680" cy="426720"/>
          </a:xfrm>
          <a:prstGeom prst="rect">
            <a:avLst/>
          </a:prstGeom>
          <a:noFill/>
          <a:ln/>
        </p:spPr>
        <p:txBody>
          <a:bodyPr wrap="square" lIns="0" rtlCol="0" anchor="ctr"/>
          <a:lstStyle/>
          <a:p>
            <a:pPr defTabSz="1219170"/>
            <a:r>
              <a:rPr lang="en-US" sz="1600" dirty="0">
                <a:solidFill>
                  <a:srgbClr val="666666"/>
                </a:solidFill>
                <a:latin typeface="HP Forma DJR Office" pitchFamily="2" charset="0"/>
                <a:ea typeface="Arial" pitchFamily="34" charset="-122"/>
                <a:cs typeface="Arial" pitchFamily="34" charset="-120"/>
              </a:rPr>
              <a:t>Processeur basé sur l'architecture ARM</a:t>
            </a:r>
            <a:endParaRPr lang="en-US" sz="1600" dirty="0">
              <a:solidFill>
                <a:prstClr val="black"/>
              </a:solidFill>
              <a:latin typeface="HP Forma DJR Office" pitchFamily="2" charset="0"/>
            </a:endParaRPr>
          </a:p>
        </p:txBody>
      </p:sp>
      <p:graphicFrame>
        <p:nvGraphicFramePr>
          <p:cNvPr id="16" name="Table 0">
            <a:extLst>
              <a:ext uri="{FF2B5EF4-FFF2-40B4-BE49-F238E27FC236}">
                <a16:creationId xmlns:a16="http://schemas.microsoft.com/office/drawing/2014/main" id="{A2EBBDAB-DA75-5F51-8E12-71D47E3AA338}"/>
              </a:ext>
            </a:extLst>
          </p:cNvPr>
          <p:cNvGraphicFramePr>
            <a:graphicFrameLocks noGrp="1"/>
          </p:cNvGraphicFramePr>
          <p:nvPr>
            <p:extLst>
              <p:ext uri="{D42A27DB-BD31-4B8C-83A1-F6EECF244321}">
                <p14:modId xmlns:p14="http://schemas.microsoft.com/office/powerpoint/2010/main" val="3976779621"/>
              </p:ext>
            </p:extLst>
          </p:nvPr>
        </p:nvGraphicFramePr>
        <p:xfrm>
          <a:off x="533216" y="2412783"/>
          <a:ext cx="10728960" cy="3413760"/>
        </p:xfrm>
        <a:graphic>
          <a:graphicData uri="http://schemas.openxmlformats.org/drawingml/2006/table">
            <a:tbl>
              <a:tblPr/>
              <a:tblGrid>
                <a:gridCol w="268224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426720">
                <a:tc>
                  <a:txBody>
                    <a:bodyPr/>
                    <a:lstStyle/>
                    <a:p>
                      <a:pPr marL="0" indent="0">
                        <a:buNone/>
                      </a:pPr>
                      <a:r>
                        <a:rPr lang="en-US" sz="1500" b="0" dirty="0">
                          <a:solidFill>
                            <a:schemeClr val="bg1"/>
                          </a:solidFill>
                          <a:latin typeface="+mj-ea"/>
                          <a:ea typeface="+mj-ea"/>
                          <a:cs typeface="Arial" pitchFamily="34" charset="-120"/>
                        </a:rPr>
                        <a:t>Composant</a:t>
                      </a:r>
                      <a:endParaRPr lang="en-US" sz="1500" b="0" dirty="0">
                        <a:solidFill>
                          <a:schemeClr val="bg1"/>
                        </a:solidFill>
                        <a:latin typeface="+mj-ea"/>
                        <a:ea typeface="+mj-ea"/>
                        <a:cs typeface="Arial" charset="0"/>
                      </a:endParaRPr>
                    </a:p>
                  </a:txBody>
                  <a:tcPr marL="121920" marR="121920" marT="60960" marB="60960">
                    <a:lnL w="12700" cap="flat" cmpd="sng" algn="ctr">
                      <a:solidFill>
                        <a:schemeClr val="tx2"/>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marL="0" indent="0">
                        <a:buNone/>
                      </a:pPr>
                      <a:r>
                        <a:rPr lang="en-US" sz="1500" b="0" dirty="0">
                          <a:solidFill>
                            <a:schemeClr val="bg1"/>
                          </a:solidFill>
                          <a:latin typeface="+mj-ea"/>
                          <a:ea typeface="+mj-ea"/>
                          <a:cs typeface="Arial" pitchFamily="34" charset="-120"/>
                        </a:rPr>
                        <a:t>Spécification</a:t>
                      </a:r>
                      <a:endParaRPr lang="en-US" sz="1500" b="0" dirty="0">
                        <a:solidFill>
                          <a:schemeClr val="bg1"/>
                        </a:solidFill>
                        <a:latin typeface="+mj-ea"/>
                        <a:ea typeface="+mj-ea"/>
                        <a:cs typeface="Arial" charset="0"/>
                      </a:endParaRPr>
                    </a:p>
                  </a:txBody>
                  <a:tcPr marL="121920" marR="121920" marT="60960" marB="60960">
                    <a:lnL w="12700" cap="flat" cmpd="sng" algn="ctr">
                      <a:solidFill>
                        <a:schemeClr val="bg2">
                          <a:lumMod val="90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6720">
                <a:tc>
                  <a:txBody>
                    <a:bodyPr/>
                    <a:lstStyle/>
                    <a:p>
                      <a:pPr marL="0" indent="0">
                        <a:buNone/>
                      </a:pPr>
                      <a:r>
                        <a:rPr lang="en-US" sz="1500" b="0" dirty="0">
                          <a:solidFill>
                            <a:srgbClr val="000000"/>
                          </a:solidFill>
                          <a:latin typeface="+mj-ea"/>
                          <a:ea typeface="+mj-ea"/>
                          <a:cs typeface="Arial" pitchFamily="34" charset="-120"/>
                        </a:rPr>
                        <a:t>GPU</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1x NVIDIA Blackwell Ultra</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26720">
                <a:tc>
                  <a:txBody>
                    <a:bodyPr/>
                    <a:lstStyle/>
                    <a:p>
                      <a:pPr marL="0" indent="0">
                        <a:buNone/>
                      </a:pPr>
                      <a:r>
                        <a:rPr lang="en-US" sz="1500" b="0" dirty="0">
                          <a:solidFill>
                            <a:srgbClr val="000000"/>
                          </a:solidFill>
                          <a:latin typeface="+mj-ea"/>
                          <a:ea typeface="+mj-ea"/>
                          <a:cs typeface="Arial" pitchFamily="34" charset="-120"/>
                        </a:rPr>
                        <a:t>CPU</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1x Grace-72 cœurs Neoverse V2</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26720">
                <a:tc>
                  <a:txBody>
                    <a:bodyPr/>
                    <a:lstStyle/>
                    <a:p>
                      <a:pPr marL="0" indent="0">
                        <a:buNone/>
                      </a:pPr>
                      <a:r>
                        <a:rPr lang="en-US" sz="1500" b="0" dirty="0">
                          <a:solidFill>
                            <a:srgbClr val="000000"/>
                          </a:solidFill>
                          <a:latin typeface="+mj-ea"/>
                          <a:ea typeface="+mj-ea"/>
                          <a:cs typeface="Arial" pitchFamily="34" charset="-120"/>
                        </a:rPr>
                        <a:t>Mémoire</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252 Go HBM3e (7,1 To/s) + 496 Go LPDDR5X (396 Go/s)</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26720">
                <a:tc>
                  <a:txBody>
                    <a:bodyPr/>
                    <a:lstStyle/>
                    <a:p>
                      <a:pPr marL="0" indent="0">
                        <a:buNone/>
                      </a:pPr>
                      <a:r>
                        <a:rPr lang="en-US" sz="1500" b="0" dirty="0">
                          <a:solidFill>
                            <a:srgbClr val="000000"/>
                          </a:solidFill>
                          <a:latin typeface="+mj-ea"/>
                          <a:ea typeface="+mj-ea"/>
                          <a:cs typeface="Arial" pitchFamily="34" charset="-120"/>
                        </a:rPr>
                        <a:t>Stockage</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2x PCIe Gen5 M.2 (OS) + 2x PCIe Gen6 M.2 (données)</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426720">
                <a:tc>
                  <a:txBody>
                    <a:bodyPr/>
                    <a:lstStyle/>
                    <a:p>
                      <a:pPr marL="0" indent="0">
                        <a:buNone/>
                      </a:pPr>
                      <a:r>
                        <a:rPr lang="en-US" sz="1500" b="0" dirty="0">
                          <a:solidFill>
                            <a:srgbClr val="000000"/>
                          </a:solidFill>
                          <a:latin typeface="+mj-ea"/>
                          <a:ea typeface="+mj-ea"/>
                          <a:cs typeface="Arial" pitchFamily="34" charset="-120"/>
                        </a:rPr>
                        <a:t>Réseau</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ConnectX-8 SuperNIC, 800 Gbps au total</a:t>
                      </a:r>
                      <a:r>
                        <a:rPr lang="en-US" sz="1500" dirty="0" err="1">
                          <a:solidFill>
                            <a:srgbClr val="000000"/>
                          </a:solidFill>
                          <a:latin typeface="HP Forma DJR Office" pitchFamily="2" charset="77"/>
                          <a:ea typeface="Arial" pitchFamily="34" charset="-122"/>
                          <a:cs typeface="Arial" pitchFamily="34" charset="-120"/>
                        </a:rPr>
                        <a:t/>
                      </a:r>
                      <a:r>
                        <a:rPr lang="en-US" sz="1500" dirty="0">
                          <a:solidFill>
                            <a:srgbClr val="000000"/>
                          </a:solidFill>
                          <a:latin typeface="HP Forma DJR Office" pitchFamily="2" charset="77"/>
                          <a:ea typeface="Arial" pitchFamily="34" charset="-122"/>
                          <a:cs typeface="Arial" pitchFamily="34" charset="-120"/>
                        </a:rPr>
                        <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26720">
                <a:tc>
                  <a:txBody>
                    <a:bodyPr/>
                    <a:lstStyle/>
                    <a:p>
                      <a:pPr marL="0" indent="0">
                        <a:buNone/>
                      </a:pPr>
                      <a:r>
                        <a:rPr lang="en-US" sz="1500" b="0" dirty="0">
                          <a:solidFill>
                            <a:srgbClr val="000000"/>
                          </a:solidFill>
                          <a:latin typeface="+mj-ea"/>
                          <a:ea typeface="+mj-ea"/>
                          <a:cs typeface="Arial" pitchFamily="34" charset="-120"/>
                        </a:rPr>
                        <a:t>Facteur de forme</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Tour convertible ou rack (5U), refroidi par liquide, 1600 W (20 A)</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426720">
                <a:tc>
                  <a:txBody>
                    <a:bodyPr/>
                    <a:lstStyle/>
                    <a:p>
                      <a:pPr marL="0" indent="0">
                        <a:buNone/>
                      </a:pPr>
                      <a:r>
                        <a:rPr lang="en-US" sz="1500" b="0" dirty="0">
                          <a:solidFill>
                            <a:srgbClr val="000000"/>
                          </a:solidFill>
                          <a:latin typeface="+mj-ea"/>
                          <a:ea typeface="+mj-ea"/>
                          <a:cs typeface="Arial" pitchFamily="34" charset="-120"/>
                        </a:rPr>
                        <a:t>Disponibilité</a:t>
                      </a:r>
                      <a:endParaRPr lang="en-US" sz="1500" b="0" dirty="0">
                        <a:latin typeface="+mj-ea"/>
                        <a:ea typeface="+mj-ea"/>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500" dirty="0">
                          <a:solidFill>
                            <a:srgbClr val="000000"/>
                          </a:solidFill>
                          <a:latin typeface="HP Forma DJR Office" pitchFamily="2" charset="77"/>
                          <a:ea typeface="Arial" pitchFamily="34" charset="-122"/>
                          <a:cs typeface="Arial" pitchFamily="34" charset="-120"/>
                        </a:rPr>
                        <a:t>Août 2026</a:t>
                      </a:r>
                      <a:endParaRPr lang="en-US" sz="1500" dirty="0">
                        <a:latin typeface="HP Forma DJR Office" pitchFamily="2" charset="77"/>
                        <a:ea typeface="Arial" charset="0"/>
                        <a:cs typeface="Arial"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3" name="Footer Placeholder 5">
            <a:extLst>
              <a:ext uri="{FF2B5EF4-FFF2-40B4-BE49-F238E27FC236}">
                <a16:creationId xmlns:a16="http://schemas.microsoft.com/office/drawing/2014/main" id="{7B2F853A-A4C2-D0A9-C16F-09F15DC90169}"/>
              </a:ext>
            </a:extLst>
          </p:cNvPr>
          <p:cNvSpPr>
            <a:spLocks noGrp="1"/>
          </p:cNvSpPr>
          <p:nvPr>
            <p:ph type="ftr" sz="quarter" idx="18"/>
          </p:nvPr>
        </p:nvSpPr>
        <p:spPr>
          <a:xfrm>
            <a:off x="6396505" y="6316162"/>
            <a:ext cx="5339495" cy="107722"/>
          </a:xfrm>
        </p:spPr>
        <p:txBody>
          <a:bodyPr/>
          <a:lstStyle/>
          <a:p>
            <a:r>
              <a:rPr lang="en-US" dirty="0"/>
              <a:t>Restreint par HP. Usage interne HP uniquement.</a:t>
            </a:r>
          </a:p>
        </p:txBody>
      </p:sp>
    </p:spTree>
    <p:extLst>
      <p:ext uri="{BB962C8B-B14F-4D97-AF65-F5344CB8AC3E}">
        <p14:creationId xmlns:p14="http://schemas.microsoft.com/office/powerpoint/2010/main" val="3842720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06FE3-D0E4-3BD9-4CD5-D76A260DE3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DA4510-C1C1-57B8-9D3F-29318BB75E08}"/>
              </a:ext>
            </a:extLst>
          </p:cNvPr>
          <p:cNvSpPr>
            <a:spLocks noGrp="1"/>
          </p:cNvSpPr>
          <p:nvPr>
            <p:ph type="title"/>
          </p:nvPr>
        </p:nvSpPr>
        <p:spPr>
          <a:xfrm>
            <a:off x="457200" y="441471"/>
            <a:ext cx="11278800" cy="393300"/>
          </a:xfrm>
        </p:spPr>
        <p:txBody>
          <a:bodyPr/>
          <a:lstStyle/>
          <a:p>
            <a:r>
              <a:rPr lang="en-US" dirty="0"/>
              <a:t>Ce qui distingue HP</a:t>
            </a:r>
          </a:p>
        </p:txBody>
      </p:sp>
      <p:sp>
        <p:nvSpPr>
          <p:cNvPr id="6" name="Text Placeholder 5">
            <a:extLst>
              <a:ext uri="{FF2B5EF4-FFF2-40B4-BE49-F238E27FC236}">
                <a16:creationId xmlns:a16="http://schemas.microsoft.com/office/drawing/2014/main" id="{AFE4CB42-DB52-4D3E-02A6-9FF77E40C997}"/>
              </a:ext>
            </a:extLst>
          </p:cNvPr>
          <p:cNvSpPr>
            <a:spLocks noGrp="1"/>
          </p:cNvSpPr>
          <p:nvPr>
            <p:ph type="body" sz="quarter" idx="13"/>
          </p:nvPr>
        </p:nvSpPr>
        <p:spPr>
          <a:xfrm>
            <a:off x="457200" y="834770"/>
            <a:ext cx="11278800" cy="295967"/>
          </a:xfrm>
        </p:spPr>
        <p:txBody>
          <a:bodyPr/>
          <a:lstStyle/>
          <a:p>
            <a:r>
              <a:rPr lang="en-US" dirty="0"/>
              <a:t>Même puce NVIDIA. Approche différente du logiciel et du support.</a:t>
            </a:r>
          </a:p>
          <a:p>
            <a:endParaRPr lang="en-US" dirty="0"/>
          </a:p>
        </p:txBody>
      </p:sp>
      <p:sp>
        <p:nvSpPr>
          <p:cNvPr id="20" name="Shape 16">
            <a:extLst>
              <a:ext uri="{FF2B5EF4-FFF2-40B4-BE49-F238E27FC236}">
                <a16:creationId xmlns:a16="http://schemas.microsoft.com/office/drawing/2014/main" id="{1D7BA1AC-F0C5-5673-4563-A17B0B996366}"/>
              </a:ext>
            </a:extLst>
          </p:cNvPr>
          <p:cNvSpPr/>
          <p:nvPr/>
        </p:nvSpPr>
        <p:spPr>
          <a:xfrm>
            <a:off x="457200" y="5211191"/>
            <a:ext cx="10728960" cy="718360"/>
          </a:xfrm>
          <a:prstGeom prst="rect">
            <a:avLst/>
          </a:prstGeom>
          <a:solidFill>
            <a:schemeClr val="tx2"/>
          </a:solidFill>
          <a:ln w="19050">
            <a:noFill/>
          </a:ln>
        </p:spPr>
        <p:txBody>
          <a:bodyPr/>
          <a:lstStyle/>
          <a:p>
            <a:pPr defTabSz="1219170"/>
            <a:endParaRPr lang="en-US" sz="2400">
              <a:solidFill>
                <a:prstClr val="black"/>
              </a:solidFill>
              <a:latin typeface="HP Forma DJR Office" pitchFamily="2" charset="0"/>
            </a:endParaRPr>
          </a:p>
        </p:txBody>
      </p:sp>
      <p:sp>
        <p:nvSpPr>
          <p:cNvPr id="21" name="Text 17">
            <a:extLst>
              <a:ext uri="{FF2B5EF4-FFF2-40B4-BE49-F238E27FC236}">
                <a16:creationId xmlns:a16="http://schemas.microsoft.com/office/drawing/2014/main" id="{5DDC7F2B-E305-DF4D-84E8-37AA05EAAC48}"/>
              </a:ext>
            </a:extLst>
          </p:cNvPr>
          <p:cNvSpPr/>
          <p:nvPr/>
        </p:nvSpPr>
        <p:spPr>
          <a:xfrm>
            <a:off x="996874" y="5285598"/>
            <a:ext cx="9579685" cy="426720"/>
          </a:xfrm>
          <a:prstGeom prst="rect">
            <a:avLst/>
          </a:prstGeom>
          <a:noFill/>
          <a:ln/>
        </p:spPr>
        <p:txBody>
          <a:bodyPr wrap="square" rtlCol="0" anchor="t"/>
          <a:lstStyle/>
          <a:p>
            <a:pPr algn="ctr" defTabSz="1219170">
              <a:lnSpc>
                <a:spcPts val="1960"/>
              </a:lnSpc>
            </a:pPr>
            <a:r>
              <a:rPr lang="en-US" dirty="0">
                <a:solidFill>
                  <a:schemeClr val="bg1"/>
                </a:solidFill>
                <a:ea typeface="+mj-ea"/>
                <a:cs typeface="Arial" pitchFamily="34" charset="-120"/>
              </a:rPr>
              <a:t>HP vous fournit la puce et s'efface - aucun palier de licence, aucun cliff tarifaire en production, aucune dépendance au logiciel du fournisseur.</a:t>
            </a:r>
          </a:p>
          <a:p>
            <a:pPr algn="ctr" defTabSz="1219170">
              <a:lnSpc>
                <a:spcPts val="1960"/>
              </a:lnSpc>
            </a:pPr>
            <a:endParaRPr lang="en-US" dirty="0">
              <a:solidFill>
                <a:schemeClr val="bg1"/>
              </a:solidFill>
              <a:ea typeface="+mj-ea"/>
              <a:cs typeface="Arial" pitchFamily="34" charset="-120"/>
            </a:endParaRPr>
          </a:p>
        </p:txBody>
      </p:sp>
      <p:sp>
        <p:nvSpPr>
          <p:cNvPr id="2" name="Shape 3">
            <a:extLst>
              <a:ext uri="{FF2B5EF4-FFF2-40B4-BE49-F238E27FC236}">
                <a16:creationId xmlns:a16="http://schemas.microsoft.com/office/drawing/2014/main" id="{631BA704-AE9A-F595-0F89-757C8D08E247}"/>
              </a:ext>
            </a:extLst>
          </p:cNvPr>
          <p:cNvSpPr/>
          <p:nvPr/>
        </p:nvSpPr>
        <p:spPr>
          <a:xfrm>
            <a:off x="457200" y="143167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3" name="Text 4">
            <a:extLst>
              <a:ext uri="{FF2B5EF4-FFF2-40B4-BE49-F238E27FC236}">
                <a16:creationId xmlns:a16="http://schemas.microsoft.com/office/drawing/2014/main" id="{73FA02D6-433D-A203-9CE9-069238DC3A4E}"/>
              </a:ext>
            </a:extLst>
          </p:cNvPr>
          <p:cNvSpPr/>
          <p:nvPr/>
        </p:nvSpPr>
        <p:spPr>
          <a:xfrm>
            <a:off x="640080" y="1513250"/>
            <a:ext cx="3657600" cy="426720"/>
          </a:xfrm>
          <a:prstGeom prst="rect">
            <a:avLst/>
          </a:prstGeom>
          <a:noFill/>
          <a:ln/>
        </p:spPr>
        <p:txBody>
          <a:bodyPr wrap="square" lIns="0" rtlCol="0" anchor="ctr"/>
          <a:lstStyle/>
          <a:p>
            <a:pPr defTabSz="1219170"/>
            <a:r>
              <a:rPr lang="en-US" dirty="0">
                <a:solidFill>
                  <a:srgbClr val="000000"/>
                </a:solidFill>
                <a:latin typeface="+mj-lt"/>
                <a:ea typeface="Arial" pitchFamily="34" charset="-122"/>
                <a:cs typeface="Arial" pitchFamily="34" charset="-120"/>
              </a:rPr>
              <a:t>ZGX Toolkit</a:t>
            </a:r>
            <a:endParaRPr lang="en-US" dirty="0">
              <a:solidFill>
                <a:prstClr val="black"/>
              </a:solidFill>
              <a:latin typeface="+mj-lt"/>
            </a:endParaRPr>
          </a:p>
        </p:txBody>
      </p:sp>
      <p:sp>
        <p:nvSpPr>
          <p:cNvPr id="4" name="Shape 5">
            <a:extLst>
              <a:ext uri="{FF2B5EF4-FFF2-40B4-BE49-F238E27FC236}">
                <a16:creationId xmlns:a16="http://schemas.microsoft.com/office/drawing/2014/main" id="{8C22914F-FCF9-1E3E-B8E9-81D4B5A235AF}"/>
              </a:ext>
            </a:extLst>
          </p:cNvPr>
          <p:cNvSpPr/>
          <p:nvPr/>
        </p:nvSpPr>
        <p:spPr>
          <a:xfrm>
            <a:off x="640080" y="1980311"/>
            <a:ext cx="1828800"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7" name="Text 6">
            <a:extLst>
              <a:ext uri="{FF2B5EF4-FFF2-40B4-BE49-F238E27FC236}">
                <a16:creationId xmlns:a16="http://schemas.microsoft.com/office/drawing/2014/main" id="{8204F379-0084-AF39-82FB-35A7F948690D}"/>
              </a:ext>
            </a:extLst>
          </p:cNvPr>
          <p:cNvSpPr/>
          <p:nvPr/>
        </p:nvSpPr>
        <p:spPr>
          <a:xfrm>
            <a:off x="754828" y="2004695"/>
            <a:ext cx="1219200" cy="243840"/>
          </a:xfrm>
          <a:prstGeom prst="rect">
            <a:avLst/>
          </a:prstGeom>
          <a:noFill/>
          <a:ln/>
        </p:spPr>
        <p:txBody>
          <a:bodyPr wrap="square" lIns="0" rtlCol="0" anchor="ctr"/>
          <a:lstStyle/>
          <a:p>
            <a:pPr defTabSz="1219170"/>
            <a:r>
              <a:rPr lang="en-US" sz="1200" dirty="0">
                <a:solidFill>
                  <a:schemeClr val="bg1"/>
                </a:solidFill>
                <a:ea typeface="Arial" pitchFamily="34" charset="-122"/>
                <a:cs typeface="Arial" pitchFamily="34" charset="-120"/>
              </a:rPr>
              <a:t>Gratuit</a:t>
            </a:r>
            <a:endParaRPr lang="en-US" sz="1200" dirty="0">
              <a:solidFill>
                <a:schemeClr val="bg1"/>
              </a:solidFill>
            </a:endParaRPr>
          </a:p>
        </p:txBody>
      </p:sp>
      <p:sp>
        <p:nvSpPr>
          <p:cNvPr id="8" name="Text 7">
            <a:extLst>
              <a:ext uri="{FF2B5EF4-FFF2-40B4-BE49-F238E27FC236}">
                <a16:creationId xmlns:a16="http://schemas.microsoft.com/office/drawing/2014/main" id="{0282DBA6-4B0D-401E-FFF5-F4DF6053F682}"/>
              </a:ext>
            </a:extLst>
          </p:cNvPr>
          <p:cNvSpPr/>
          <p:nvPr/>
        </p:nvSpPr>
        <p:spPr>
          <a:xfrm>
            <a:off x="640080" y="2356089"/>
            <a:ext cx="4738744" cy="609600"/>
          </a:xfrm>
          <a:prstGeom prst="rect">
            <a:avLst/>
          </a:prstGeom>
          <a:noFill/>
          <a:ln/>
        </p:spPr>
        <p:txBody>
          <a:bodyPr wrap="square" lIns="0" rtlCol="0" anchor="t"/>
          <a:lstStyle/>
          <a:p>
            <a:pPr defTabSz="1219170"/>
            <a:r>
              <a:rPr lang="en-US" sz="1300" dirty="0">
                <a:latin typeface="HP Forma DJR Office" pitchFamily="2" charset="0"/>
                <a:ea typeface="Arial" pitchFamily="34" charset="-122"/>
                <a:cs typeface="Arial" pitchFamily="34" charset="-120"/>
              </a:rPr>
              <a:t>Évitez l'enfer des dépendances. Stack open-source. Productif dès le premier jour. Pas de verrouillage fournisseur.</a:t>
            </a:r>
            <a:endParaRPr lang="en-US" sz="1300" dirty="0">
              <a:latin typeface="HP Forma DJR Office" pitchFamily="2" charset="0"/>
            </a:endParaRPr>
          </a:p>
        </p:txBody>
      </p:sp>
      <p:sp>
        <p:nvSpPr>
          <p:cNvPr id="9" name="Shape 8">
            <a:extLst>
              <a:ext uri="{FF2B5EF4-FFF2-40B4-BE49-F238E27FC236}">
                <a16:creationId xmlns:a16="http://schemas.microsoft.com/office/drawing/2014/main" id="{C5256C83-521F-34F0-DCBC-23F09D6E5545}"/>
              </a:ext>
            </a:extLst>
          </p:cNvPr>
          <p:cNvSpPr/>
          <p:nvPr/>
        </p:nvSpPr>
        <p:spPr>
          <a:xfrm>
            <a:off x="6065520" y="143167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14" name="Text 9">
            <a:extLst>
              <a:ext uri="{FF2B5EF4-FFF2-40B4-BE49-F238E27FC236}">
                <a16:creationId xmlns:a16="http://schemas.microsoft.com/office/drawing/2014/main" id="{E679AF6D-BB74-A049-3CC0-9B6E6C75C80B}"/>
              </a:ext>
            </a:extLst>
          </p:cNvPr>
          <p:cNvSpPr/>
          <p:nvPr/>
        </p:nvSpPr>
        <p:spPr>
          <a:xfrm>
            <a:off x="6248400" y="1513250"/>
            <a:ext cx="3657600" cy="426720"/>
          </a:xfrm>
          <a:prstGeom prst="rect">
            <a:avLst/>
          </a:prstGeom>
          <a:noFill/>
          <a:ln/>
        </p:spPr>
        <p:txBody>
          <a:bodyPr wrap="square" lIns="0" rtlCol="0" anchor="ctr"/>
          <a:lstStyle/>
          <a:p>
            <a:pPr defTabSz="1219170"/>
            <a:r>
              <a:rPr lang="en-US">
                <a:solidFill>
                  <a:srgbClr val="000000"/>
                </a:solidFill>
                <a:latin typeface="+mj-lt"/>
                <a:ea typeface="Arial" pitchFamily="34" charset="-122"/>
                <a:cs typeface="Arial" pitchFamily="34" charset="-120"/>
              </a:rPr>
              <a:t>ZGX CLI</a:t>
            </a:r>
            <a:endParaRPr lang="en-US">
              <a:solidFill>
                <a:prstClr val="black"/>
              </a:solidFill>
              <a:latin typeface="+mj-lt"/>
            </a:endParaRPr>
          </a:p>
        </p:txBody>
      </p:sp>
      <p:sp>
        <p:nvSpPr>
          <p:cNvPr id="15" name="Shape 10">
            <a:extLst>
              <a:ext uri="{FF2B5EF4-FFF2-40B4-BE49-F238E27FC236}">
                <a16:creationId xmlns:a16="http://schemas.microsoft.com/office/drawing/2014/main" id="{DACB99A9-DB11-4209-294D-1168BF7C1EE8}"/>
              </a:ext>
            </a:extLst>
          </p:cNvPr>
          <p:cNvSpPr/>
          <p:nvPr/>
        </p:nvSpPr>
        <p:spPr>
          <a:xfrm>
            <a:off x="6248400" y="1980311"/>
            <a:ext cx="1819656"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16" name="Text 11">
            <a:extLst>
              <a:ext uri="{FF2B5EF4-FFF2-40B4-BE49-F238E27FC236}">
                <a16:creationId xmlns:a16="http://schemas.microsoft.com/office/drawing/2014/main" id="{CE571EA9-1115-401B-C589-C9091A7CFA1F}"/>
              </a:ext>
            </a:extLst>
          </p:cNvPr>
          <p:cNvSpPr/>
          <p:nvPr/>
        </p:nvSpPr>
        <p:spPr>
          <a:xfrm>
            <a:off x="6363148" y="2004695"/>
            <a:ext cx="1219200" cy="243840"/>
          </a:xfrm>
          <a:prstGeom prst="rect">
            <a:avLst/>
          </a:prstGeom>
          <a:noFill/>
          <a:ln/>
        </p:spPr>
        <p:txBody>
          <a:bodyPr wrap="square" lIns="0" rtlCol="0" anchor="ctr"/>
          <a:lstStyle/>
          <a:p>
            <a:pPr defTabSz="1219170"/>
            <a:r>
              <a:rPr lang="en-US" sz="1200">
                <a:solidFill>
                  <a:schemeClr val="bg1"/>
                </a:solidFill>
                <a:ea typeface="Arial" pitchFamily="34" charset="-122"/>
                <a:cs typeface="Arial" pitchFamily="34" charset="-120"/>
              </a:rPr>
              <a:t>Gratuit</a:t>
            </a:r>
            <a:endParaRPr lang="en-US" sz="1200">
              <a:solidFill>
                <a:schemeClr val="bg1"/>
              </a:solidFill>
            </a:endParaRPr>
          </a:p>
        </p:txBody>
      </p:sp>
      <p:sp>
        <p:nvSpPr>
          <p:cNvPr id="22" name="Text 12">
            <a:extLst>
              <a:ext uri="{FF2B5EF4-FFF2-40B4-BE49-F238E27FC236}">
                <a16:creationId xmlns:a16="http://schemas.microsoft.com/office/drawing/2014/main" id="{9F4ECF93-326D-DEAC-338B-5E489E0ED7A2}"/>
              </a:ext>
            </a:extLst>
          </p:cNvPr>
          <p:cNvSpPr/>
          <p:nvPr/>
        </p:nvSpPr>
        <p:spPr>
          <a:xfrm>
            <a:off x="6248400" y="2356089"/>
            <a:ext cx="4482353" cy="609600"/>
          </a:xfrm>
          <a:prstGeom prst="rect">
            <a:avLst/>
          </a:prstGeom>
          <a:noFill/>
          <a:ln/>
        </p:spPr>
        <p:txBody>
          <a:bodyPr wrap="square" lIns="0" rtlCol="0" anchor="t"/>
          <a:lstStyle/>
          <a:p>
            <a:pPr defTabSz="1219170"/>
            <a:r>
              <a:rPr lang="en-US" sz="1300" dirty="0">
                <a:latin typeface="HP Forma DJR Office" pitchFamily="2" charset="0"/>
                <a:ea typeface="Arial" pitchFamily="34" charset="-122"/>
                <a:cs typeface="Arial" pitchFamily="34" charset="-120"/>
              </a:rPr>
              <a:t>Service de modèles simple. Aucune licence requise pour l'inférence en production.</a:t>
            </a:r>
            <a:endParaRPr lang="en-US" sz="1300" dirty="0">
              <a:latin typeface="HP Forma DJR Office" pitchFamily="2" charset="0"/>
            </a:endParaRPr>
          </a:p>
        </p:txBody>
      </p:sp>
      <p:sp>
        <p:nvSpPr>
          <p:cNvPr id="23" name="Shape 13">
            <a:extLst>
              <a:ext uri="{FF2B5EF4-FFF2-40B4-BE49-F238E27FC236}">
                <a16:creationId xmlns:a16="http://schemas.microsoft.com/office/drawing/2014/main" id="{43C78C59-F2A7-7F46-BD71-1E9C1EC26DD6}"/>
              </a:ext>
            </a:extLst>
          </p:cNvPr>
          <p:cNvSpPr/>
          <p:nvPr/>
        </p:nvSpPr>
        <p:spPr>
          <a:xfrm>
            <a:off x="457200" y="332143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24" name="Text 14">
            <a:extLst>
              <a:ext uri="{FF2B5EF4-FFF2-40B4-BE49-F238E27FC236}">
                <a16:creationId xmlns:a16="http://schemas.microsoft.com/office/drawing/2014/main" id="{35E93909-7475-E421-EDE3-37FB3CFE192A}"/>
              </a:ext>
            </a:extLst>
          </p:cNvPr>
          <p:cNvSpPr/>
          <p:nvPr/>
        </p:nvSpPr>
        <p:spPr>
          <a:xfrm>
            <a:off x="640080" y="3403010"/>
            <a:ext cx="3657600" cy="426720"/>
          </a:xfrm>
          <a:prstGeom prst="rect">
            <a:avLst/>
          </a:prstGeom>
          <a:noFill/>
          <a:ln/>
        </p:spPr>
        <p:txBody>
          <a:bodyPr wrap="square" lIns="0" rtlCol="0" anchor="ctr"/>
          <a:lstStyle/>
          <a:p>
            <a:pPr defTabSz="1219170"/>
            <a:r>
              <a:rPr lang="en-US">
                <a:solidFill>
                  <a:srgbClr val="000000"/>
                </a:solidFill>
                <a:latin typeface="+mj-lt"/>
                <a:ea typeface="Arial" pitchFamily="34" charset="-122"/>
                <a:cs typeface="Arial" pitchFamily="34" charset="-120"/>
              </a:rPr>
              <a:t>Aucun piège de licence</a:t>
            </a:r>
            <a:endParaRPr lang="en-US">
              <a:solidFill>
                <a:prstClr val="black"/>
              </a:solidFill>
              <a:latin typeface="+mj-lt"/>
            </a:endParaRPr>
          </a:p>
        </p:txBody>
      </p:sp>
      <p:sp>
        <p:nvSpPr>
          <p:cNvPr id="25" name="Shape 15">
            <a:extLst>
              <a:ext uri="{FF2B5EF4-FFF2-40B4-BE49-F238E27FC236}">
                <a16:creationId xmlns:a16="http://schemas.microsoft.com/office/drawing/2014/main" id="{8EEB9EA0-191D-C28A-8155-BB8DD0A28E8D}"/>
              </a:ext>
            </a:extLst>
          </p:cNvPr>
          <p:cNvSpPr/>
          <p:nvPr/>
        </p:nvSpPr>
        <p:spPr>
          <a:xfrm>
            <a:off x="640079" y="3870071"/>
            <a:ext cx="1815353"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26" name="Text 16">
            <a:extLst>
              <a:ext uri="{FF2B5EF4-FFF2-40B4-BE49-F238E27FC236}">
                <a16:creationId xmlns:a16="http://schemas.microsoft.com/office/drawing/2014/main" id="{6268BBF8-F98B-F0E9-F07A-8A11E4E32128}"/>
              </a:ext>
            </a:extLst>
          </p:cNvPr>
          <p:cNvSpPr/>
          <p:nvPr/>
        </p:nvSpPr>
        <p:spPr>
          <a:xfrm>
            <a:off x="754828" y="3894455"/>
            <a:ext cx="1524000" cy="243840"/>
          </a:xfrm>
          <a:prstGeom prst="rect">
            <a:avLst/>
          </a:prstGeom>
          <a:noFill/>
          <a:ln/>
        </p:spPr>
        <p:txBody>
          <a:bodyPr wrap="square" lIns="0" rtlCol="0" anchor="ctr"/>
          <a:lstStyle/>
          <a:p>
            <a:pPr defTabSz="1219170"/>
            <a:r>
              <a:rPr lang="en-US" sz="1200">
                <a:solidFill>
                  <a:schemeClr val="bg1"/>
                </a:solidFill>
                <a:ea typeface="Arial" pitchFamily="34" charset="-122"/>
                <a:cs typeface="Arial" pitchFamily="34" charset="-120"/>
              </a:rPr>
              <a:t>TCO prévisible</a:t>
            </a:r>
            <a:endParaRPr lang="en-US" sz="1200">
              <a:solidFill>
                <a:schemeClr val="bg1"/>
              </a:solidFill>
            </a:endParaRPr>
          </a:p>
        </p:txBody>
      </p:sp>
      <p:sp>
        <p:nvSpPr>
          <p:cNvPr id="27" name="Text 17">
            <a:extLst>
              <a:ext uri="{FF2B5EF4-FFF2-40B4-BE49-F238E27FC236}">
                <a16:creationId xmlns:a16="http://schemas.microsoft.com/office/drawing/2014/main" id="{57478B1F-D43C-3305-9BF9-25C5D9325446}"/>
              </a:ext>
            </a:extLst>
          </p:cNvPr>
          <p:cNvSpPr/>
          <p:nvPr/>
        </p:nvSpPr>
        <p:spPr>
          <a:xfrm>
            <a:off x="640080" y="4245849"/>
            <a:ext cx="4998720" cy="609600"/>
          </a:xfrm>
          <a:prstGeom prst="rect">
            <a:avLst/>
          </a:prstGeom>
          <a:noFill/>
          <a:ln/>
        </p:spPr>
        <p:txBody>
          <a:bodyPr wrap="square" lIns="0" rtlCol="0" anchor="t"/>
          <a:lstStyle/>
          <a:p>
            <a:pPr defTabSz="1219170"/>
            <a:r>
              <a:rPr lang="en-US" sz="1300">
                <a:latin typeface="HP Forma DJR Office" pitchFamily="2" charset="0"/>
                <a:ea typeface="Arial" pitchFamily="34" charset="-122"/>
                <a:cs typeface="Arial" pitchFamily="34" charset="-120"/>
              </a:rPr>
              <a:t>Gratuit pour le développement ET la production. Pas de facturation au token. Pas de cliff tarifaire.</a:t>
            </a:r>
            <a:endParaRPr lang="en-US" sz="1300">
              <a:latin typeface="HP Forma DJR Office" pitchFamily="2" charset="0"/>
            </a:endParaRPr>
          </a:p>
        </p:txBody>
      </p:sp>
      <p:sp>
        <p:nvSpPr>
          <p:cNvPr id="28" name="Shape 18">
            <a:extLst>
              <a:ext uri="{FF2B5EF4-FFF2-40B4-BE49-F238E27FC236}">
                <a16:creationId xmlns:a16="http://schemas.microsoft.com/office/drawing/2014/main" id="{56CA5209-53A7-C53B-E792-5E7F7DEF3BC4}"/>
              </a:ext>
            </a:extLst>
          </p:cNvPr>
          <p:cNvSpPr/>
          <p:nvPr/>
        </p:nvSpPr>
        <p:spPr>
          <a:xfrm>
            <a:off x="6065520" y="3321431"/>
            <a:ext cx="5120640" cy="1706880"/>
          </a:xfrm>
          <a:prstGeom prst="rect">
            <a:avLst/>
          </a:prstGeom>
          <a:solidFill>
            <a:srgbClr val="F5F5F5"/>
          </a:solidFill>
          <a:ln/>
        </p:spPr>
        <p:txBody>
          <a:bodyPr lIns="0"/>
          <a:lstStyle/>
          <a:p>
            <a:pPr defTabSz="1219170"/>
            <a:endParaRPr sz="2400">
              <a:solidFill>
                <a:prstClr val="black"/>
              </a:solidFill>
              <a:latin typeface="HP Forma DJR Office" pitchFamily="2" charset="0"/>
            </a:endParaRPr>
          </a:p>
        </p:txBody>
      </p:sp>
      <p:sp>
        <p:nvSpPr>
          <p:cNvPr id="29" name="Text 19">
            <a:extLst>
              <a:ext uri="{FF2B5EF4-FFF2-40B4-BE49-F238E27FC236}">
                <a16:creationId xmlns:a16="http://schemas.microsoft.com/office/drawing/2014/main" id="{801E01B9-719B-0A10-269B-1D861B39DA7F}"/>
              </a:ext>
            </a:extLst>
          </p:cNvPr>
          <p:cNvSpPr/>
          <p:nvPr/>
        </p:nvSpPr>
        <p:spPr>
          <a:xfrm>
            <a:off x="6248400" y="3403010"/>
            <a:ext cx="3657600" cy="426720"/>
          </a:xfrm>
          <a:prstGeom prst="rect">
            <a:avLst/>
          </a:prstGeom>
          <a:noFill/>
          <a:ln/>
        </p:spPr>
        <p:txBody>
          <a:bodyPr wrap="square" lIns="0" rtlCol="0" anchor="ctr"/>
          <a:lstStyle/>
          <a:p>
            <a:pPr defTabSz="1219170"/>
            <a:r>
              <a:rPr lang="en-US">
                <a:solidFill>
                  <a:srgbClr val="000000"/>
                </a:solidFill>
                <a:latin typeface="+mj-lt"/>
                <a:ea typeface="Arial" pitchFamily="34" charset="-122"/>
                <a:cs typeface="Arial" pitchFamily="34" charset="-120"/>
              </a:rPr>
              <a:t>Support HP Enterprise</a:t>
            </a:r>
            <a:endParaRPr lang="en-US">
              <a:solidFill>
                <a:prstClr val="black"/>
              </a:solidFill>
              <a:latin typeface="+mj-lt"/>
            </a:endParaRPr>
          </a:p>
        </p:txBody>
      </p:sp>
      <p:sp>
        <p:nvSpPr>
          <p:cNvPr id="30" name="Shape 20">
            <a:extLst>
              <a:ext uri="{FF2B5EF4-FFF2-40B4-BE49-F238E27FC236}">
                <a16:creationId xmlns:a16="http://schemas.microsoft.com/office/drawing/2014/main" id="{BAFF7D2C-A333-1F1A-3605-AAB474D67417}"/>
              </a:ext>
            </a:extLst>
          </p:cNvPr>
          <p:cNvSpPr/>
          <p:nvPr/>
        </p:nvSpPr>
        <p:spPr>
          <a:xfrm>
            <a:off x="6248400" y="3870071"/>
            <a:ext cx="1819656" cy="304800"/>
          </a:xfrm>
          <a:prstGeom prst="rect">
            <a:avLst/>
          </a:prstGeom>
          <a:solidFill>
            <a:schemeClr val="tx2"/>
          </a:solidFill>
          <a:ln>
            <a:noFill/>
          </a:ln>
        </p:spPr>
        <p:txBody>
          <a:bodyPr lIns="0"/>
          <a:lstStyle/>
          <a:p>
            <a:pPr defTabSz="1219170"/>
            <a:endParaRPr sz="2400">
              <a:latin typeface="HP Forma DJR Office" pitchFamily="2" charset="0"/>
            </a:endParaRPr>
          </a:p>
        </p:txBody>
      </p:sp>
      <p:sp>
        <p:nvSpPr>
          <p:cNvPr id="31" name="Text 21">
            <a:extLst>
              <a:ext uri="{FF2B5EF4-FFF2-40B4-BE49-F238E27FC236}">
                <a16:creationId xmlns:a16="http://schemas.microsoft.com/office/drawing/2014/main" id="{6DFDD638-D86A-BB69-B0CF-38532CCBD109}"/>
              </a:ext>
            </a:extLst>
          </p:cNvPr>
          <p:cNvSpPr/>
          <p:nvPr/>
        </p:nvSpPr>
        <p:spPr>
          <a:xfrm>
            <a:off x="6363148" y="3894455"/>
            <a:ext cx="1672814" cy="243840"/>
          </a:xfrm>
          <a:prstGeom prst="rect">
            <a:avLst/>
          </a:prstGeom>
          <a:noFill/>
          <a:ln/>
        </p:spPr>
        <p:txBody>
          <a:bodyPr wrap="square" lIns="0" rtlCol="0" anchor="ctr"/>
          <a:lstStyle/>
          <a:p>
            <a:pPr defTabSz="1219170"/>
            <a:r>
              <a:rPr lang="en-US" sz="1200">
                <a:solidFill>
                  <a:schemeClr val="bg1"/>
                </a:solidFill>
                <a:ea typeface="Arial" pitchFamily="34" charset="-122"/>
                <a:cs typeface="Arial" pitchFamily="34" charset="-120"/>
              </a:rPr>
              <a:t>Couverture mondiale</a:t>
            </a:r>
            <a:endParaRPr lang="en-US" sz="1200">
              <a:solidFill>
                <a:schemeClr val="bg1"/>
              </a:solidFill>
            </a:endParaRPr>
          </a:p>
        </p:txBody>
      </p:sp>
      <p:sp>
        <p:nvSpPr>
          <p:cNvPr id="32" name="Text 22">
            <a:extLst>
              <a:ext uri="{FF2B5EF4-FFF2-40B4-BE49-F238E27FC236}">
                <a16:creationId xmlns:a16="http://schemas.microsoft.com/office/drawing/2014/main" id="{C1B8961D-3E14-22DA-C7FC-0370F3F9CA7C}"/>
              </a:ext>
            </a:extLst>
          </p:cNvPr>
          <p:cNvSpPr/>
          <p:nvPr/>
        </p:nvSpPr>
        <p:spPr>
          <a:xfrm>
            <a:off x="6248400" y="4245849"/>
            <a:ext cx="4998720" cy="609600"/>
          </a:xfrm>
          <a:prstGeom prst="rect">
            <a:avLst/>
          </a:prstGeom>
          <a:noFill/>
          <a:ln/>
        </p:spPr>
        <p:txBody>
          <a:bodyPr wrap="square" lIns="0" rtlCol="0" anchor="t"/>
          <a:lstStyle/>
          <a:p>
            <a:pPr defTabSz="1219170"/>
            <a:r>
              <a:rPr lang="en-US" sz="1300">
                <a:latin typeface="HP Forma DJR Office" pitchFamily="2" charset="0"/>
                <a:ea typeface="Arial" pitchFamily="34" charset="-122"/>
                <a:cs typeface="Arial" pitchFamily="34" charset="-120"/>
              </a:rPr>
              <a:t>Support de qualité entreprise par un partenaire de confiance. Pas un OEM de niche.</a:t>
            </a:r>
            <a:endParaRPr lang="en-US" sz="1300">
              <a:latin typeface="HP Forma DJR Office" pitchFamily="2" charset="0"/>
            </a:endParaRPr>
          </a:p>
        </p:txBody>
      </p:sp>
      <p:sp>
        <p:nvSpPr>
          <p:cNvPr id="33" name="Footer Placeholder 5">
            <a:extLst>
              <a:ext uri="{FF2B5EF4-FFF2-40B4-BE49-F238E27FC236}">
                <a16:creationId xmlns:a16="http://schemas.microsoft.com/office/drawing/2014/main" id="{EFEA4457-23F7-9E00-E44E-EC63009412B2}"/>
              </a:ext>
            </a:extLst>
          </p:cNvPr>
          <p:cNvSpPr>
            <a:spLocks noGrp="1"/>
          </p:cNvSpPr>
          <p:nvPr>
            <p:ph type="ftr" sz="quarter" idx="18"/>
          </p:nvPr>
        </p:nvSpPr>
        <p:spPr>
          <a:xfrm>
            <a:off x="6396505" y="6316162"/>
            <a:ext cx="5339495" cy="107722"/>
          </a:xfrm>
        </p:spPr>
        <p:txBody>
          <a:bodyPr/>
          <a:lstStyle/>
          <a:p>
            <a:r>
              <a:rPr lang="en-US" dirty="0"/>
              <a:t>HP Restricted. Usage interne HP uniquement.</a:t>
            </a:r>
          </a:p>
        </p:txBody>
      </p:sp>
    </p:spTree>
    <p:extLst>
      <p:ext uri="{BB962C8B-B14F-4D97-AF65-F5344CB8AC3E}">
        <p14:creationId xmlns:p14="http://schemas.microsoft.com/office/powerpoint/2010/main" val="3126322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408F-59A7-62DB-BF0A-69A7EF7C02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433A00-B60F-56A1-F802-C63D1C972E31}"/>
              </a:ext>
            </a:extLst>
          </p:cNvPr>
          <p:cNvSpPr>
            <a:spLocks noGrp="1"/>
          </p:cNvSpPr>
          <p:nvPr>
            <p:ph type="title"/>
          </p:nvPr>
        </p:nvSpPr>
        <p:spPr>
          <a:xfrm>
            <a:off x="457200" y="441471"/>
            <a:ext cx="11278800" cy="393300"/>
          </a:xfrm>
        </p:spPr>
        <p:txBody>
          <a:bodyPr/>
          <a:lstStyle/>
          <a:p>
            <a:r>
              <a:rPr lang="en-US" dirty="0"/>
              <a:t>Environnement d'IA centré sur le développeur</a:t>
            </a:r>
          </a:p>
        </p:txBody>
      </p:sp>
      <p:sp>
        <p:nvSpPr>
          <p:cNvPr id="33" name="Footer Placeholder 5">
            <a:extLst>
              <a:ext uri="{FF2B5EF4-FFF2-40B4-BE49-F238E27FC236}">
                <a16:creationId xmlns:a16="http://schemas.microsoft.com/office/drawing/2014/main" id="{87BE0ED7-7641-0AB0-37EB-0ED2837B86BF}"/>
              </a:ext>
            </a:extLst>
          </p:cNvPr>
          <p:cNvSpPr>
            <a:spLocks noGrp="1"/>
          </p:cNvSpPr>
          <p:nvPr>
            <p:ph type="ftr" sz="quarter" idx="18"/>
          </p:nvPr>
        </p:nvSpPr>
        <p:spPr>
          <a:xfrm>
            <a:off x="6396505" y="6316162"/>
            <a:ext cx="5339495" cy="107722"/>
          </a:xfrm>
        </p:spPr>
        <p:txBody>
          <a:bodyPr/>
          <a:lstStyle/>
          <a:p>
            <a:r>
              <a:rPr lang="en-US" dirty="0"/>
              <a:t>HP Restreint. Réservé à l'utilisation interne d'HP.</a:t>
            </a:r>
          </a:p>
        </p:txBody>
      </p:sp>
      <p:sp>
        <p:nvSpPr>
          <p:cNvPr id="12" name="Rectangle 11">
            <a:extLst>
              <a:ext uri="{FF2B5EF4-FFF2-40B4-BE49-F238E27FC236}">
                <a16:creationId xmlns:a16="http://schemas.microsoft.com/office/drawing/2014/main" id="{12959029-E047-AC66-2235-16131A235F2C}"/>
              </a:ext>
            </a:extLst>
          </p:cNvPr>
          <p:cNvSpPr/>
          <p:nvPr/>
        </p:nvSpPr>
        <p:spPr bwMode="ltGray">
          <a:xfrm>
            <a:off x="319132" y="2353507"/>
            <a:ext cx="3311236" cy="1745673"/>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grpSp>
        <p:nvGrpSpPr>
          <p:cNvPr id="13" name="Group 12">
            <a:extLst>
              <a:ext uri="{FF2B5EF4-FFF2-40B4-BE49-F238E27FC236}">
                <a16:creationId xmlns:a16="http://schemas.microsoft.com/office/drawing/2014/main" id="{D2F0F9B3-13D3-CAEF-1052-DAA6ADFAEE0B}"/>
              </a:ext>
            </a:extLst>
          </p:cNvPr>
          <p:cNvGrpSpPr/>
          <p:nvPr/>
        </p:nvGrpSpPr>
        <p:grpSpPr>
          <a:xfrm>
            <a:off x="1972762" y="2142022"/>
            <a:ext cx="1572442" cy="1683277"/>
            <a:chOff x="5357844" y="4226609"/>
            <a:chExt cx="914400" cy="914400"/>
          </a:xfrm>
        </p:grpSpPr>
        <p:sp>
          <p:nvSpPr>
            <p:cNvPr id="17" name="Flowchart: Process 14">
              <a:extLst>
                <a:ext uri="{FF2B5EF4-FFF2-40B4-BE49-F238E27FC236}">
                  <a16:creationId xmlns:a16="http://schemas.microsoft.com/office/drawing/2014/main" id="{D0F4C6EA-2FDD-AEBA-890F-D5817CAB2543}"/>
                </a:ext>
              </a:extLst>
            </p:cNvPr>
            <p:cNvSpPr/>
            <p:nvPr/>
          </p:nvSpPr>
          <p:spPr bwMode="ltGray">
            <a:xfrm>
              <a:off x="5525507" y="4460407"/>
              <a:ext cx="574047" cy="36614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grpSp>
          <p:nvGrpSpPr>
            <p:cNvPr id="18" name="Group 17">
              <a:extLst>
                <a:ext uri="{FF2B5EF4-FFF2-40B4-BE49-F238E27FC236}">
                  <a16:creationId xmlns:a16="http://schemas.microsoft.com/office/drawing/2014/main" id="{A1823F6E-CB90-5C1A-A57C-3FD923DFC5BE}"/>
                </a:ext>
              </a:extLst>
            </p:cNvPr>
            <p:cNvGrpSpPr/>
            <p:nvPr/>
          </p:nvGrpSpPr>
          <p:grpSpPr>
            <a:xfrm>
              <a:off x="5357844" y="4226609"/>
              <a:ext cx="914400" cy="914400"/>
              <a:chOff x="1965115" y="5145695"/>
              <a:chExt cx="914400" cy="914400"/>
            </a:xfrm>
          </p:grpSpPr>
          <p:pic>
            <p:nvPicPr>
              <p:cNvPr id="19" name="Graphic 18" descr="Laptop with solid fill">
                <a:extLst>
                  <a:ext uri="{FF2B5EF4-FFF2-40B4-BE49-F238E27FC236}">
                    <a16:creationId xmlns:a16="http://schemas.microsoft.com/office/drawing/2014/main" id="{3B4D1BD9-2EF5-F29C-6BF0-F0DF59E9D1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65115" y="5145695"/>
                <a:ext cx="914400" cy="914400"/>
              </a:xfrm>
              <a:prstGeom prst="rect">
                <a:avLst/>
              </a:prstGeom>
            </p:spPr>
          </p:pic>
          <p:pic>
            <p:nvPicPr>
              <p:cNvPr id="34" name="Picture 2" descr="-">
                <a:extLst>
                  <a:ext uri="{FF2B5EF4-FFF2-40B4-BE49-F238E27FC236}">
                    <a16:creationId xmlns:a16="http://schemas.microsoft.com/office/drawing/2014/main" id="{63E7C708-6873-3502-F582-926DC64392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43" t="4629" r="15954" b="6951"/>
              <a:stretch>
                <a:fillRect/>
              </a:stretch>
            </p:blipFill>
            <p:spPr bwMode="auto">
              <a:xfrm>
                <a:off x="2114746" y="5379493"/>
                <a:ext cx="424817" cy="31842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5" name="TextBox 34">
            <a:extLst>
              <a:ext uri="{FF2B5EF4-FFF2-40B4-BE49-F238E27FC236}">
                <a16:creationId xmlns:a16="http://schemas.microsoft.com/office/drawing/2014/main" id="{2DE7C15E-48B9-AAF9-63DB-F5CB0DF41786}"/>
              </a:ext>
            </a:extLst>
          </p:cNvPr>
          <p:cNvSpPr txBox="1"/>
          <p:nvPr/>
        </p:nvSpPr>
        <p:spPr>
          <a:xfrm>
            <a:off x="469543" y="2645107"/>
            <a:ext cx="1572442" cy="80534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Développement d'IA avec ZTK</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HP Forma DJR Office" pitchFamily="2" charset="0"/>
              </a:rPr>
              <a:t>Extension VS Code</a:t>
            </a:r>
            <a:r>
              <a:rPr lang="en-US" sz="1200" dirty="0">
                <a:solidFill>
                  <a:schemeClr val="bg1"/>
                </a:solidFill>
                <a:latin typeface="HP Forma DJR Office" pitchFamily="2" charset="0"/>
              </a:rPr>
              <a:t/>
            </a:r>
            <a:r>
              <a:rPr kumimoji="0" lang="en-US" sz="1200" b="0" i="0" u="none" strike="noStrike" kern="1200" cap="none" spc="0" normalizeH="0" baseline="0" noProof="0" dirty="0" err="1">
                <a:ln>
                  <a:noFill/>
                </a:ln>
                <a:solidFill>
                  <a:schemeClr val="bg1"/>
                </a:solidFill>
                <a:effectLst/>
                <a:uLnTx/>
                <a:uFillTx/>
                <a:latin typeface="HP Forma DJR Office" pitchFamily="2" charset="0"/>
              </a:rPr>
              <a:t/>
            </a:r>
            <a:endParaRPr kumimoji="0" lang="en-US" sz="1600" b="0" i="0" u="none" strike="noStrike" kern="1200" cap="none" spc="0" normalizeH="0" baseline="0" noProof="0" dirty="0">
              <a:ln>
                <a:noFill/>
              </a:ln>
              <a:solidFill>
                <a:schemeClr val="bg1"/>
              </a:solidFill>
              <a:effectLst/>
              <a:uLnTx/>
              <a:uFillTx/>
              <a:latin typeface="HP Forma DJR Office" pitchFamily="2" charset="0"/>
            </a:endParaRPr>
          </a:p>
        </p:txBody>
      </p:sp>
      <p:pic>
        <p:nvPicPr>
          <p:cNvPr id="36" name="Picture 35">
            <a:extLst>
              <a:ext uri="{FF2B5EF4-FFF2-40B4-BE49-F238E27FC236}">
                <a16:creationId xmlns:a16="http://schemas.microsoft.com/office/drawing/2014/main" id="{2C3ADDF8-A40C-EB36-9396-467A5F23A48E}"/>
              </a:ext>
            </a:extLst>
          </p:cNvPr>
          <p:cNvPicPr>
            <a:picLocks noChangeAspect="1"/>
          </p:cNvPicPr>
          <p:nvPr/>
        </p:nvPicPr>
        <p:blipFill>
          <a:blip r:embed="rId4"/>
          <a:stretch>
            <a:fillRect/>
          </a:stretch>
        </p:blipFill>
        <p:spPr>
          <a:xfrm>
            <a:off x="2868172" y="2726400"/>
            <a:ext cx="314891" cy="314891"/>
          </a:xfrm>
          <a:prstGeom prst="rect">
            <a:avLst/>
          </a:prstGeom>
        </p:spPr>
      </p:pic>
      <p:sp>
        <p:nvSpPr>
          <p:cNvPr id="37" name="TextBox 36">
            <a:extLst>
              <a:ext uri="{FF2B5EF4-FFF2-40B4-BE49-F238E27FC236}">
                <a16:creationId xmlns:a16="http://schemas.microsoft.com/office/drawing/2014/main" id="{FD4CACAF-7404-65A2-C2D8-493163285D41}"/>
              </a:ext>
            </a:extLst>
          </p:cNvPr>
          <p:cNvSpPr txBox="1"/>
          <p:nvPr/>
        </p:nvSpPr>
        <p:spPr>
          <a:xfrm>
            <a:off x="527678" y="3787576"/>
            <a:ext cx="2964873"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HP Forma DJR Office" pitchFamily="2" charset="0"/>
              </a:rPr>
              <a:t>Conçu pour la confidentialité. Vos données restent locales.</a:t>
            </a:r>
          </a:p>
        </p:txBody>
      </p:sp>
      <p:pic>
        <p:nvPicPr>
          <p:cNvPr id="38" name="Graphic 37" descr="Lock with solid fill">
            <a:extLst>
              <a:ext uri="{FF2B5EF4-FFF2-40B4-BE49-F238E27FC236}">
                <a16:creationId xmlns:a16="http://schemas.microsoft.com/office/drawing/2014/main" id="{FDE640D6-4936-64E5-B749-394FF6F165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134" y="3750471"/>
            <a:ext cx="221771" cy="221771"/>
          </a:xfrm>
          <a:prstGeom prst="rect">
            <a:avLst/>
          </a:prstGeom>
        </p:spPr>
      </p:pic>
      <p:sp>
        <p:nvSpPr>
          <p:cNvPr id="39" name="Rectangle 38">
            <a:extLst>
              <a:ext uri="{FF2B5EF4-FFF2-40B4-BE49-F238E27FC236}">
                <a16:creationId xmlns:a16="http://schemas.microsoft.com/office/drawing/2014/main" id="{90208610-02EB-8673-49D4-09800385E57F}"/>
              </a:ext>
            </a:extLst>
          </p:cNvPr>
          <p:cNvSpPr/>
          <p:nvPr/>
        </p:nvSpPr>
        <p:spPr bwMode="ltGray">
          <a:xfrm>
            <a:off x="4755761" y="1227291"/>
            <a:ext cx="2334491" cy="3994728"/>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40" name="Rectangle 39">
            <a:extLst>
              <a:ext uri="{FF2B5EF4-FFF2-40B4-BE49-F238E27FC236}">
                <a16:creationId xmlns:a16="http://schemas.microsoft.com/office/drawing/2014/main" id="{CFB05AAC-9FB8-CDAD-A605-4215393AA574}"/>
              </a:ext>
            </a:extLst>
          </p:cNvPr>
          <p:cNvSpPr/>
          <p:nvPr/>
        </p:nvSpPr>
        <p:spPr bwMode="ltGray">
          <a:xfrm>
            <a:off x="8368045" y="831955"/>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1" name="Straight Connector 40">
            <a:extLst>
              <a:ext uri="{FF2B5EF4-FFF2-40B4-BE49-F238E27FC236}">
                <a16:creationId xmlns:a16="http://schemas.microsoft.com/office/drawing/2014/main" id="{DB488B25-52E9-598E-9600-D28260CAB905}"/>
              </a:ext>
            </a:extLst>
          </p:cNvPr>
          <p:cNvCxnSpPr>
            <a:cxnSpLocks/>
            <a:stCxn id="12" idx="3"/>
            <a:endCxn id="39" idx="1"/>
          </p:cNvCxnSpPr>
          <p:nvPr/>
        </p:nvCxnSpPr>
        <p:spPr bwMode="black">
          <a:xfrm flipV="1">
            <a:off x="3630368" y="3224655"/>
            <a:ext cx="1125393" cy="168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09FA66E-6563-DEB8-0377-85C7DD35E51A}"/>
              </a:ext>
            </a:extLst>
          </p:cNvPr>
          <p:cNvCxnSpPr>
            <a:cxnSpLocks/>
            <a:stCxn id="39" idx="3"/>
            <a:endCxn id="43" idx="1"/>
          </p:cNvCxnSpPr>
          <p:nvPr/>
        </p:nvCxnSpPr>
        <p:spPr bwMode="black">
          <a:xfrm>
            <a:off x="7090252" y="3224655"/>
            <a:ext cx="1265092"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F23F712-2736-0B83-47D0-3502B2D920DA}"/>
              </a:ext>
            </a:extLst>
          </p:cNvPr>
          <p:cNvSpPr/>
          <p:nvPr/>
        </p:nvSpPr>
        <p:spPr bwMode="ltGray">
          <a:xfrm>
            <a:off x="8355344" y="2562311"/>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44" name="Rectangle 43">
            <a:extLst>
              <a:ext uri="{FF2B5EF4-FFF2-40B4-BE49-F238E27FC236}">
                <a16:creationId xmlns:a16="http://schemas.microsoft.com/office/drawing/2014/main" id="{B5F8CCD7-1910-4554-6C11-A3EF147D791D}"/>
              </a:ext>
            </a:extLst>
          </p:cNvPr>
          <p:cNvSpPr/>
          <p:nvPr/>
        </p:nvSpPr>
        <p:spPr bwMode="ltGray">
          <a:xfrm>
            <a:off x="8368045" y="4292667"/>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5" name="Connector: Elbow 28">
            <a:extLst>
              <a:ext uri="{FF2B5EF4-FFF2-40B4-BE49-F238E27FC236}">
                <a16:creationId xmlns:a16="http://schemas.microsoft.com/office/drawing/2014/main" id="{CA4E59F1-F2AD-38A6-C74C-781C9FCA8014}"/>
              </a:ext>
            </a:extLst>
          </p:cNvPr>
          <p:cNvCxnSpPr>
            <a:stCxn id="40" idx="1"/>
            <a:endCxn id="44" idx="1"/>
          </p:cNvCxnSpPr>
          <p:nvPr/>
        </p:nvCxnSpPr>
        <p:spPr bwMode="black">
          <a:xfrm rot="10800000" flipV="1">
            <a:off x="8368045" y="1494299"/>
            <a:ext cx="12700" cy="3460712"/>
          </a:xfrm>
          <a:prstGeom prst="bentConnector3">
            <a:avLst>
              <a:gd name="adj1" fmla="val 4745449"/>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3BA99B6B-A1FA-3BE3-3D41-BB8578BFE271}"/>
              </a:ext>
            </a:extLst>
          </p:cNvPr>
          <p:cNvSpPr txBox="1"/>
          <p:nvPr/>
        </p:nvSpPr>
        <p:spPr>
          <a:xfrm>
            <a:off x="5007314" y="2301933"/>
            <a:ext cx="1793515" cy="30367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i="0" u="none" strike="noStrike" kern="1200" cap="none" spc="0" normalizeH="0" baseline="0" noProof="0" dirty="0">
                <a:ln>
                  <a:noFill/>
                </a:ln>
                <a:solidFill>
                  <a:schemeClr val="bg1"/>
                </a:solidFill>
                <a:effectLst/>
                <a:uLnTx/>
                <a:uFillTx/>
                <a:latin typeface="+mj-lt"/>
              </a:rPr>
              <a:t>Découverte des appareils</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i="0" u="none" strike="noStrike" kern="1200" cap="none" spc="0" normalizeH="0" baseline="0" noProof="0" dirty="0">
                <a:ln>
                  <a:noFill/>
                </a:ln>
                <a:solidFill>
                  <a:schemeClr val="bg1"/>
                </a:solidFill>
                <a:effectLst/>
                <a:uLnTx/>
                <a:uFillTx/>
                <a:latin typeface="HP Forma DJR Office" pitchFamily="2" charset="0"/>
              </a:rPr>
              <a:t/>
            </a:r>
            <a:endParaRPr kumimoji="0" lang="en-US" sz="1400" b="1" i="0" u="none" strike="noStrike" kern="1200" cap="none" spc="0" normalizeH="0" baseline="0" noProof="0" dirty="0">
              <a:ln>
                <a:noFill/>
              </a:ln>
              <a:solidFill>
                <a:schemeClr val="bg1"/>
              </a:solidFill>
              <a:effectLst/>
              <a:uLnTx/>
              <a:uFillTx/>
              <a:latin typeface="HP Forma DJR Office" pitchFamily="2" charset="0"/>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i="0" u="none" strike="noStrike" kern="1200" cap="none" spc="0" normalizeH="0" baseline="0" noProof="0" dirty="0">
                <a:ln>
                  <a:noFill/>
                </a:ln>
                <a:solidFill>
                  <a:schemeClr val="bg1"/>
                </a:solidFill>
                <a:effectLst/>
                <a:uLnTx/>
                <a:uFillTx/>
                <a:latin typeface="+mj-lt"/>
              </a:rPr>
              <a:t>Trouvez les ZGX sur le réseau</a:t>
            </a:r>
            <a:r>
              <a:rPr lang="en-US" sz="1400" dirty="0">
                <a:solidFill>
                  <a:schemeClr val="bg1"/>
                </a:solidFill>
                <a:latin typeface="+mj-lt"/>
              </a:rPr>
              <a:t/>
            </a:r>
            <a:r>
              <a:rPr kumimoji="0" lang="en-US" sz="1400" i="0" u="none" strike="noStrike" kern="1200" cap="none" spc="0" normalizeH="0" baseline="0" noProof="0" dirty="0">
                <a:ln>
                  <a:noFill/>
                </a:ln>
                <a:solidFill>
                  <a:schemeClr val="bg1"/>
                </a:solidFill>
                <a:effectLst/>
                <a:uLnTx/>
                <a:uFillTx/>
                <a:latin typeface="+mj-lt"/>
              </a:rPr>
              <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400" i="0" u="none" strike="noStrike" kern="1200" cap="none" spc="0" normalizeH="0" baseline="0" noProof="0" dirty="0">
                <a:ln>
                  <a:noFill/>
                </a:ln>
                <a:solidFill>
                  <a:schemeClr val="bg1"/>
                </a:solidFill>
                <a:effectLst/>
                <a:uLnTx/>
                <a:uFillTx/>
                <a:latin typeface="+mj-lt"/>
              </a:rPr>
              <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i="0" u="none" strike="noStrike" kern="1200" cap="none" spc="0" normalizeH="0" baseline="0" noProof="0" dirty="0">
                <a:ln>
                  <a:noFill/>
                </a:ln>
                <a:solidFill>
                  <a:schemeClr val="bg1"/>
                </a:solidFill>
                <a:effectLst/>
                <a:uLnTx/>
                <a:uFillTx/>
                <a:latin typeface="+mj-lt"/>
              </a:rPr>
              <a:t>Appairage d'appareils</a:t>
            </a:r>
            <a:r>
              <a:rPr lang="en-US" sz="1400" dirty="0">
                <a:solidFill>
                  <a:schemeClr val="bg1"/>
                </a:solidFill>
                <a:latin typeface="+mj-lt"/>
              </a:rPr>
              <a:t/>
            </a:r>
            <a:r>
              <a:rPr kumimoji="0" lang="en-US" sz="1400" i="0" u="none" strike="noStrike" kern="1200" cap="none" spc="0" normalizeH="0" baseline="0" noProof="0" dirty="0" err="1">
                <a:ln>
                  <a:noFill/>
                </a:ln>
                <a:solidFill>
                  <a:schemeClr val="bg1"/>
                </a:solidFill>
                <a:effectLst/>
                <a:uLnTx/>
                <a:uFillTx/>
                <a:latin typeface="+mj-lt"/>
              </a:rPr>
              <a:t/>
            </a:r>
            <a:br>
              <a:rPr kumimoji="0" lang="en-US" sz="14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chemeClr val="bg1"/>
              </a:solidFill>
              <a:effectLst/>
              <a:uLnTx/>
              <a:uFillTx/>
              <a:latin typeface="HP Forma DJR Office" pitchFamily="2" charset="0"/>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chemeClr val="bg1"/>
              </a:solidFill>
              <a:effectLst/>
              <a:uLnTx/>
              <a:uFillTx/>
              <a:latin typeface="HP Forma DJR Office" pitchFamily="2" charset="0"/>
            </a:endParaRPr>
          </a:p>
        </p:txBody>
      </p:sp>
      <p:sp>
        <p:nvSpPr>
          <p:cNvPr id="47" name="TextBox 46">
            <a:extLst>
              <a:ext uri="{FF2B5EF4-FFF2-40B4-BE49-F238E27FC236}">
                <a16:creationId xmlns:a16="http://schemas.microsoft.com/office/drawing/2014/main" id="{316E96CA-807E-381B-74D3-DBD0770CD453}"/>
              </a:ext>
            </a:extLst>
          </p:cNvPr>
          <p:cNvSpPr txBox="1"/>
          <p:nvPr/>
        </p:nvSpPr>
        <p:spPr>
          <a:xfrm>
            <a:off x="5007314" y="1620418"/>
            <a:ext cx="1992747" cy="492443"/>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Tout ce dont vous avez besoin, intégré nativement.</a:t>
            </a:r>
          </a:p>
        </p:txBody>
      </p:sp>
      <p:pic>
        <p:nvPicPr>
          <p:cNvPr id="48" name="Graphic 47" descr="Money outline">
            <a:extLst>
              <a:ext uri="{FF2B5EF4-FFF2-40B4-BE49-F238E27FC236}">
                <a16:creationId xmlns:a16="http://schemas.microsoft.com/office/drawing/2014/main" id="{7E3B359E-59C0-A650-93DB-6509E237D4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71345" y="1059038"/>
            <a:ext cx="705424" cy="705424"/>
          </a:xfrm>
          <a:prstGeom prst="rect">
            <a:avLst/>
          </a:prstGeom>
        </p:spPr>
      </p:pic>
      <p:pic>
        <p:nvPicPr>
          <p:cNvPr id="49" name="Graphic 48" descr="Programmer male outline">
            <a:extLst>
              <a:ext uri="{FF2B5EF4-FFF2-40B4-BE49-F238E27FC236}">
                <a16:creationId xmlns:a16="http://schemas.microsoft.com/office/drawing/2014/main" id="{E23505A7-ABE8-1CD5-2415-E5D3477400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77216" y="2819479"/>
            <a:ext cx="729668" cy="729668"/>
          </a:xfrm>
          <a:prstGeom prst="rect">
            <a:avLst/>
          </a:prstGeom>
        </p:spPr>
      </p:pic>
      <p:pic>
        <p:nvPicPr>
          <p:cNvPr id="50" name="Graphic 49" descr="Rocket outline">
            <a:extLst>
              <a:ext uri="{FF2B5EF4-FFF2-40B4-BE49-F238E27FC236}">
                <a16:creationId xmlns:a16="http://schemas.microsoft.com/office/drawing/2014/main" id="{EE2BC24D-DF58-6F1E-9F2A-3625FC79856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541557" y="4634468"/>
            <a:ext cx="641083" cy="641083"/>
          </a:xfrm>
          <a:prstGeom prst="rect">
            <a:avLst/>
          </a:prstGeom>
        </p:spPr>
      </p:pic>
      <p:sp>
        <p:nvSpPr>
          <p:cNvPr id="51" name="TextBox 50">
            <a:extLst>
              <a:ext uri="{FF2B5EF4-FFF2-40B4-BE49-F238E27FC236}">
                <a16:creationId xmlns:a16="http://schemas.microsoft.com/office/drawing/2014/main" id="{4A739FEB-6C58-4B8D-09C4-46878475744F}"/>
              </a:ext>
            </a:extLst>
          </p:cNvPr>
          <p:cNvSpPr txBox="1"/>
          <p:nvPr/>
        </p:nvSpPr>
        <p:spPr>
          <a:xfrm>
            <a:off x="9404924" y="1059038"/>
            <a:ext cx="1917699" cy="12003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Aucun coût par jeton
Exécutez les modèles localement.
Pas de frais par requête ou basés sur l'utilisation.</a:t>
            </a:r>
            <a:r>
              <a:rPr lang="en-US" sz="1600" dirty="0">
                <a:solidFill>
                  <a:schemeClr val="bg1"/>
                </a:solidFill>
                <a:latin typeface="+mj-lt"/>
              </a:rPr>
              <a:t/>
            </a:r>
            <a:r>
              <a:rPr kumimoji="0" lang="en-US" sz="1600" i="0" u="none" strike="noStrike" kern="1200" cap="none" spc="0" normalizeH="0" baseline="0" noProof="0" dirty="0" err="1">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2" name="TextBox 51">
            <a:extLst>
              <a:ext uri="{FF2B5EF4-FFF2-40B4-BE49-F238E27FC236}">
                <a16:creationId xmlns:a16="http://schemas.microsoft.com/office/drawing/2014/main" id="{60E1ACC6-7C56-31D6-24AC-231B44D3E41B}"/>
              </a:ext>
            </a:extLst>
          </p:cNvPr>
          <p:cNvSpPr txBox="1"/>
          <p:nvPr/>
        </p:nvSpPr>
        <p:spPr>
          <a:xfrm>
            <a:off x="9351136" y="2913952"/>
            <a:ext cx="2157744" cy="101566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Productivité des développeurs
Pile technique préconfigurée pour construire et itérer rapidement.</a:t>
            </a:r>
            <a:r>
              <a:rPr lang="en-US" sz="1600" dirty="0">
                <a:solidFill>
                  <a:schemeClr val="bg1"/>
                </a:solidFill>
                <a:latin typeface="+mj-lt"/>
              </a:rPr>
              <a:t/>
            </a:r>
            <a:r>
              <a:rPr kumimoji="0" lang="en-US" sz="1600" i="0" u="none" strike="noStrike" kern="1200" cap="none" spc="0" normalizeH="0" baseline="0" noProof="0" dirty="0" err="1">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3" name="TextBox 52">
            <a:extLst>
              <a:ext uri="{FF2B5EF4-FFF2-40B4-BE49-F238E27FC236}">
                <a16:creationId xmlns:a16="http://schemas.microsoft.com/office/drawing/2014/main" id="{A61FF0EF-FDA1-602A-4342-76B0A4A3445C}"/>
              </a:ext>
            </a:extLst>
          </p:cNvPr>
          <p:cNvSpPr txBox="1"/>
          <p:nvPr/>
        </p:nvSpPr>
        <p:spPr>
          <a:xfrm>
            <a:off x="9351659" y="4615015"/>
            <a:ext cx="2157744" cy="101566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Affinage local
Entraînez des modèles en toute sécurité
sur vos propres données</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4" name="TextBox 53">
            <a:extLst>
              <a:ext uri="{FF2B5EF4-FFF2-40B4-BE49-F238E27FC236}">
                <a16:creationId xmlns:a16="http://schemas.microsoft.com/office/drawing/2014/main" id="{B410FAD3-49D8-F23D-2204-071C62989091}"/>
              </a:ext>
            </a:extLst>
          </p:cNvPr>
          <p:cNvSpPr txBox="1"/>
          <p:nvPr/>
        </p:nvSpPr>
        <p:spPr>
          <a:xfrm>
            <a:off x="457200" y="5509947"/>
            <a:ext cx="738349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effectLst/>
                <a:uLnTx/>
                <a:uFillTx/>
                <a:latin typeface="HP Forma DJR Office" pitchFamily="2" charset="0"/>
              </a:rPr>
              <a:t>Développez et personnalisez l'IA localement - avec un contrôle total</a:t>
            </a:r>
          </a:p>
        </p:txBody>
      </p:sp>
    </p:spTree>
    <p:extLst>
      <p:ext uri="{BB962C8B-B14F-4D97-AF65-F5344CB8AC3E}">
        <p14:creationId xmlns:p14="http://schemas.microsoft.com/office/powerpoint/2010/main" val="59945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2069-148E-C231-96BC-74D66076D58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172666A-4841-970D-8536-B11C1847FD0F}"/>
              </a:ext>
            </a:extLst>
          </p:cNvPr>
          <p:cNvSpPr/>
          <p:nvPr/>
        </p:nvSpPr>
        <p:spPr bwMode="ltGray">
          <a:xfrm>
            <a:off x="4097756" y="2353507"/>
            <a:ext cx="3311236" cy="1745673"/>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5" name="Title 4">
            <a:extLst>
              <a:ext uri="{FF2B5EF4-FFF2-40B4-BE49-F238E27FC236}">
                <a16:creationId xmlns:a16="http://schemas.microsoft.com/office/drawing/2014/main" id="{6DE92430-7AC4-45FB-4207-41C86D89A272}"/>
              </a:ext>
            </a:extLst>
          </p:cNvPr>
          <p:cNvSpPr>
            <a:spLocks noGrp="1"/>
          </p:cNvSpPr>
          <p:nvPr>
            <p:ph type="title"/>
          </p:nvPr>
        </p:nvSpPr>
        <p:spPr>
          <a:xfrm>
            <a:off x="457200" y="441471"/>
            <a:ext cx="11278800" cy="393300"/>
          </a:xfrm>
        </p:spPr>
        <p:txBody>
          <a:bodyPr/>
          <a:lstStyle/>
          <a:p>
            <a:r>
              <a:rPr lang="en-US" dirty="0"/>
              <a:t>Environnement d'inférence clé en main</a:t>
            </a:r>
          </a:p>
        </p:txBody>
      </p:sp>
      <p:sp>
        <p:nvSpPr>
          <p:cNvPr id="33" name="Footer Placeholder 5">
            <a:extLst>
              <a:ext uri="{FF2B5EF4-FFF2-40B4-BE49-F238E27FC236}">
                <a16:creationId xmlns:a16="http://schemas.microsoft.com/office/drawing/2014/main" id="{F52890C8-0824-CC80-CB47-0BB244029ABC}"/>
              </a:ext>
            </a:extLst>
          </p:cNvPr>
          <p:cNvSpPr>
            <a:spLocks noGrp="1"/>
          </p:cNvSpPr>
          <p:nvPr>
            <p:ph type="ftr" sz="quarter" idx="18"/>
          </p:nvPr>
        </p:nvSpPr>
        <p:spPr>
          <a:xfrm>
            <a:off x="6396505" y="6316162"/>
            <a:ext cx="5339495" cy="107722"/>
          </a:xfrm>
        </p:spPr>
        <p:txBody>
          <a:bodyPr/>
          <a:lstStyle/>
          <a:p>
            <a:r>
              <a:rPr lang="en-US" dirty="0"/>
              <a:t>HP Restreint. Réservé à un usage interne HP uniquement.</a:t>
            </a:r>
          </a:p>
        </p:txBody>
      </p:sp>
      <p:sp>
        <p:nvSpPr>
          <p:cNvPr id="12" name="Rectangle 11">
            <a:extLst>
              <a:ext uri="{FF2B5EF4-FFF2-40B4-BE49-F238E27FC236}">
                <a16:creationId xmlns:a16="http://schemas.microsoft.com/office/drawing/2014/main" id="{F5B4D78D-092A-9EC3-4630-418E705A93E3}"/>
              </a:ext>
            </a:extLst>
          </p:cNvPr>
          <p:cNvSpPr/>
          <p:nvPr/>
        </p:nvSpPr>
        <p:spPr bwMode="ltGray">
          <a:xfrm>
            <a:off x="319132" y="2353507"/>
            <a:ext cx="3311236" cy="1745673"/>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35" name="TextBox 34">
            <a:extLst>
              <a:ext uri="{FF2B5EF4-FFF2-40B4-BE49-F238E27FC236}">
                <a16:creationId xmlns:a16="http://schemas.microsoft.com/office/drawing/2014/main" id="{686DB7FC-7B1E-EA68-CA5E-4E92CDD49079}"/>
              </a:ext>
            </a:extLst>
          </p:cNvPr>
          <p:cNvSpPr txBox="1"/>
          <p:nvPr/>
        </p:nvSpPr>
        <p:spPr>
          <a:xfrm>
            <a:off x="469543" y="2887461"/>
            <a:ext cx="1826522"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Exécution d'IA locale haute performance</a:t>
            </a:r>
          </a:p>
        </p:txBody>
      </p:sp>
      <p:sp>
        <p:nvSpPr>
          <p:cNvPr id="37" name="TextBox 36">
            <a:extLst>
              <a:ext uri="{FF2B5EF4-FFF2-40B4-BE49-F238E27FC236}">
                <a16:creationId xmlns:a16="http://schemas.microsoft.com/office/drawing/2014/main" id="{CE9AB68D-80DF-2363-E063-72EC89CF2A47}"/>
              </a:ext>
            </a:extLst>
          </p:cNvPr>
          <p:cNvSpPr txBox="1"/>
          <p:nvPr/>
        </p:nvSpPr>
        <p:spPr>
          <a:xfrm>
            <a:off x="2667100" y="3133682"/>
            <a:ext cx="436709" cy="189736"/>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HP Forma DJR Office" pitchFamily="2" charset="0"/>
              </a:rPr>
              <a:t>Fury</a:t>
            </a:r>
          </a:p>
        </p:txBody>
      </p:sp>
      <p:sp>
        <p:nvSpPr>
          <p:cNvPr id="40" name="Rectangle 39">
            <a:extLst>
              <a:ext uri="{FF2B5EF4-FFF2-40B4-BE49-F238E27FC236}">
                <a16:creationId xmlns:a16="http://schemas.microsoft.com/office/drawing/2014/main" id="{67F731C1-DD0C-75F3-B390-188E3A367D1D}"/>
              </a:ext>
            </a:extLst>
          </p:cNvPr>
          <p:cNvSpPr/>
          <p:nvPr/>
        </p:nvSpPr>
        <p:spPr bwMode="ltGray">
          <a:xfrm>
            <a:off x="8368045" y="831955"/>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1" name="Straight Connector 40">
            <a:extLst>
              <a:ext uri="{FF2B5EF4-FFF2-40B4-BE49-F238E27FC236}">
                <a16:creationId xmlns:a16="http://schemas.microsoft.com/office/drawing/2014/main" id="{DB7467FA-6C0A-90DF-BA86-4156AA9A335F}"/>
              </a:ext>
            </a:extLst>
          </p:cNvPr>
          <p:cNvCxnSpPr>
            <a:cxnSpLocks/>
            <a:stCxn id="12" idx="3"/>
          </p:cNvCxnSpPr>
          <p:nvPr/>
        </p:nvCxnSpPr>
        <p:spPr bwMode="black">
          <a:xfrm flipV="1">
            <a:off x="3630368" y="3224655"/>
            <a:ext cx="1125393" cy="168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F156477-FF8D-43D6-140A-7D9DEB315698}"/>
              </a:ext>
            </a:extLst>
          </p:cNvPr>
          <p:cNvCxnSpPr>
            <a:cxnSpLocks/>
            <a:endCxn id="43" idx="1"/>
          </p:cNvCxnSpPr>
          <p:nvPr/>
        </p:nvCxnSpPr>
        <p:spPr bwMode="black">
          <a:xfrm>
            <a:off x="7090252" y="3224655"/>
            <a:ext cx="1265092"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5E25277A-D636-FCC6-11E3-047F5354DAA0}"/>
              </a:ext>
            </a:extLst>
          </p:cNvPr>
          <p:cNvSpPr/>
          <p:nvPr/>
        </p:nvSpPr>
        <p:spPr bwMode="ltGray">
          <a:xfrm>
            <a:off x="8355344" y="2562311"/>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44" name="Rectangle 43">
            <a:extLst>
              <a:ext uri="{FF2B5EF4-FFF2-40B4-BE49-F238E27FC236}">
                <a16:creationId xmlns:a16="http://schemas.microsoft.com/office/drawing/2014/main" id="{399E5C62-455E-2852-6AF6-71538CDBFC32}"/>
              </a:ext>
            </a:extLst>
          </p:cNvPr>
          <p:cNvSpPr/>
          <p:nvPr/>
        </p:nvSpPr>
        <p:spPr bwMode="ltGray">
          <a:xfrm>
            <a:off x="8368045" y="4292667"/>
            <a:ext cx="3311236" cy="1324687"/>
          </a:xfrm>
          <a:prstGeom prst="rect">
            <a:avLst/>
          </a:prstGeom>
          <a:solidFill>
            <a:schemeClr val="accent3"/>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cxnSp>
        <p:nvCxnSpPr>
          <p:cNvPr id="45" name="Connector: Elbow 28">
            <a:extLst>
              <a:ext uri="{FF2B5EF4-FFF2-40B4-BE49-F238E27FC236}">
                <a16:creationId xmlns:a16="http://schemas.microsoft.com/office/drawing/2014/main" id="{F1465992-EFDE-A7A7-3B05-F9E4E1A446E1}"/>
              </a:ext>
            </a:extLst>
          </p:cNvPr>
          <p:cNvCxnSpPr>
            <a:stCxn id="40" idx="1"/>
            <a:endCxn id="44" idx="1"/>
          </p:cNvCxnSpPr>
          <p:nvPr/>
        </p:nvCxnSpPr>
        <p:spPr bwMode="black">
          <a:xfrm rot="10800000" flipV="1">
            <a:off x="8368045" y="1494299"/>
            <a:ext cx="12700" cy="3460712"/>
          </a:xfrm>
          <a:prstGeom prst="bentConnector3">
            <a:avLst>
              <a:gd name="adj1" fmla="val 4745449"/>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EDECF475-DA5F-3E16-7688-A90B5B077A64}"/>
              </a:ext>
            </a:extLst>
          </p:cNvPr>
          <p:cNvSpPr txBox="1"/>
          <p:nvPr/>
        </p:nvSpPr>
        <p:spPr>
          <a:xfrm>
            <a:off x="9512500" y="1193508"/>
            <a:ext cx="1917699" cy="8156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Inférence de modèles
Exécuter des LLM et d'autres modèles
à grande échelle</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0"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2" name="TextBox 51">
            <a:extLst>
              <a:ext uri="{FF2B5EF4-FFF2-40B4-BE49-F238E27FC236}">
                <a16:creationId xmlns:a16="http://schemas.microsoft.com/office/drawing/2014/main" id="{D2F9F19E-57A0-37B6-E4F9-B04343AE6F8D}"/>
              </a:ext>
            </a:extLst>
          </p:cNvPr>
          <p:cNvSpPr txBox="1"/>
          <p:nvPr/>
        </p:nvSpPr>
        <p:spPr>
          <a:xfrm>
            <a:off x="9458712" y="2792929"/>
            <a:ext cx="1595516" cy="1261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API compatibles avec OpenAI
Intégration transparente avec vos applications</a:t>
            </a:r>
            <a:r>
              <a:rPr lang="en-US" sz="1600" dirty="0">
                <a:solidFill>
                  <a:schemeClr val="bg1"/>
                </a:solidFill>
                <a:latin typeface="+mj-lt"/>
              </a:rPr>
              <a:t/>
            </a:r>
            <a:r>
              <a:rPr kumimoji="0" lang="en-US" sz="1600" i="0" u="none" strike="noStrike" kern="1200" cap="none" spc="0" normalizeH="0" baseline="0" noProof="0" dirty="0" err="1">
                <a:ln>
                  <a:noFill/>
                </a:ln>
                <a:solidFill>
                  <a:schemeClr val="bg1"/>
                </a:solidFill>
                <a:effectLst/>
                <a:uLnTx/>
                <a:uFillTx/>
                <a:latin typeface="+mj-lt"/>
              </a:rPr>
              <a:t/>
            </a:r>
            <a:r>
              <a:rPr kumimoji="0" lang="en-US" sz="1600" i="0" u="none" strike="noStrike" kern="1200" cap="none" spc="0" normalizeH="0" baseline="0" noProof="0" dirty="0">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3" name="TextBox 52">
            <a:extLst>
              <a:ext uri="{FF2B5EF4-FFF2-40B4-BE49-F238E27FC236}">
                <a16:creationId xmlns:a16="http://schemas.microsoft.com/office/drawing/2014/main" id="{948A245E-7FA0-9644-F08D-B7942229DB51}"/>
              </a:ext>
            </a:extLst>
          </p:cNvPr>
          <p:cNvSpPr txBox="1"/>
          <p:nvPr/>
        </p:nvSpPr>
        <p:spPr>
          <a:xfrm>
            <a:off x="9459235" y="4520886"/>
            <a:ext cx="1970964" cy="1261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latin typeface="+mj-lt"/>
              </a:rPr>
              <a:t>Hautes performances
à grande échelle
Faible latence, haut débit, charges de travail concurrentes</a:t>
            </a:r>
            <a:br>
              <a:rPr kumimoji="0" lang="en-US" sz="1600" i="0" u="none" strike="noStrike" kern="1200" cap="none" spc="0" normalizeH="0" baseline="0" noProof="0" dirty="0">
                <a:ln>
                  <a:noFill/>
                </a:ln>
                <a:solidFill>
                  <a:schemeClr val="bg1"/>
                </a:solidFill>
                <a:effectLst/>
                <a:uLnTx/>
                <a:uFillTx/>
                <a:latin typeface="+mj-lt"/>
              </a:rPr>
            </a:br>
            <a:r>
              <a:rPr kumimoji="0" lang="en-US" sz="1600" i="0" u="none" strike="noStrike" kern="1200" cap="none" spc="0" normalizeH="0" baseline="0" noProof="0" dirty="0">
                <a:ln>
                  <a:noFill/>
                </a:ln>
                <a:solidFill>
                  <a:schemeClr val="bg1"/>
                </a:solidFill>
                <a:effectLst/>
                <a:uLnTx/>
                <a:uFillTx/>
                <a:latin typeface="+mj-lt"/>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r>
              <a:rPr kumimoji="0" lang="en-US" sz="1200" b="0" i="0" u="none" strike="noStrike" kern="1200" cap="none" spc="0" normalizeH="0" baseline="0" noProof="0" dirty="0">
                <a:ln>
                  <a:noFill/>
                </a:ln>
                <a:solidFill>
                  <a:schemeClr val="bg1"/>
                </a:solidFill>
                <a:effectLst/>
                <a:uLnTx/>
                <a:uFillTx/>
                <a:latin typeface="HP Forma DJR Office" pitchFamily="2" charset="0"/>
              </a:rPr>
              <a:t/>
            </a:r>
            <a:br>
              <a:rPr kumimoji="0" lang="en-US" sz="1200" b="1" i="0" u="none" strike="noStrike" kern="1200" cap="none" spc="0" normalizeH="0" baseline="0" noProof="0" dirty="0">
                <a:ln>
                  <a:noFill/>
                </a:ln>
                <a:solidFill>
                  <a:schemeClr val="bg1"/>
                </a:solidFill>
                <a:effectLst/>
                <a:uLnTx/>
                <a:uFillTx/>
                <a:latin typeface="HP Forma DJR Office" pitchFamily="2" charset="0"/>
              </a:rPr>
            </a:br>
            <a:br>
              <a:rPr kumimoji="0" lang="en-US" sz="1300" b="1" i="0" u="none" strike="noStrike" kern="1200" cap="none" spc="0" normalizeH="0" baseline="0" noProof="0" dirty="0">
                <a:ln>
                  <a:noFill/>
                </a:ln>
                <a:solidFill>
                  <a:schemeClr val="bg1"/>
                </a:solidFill>
                <a:effectLst/>
                <a:uLnTx/>
                <a:uFillTx/>
                <a:latin typeface="HP Forma DJR Office" pitchFamily="2" charset="0"/>
              </a:rPr>
            </a:br>
            <a:endParaRPr kumimoji="0" lang="en-US" sz="1300" b="1" i="0" u="none" strike="noStrike" kern="1200" cap="none" spc="0" normalizeH="0" baseline="0" noProof="0" dirty="0">
              <a:ln>
                <a:noFill/>
              </a:ln>
              <a:solidFill>
                <a:schemeClr val="bg1"/>
              </a:solidFill>
              <a:effectLst/>
              <a:uLnTx/>
              <a:uFillTx/>
              <a:latin typeface="HP Forma DJR Office" pitchFamily="2" charset="0"/>
            </a:endParaRPr>
          </a:p>
        </p:txBody>
      </p:sp>
      <p:sp>
        <p:nvSpPr>
          <p:cNvPr id="54" name="TextBox 53">
            <a:extLst>
              <a:ext uri="{FF2B5EF4-FFF2-40B4-BE49-F238E27FC236}">
                <a16:creationId xmlns:a16="http://schemas.microsoft.com/office/drawing/2014/main" id="{DE66CFFB-32A0-5497-0015-7DFEE48215C2}"/>
              </a:ext>
            </a:extLst>
          </p:cNvPr>
          <p:cNvSpPr txBox="1"/>
          <p:nvPr/>
        </p:nvSpPr>
        <p:spPr>
          <a:xfrm>
            <a:off x="457200" y="4955010"/>
            <a:ext cx="5338296" cy="105157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effectLst/>
                <a:uLnTx/>
                <a:uFillTx/>
                <a:latin typeface="HP Forma DJR Office" pitchFamily="2" charset="0"/>
              </a:rPr>
              <a:t>Piles préconfigurées et workflows pilotés par CLI pour passer du modèle à l'inférence en quelques minutes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000" i="0" u="none" strike="noStrike" kern="1200" cap="none" spc="0" normalizeH="0" baseline="0" noProof="0" dirty="0">
              <a:ln>
                <a:noFill/>
              </a:ln>
              <a:effectLst/>
              <a:uLnTx/>
              <a:uFillTx/>
              <a:latin typeface="HP Forma DJR Office" pitchFamily="2" charset="0"/>
            </a:endParaRPr>
          </a:p>
        </p:txBody>
      </p:sp>
      <p:pic>
        <p:nvPicPr>
          <p:cNvPr id="2" name="Picture 1">
            <a:extLst>
              <a:ext uri="{FF2B5EF4-FFF2-40B4-BE49-F238E27FC236}">
                <a16:creationId xmlns:a16="http://schemas.microsoft.com/office/drawing/2014/main" id="{F28E9828-8F64-BF2D-7917-103B83F44682}"/>
              </a:ext>
            </a:extLst>
          </p:cNvPr>
          <p:cNvPicPr>
            <a:picLocks noChangeAspect="1"/>
          </p:cNvPicPr>
          <p:nvPr/>
        </p:nvPicPr>
        <p:blipFill>
          <a:blip r:embed="rId2">
            <a:lum bright="70000" contrast="-70000"/>
            <a:alphaModFix/>
            <a:extLst>
              <a:ext uri="{BEBA8EAE-BF5A-486C-A8C5-ECC9F3942E4B}">
                <a14:imgProps xmlns:a14="http://schemas.microsoft.com/office/drawing/2010/main">
                  <a14:imgLayer r:embed="rId3">
                    <a14:imgEffect>
                      <a14:colorTemperature colorTemp="4577"/>
                    </a14:imgEffect>
                    <a14:imgEffect>
                      <a14:saturation sat="93000"/>
                    </a14:imgEffect>
                  </a14:imgLayer>
                </a14:imgProps>
              </a:ext>
            </a:extLst>
          </a:blip>
          <a:stretch>
            <a:fillRect/>
          </a:stretch>
        </p:blipFill>
        <p:spPr>
          <a:xfrm>
            <a:off x="2168619" y="2503296"/>
            <a:ext cx="1280158" cy="1442716"/>
          </a:xfrm>
          <a:prstGeom prst="rect">
            <a:avLst/>
          </a:prstGeom>
        </p:spPr>
      </p:pic>
      <p:pic>
        <p:nvPicPr>
          <p:cNvPr id="3" name="Graphic 2" descr="Download from cloud outline">
            <a:extLst>
              <a:ext uri="{FF2B5EF4-FFF2-40B4-BE49-F238E27FC236}">
                <a16:creationId xmlns:a16="http://schemas.microsoft.com/office/drawing/2014/main" id="{B673F07B-30D5-6F4F-A337-E207658B84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38328" y="1149395"/>
            <a:ext cx="685572" cy="685572"/>
          </a:xfrm>
          <a:prstGeom prst="rect">
            <a:avLst/>
          </a:prstGeom>
        </p:spPr>
      </p:pic>
      <p:pic>
        <p:nvPicPr>
          <p:cNvPr id="4" name="Graphic 3" descr="Speedometer Middle outline">
            <a:extLst>
              <a:ext uri="{FF2B5EF4-FFF2-40B4-BE49-F238E27FC236}">
                <a16:creationId xmlns:a16="http://schemas.microsoft.com/office/drawing/2014/main" id="{B943FCF4-D49B-871E-EAF7-2C4384C763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38328" y="4547820"/>
            <a:ext cx="692726" cy="692726"/>
          </a:xfrm>
          <a:prstGeom prst="rect">
            <a:avLst/>
          </a:prstGeom>
        </p:spPr>
      </p:pic>
      <p:sp>
        <p:nvSpPr>
          <p:cNvPr id="6" name="Rectangle 5">
            <a:extLst>
              <a:ext uri="{FF2B5EF4-FFF2-40B4-BE49-F238E27FC236}">
                <a16:creationId xmlns:a16="http://schemas.microsoft.com/office/drawing/2014/main" id="{66364D6F-3C18-C97F-E360-C63C5EFCF3F8}"/>
              </a:ext>
            </a:extLst>
          </p:cNvPr>
          <p:cNvSpPr/>
          <p:nvPr/>
        </p:nvSpPr>
        <p:spPr>
          <a:xfrm>
            <a:off x="8619565" y="2874014"/>
            <a:ext cx="635668" cy="6356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none">
            <a:schemeClr val="tx1"/>
          </a:fontRef>
        </p:style>
        <p:txBody>
          <a:bodyPr rtlCol="0" anchor="ctr"/>
          <a:lstStyle/>
          <a:p>
            <a:pPr algn="l"/>
            <a:endParaRPr lang="en-US"/>
          </a:p>
        </p:txBody>
      </p:sp>
      <p:sp>
        <p:nvSpPr>
          <p:cNvPr id="7" name="TextBox 6">
            <a:extLst>
              <a:ext uri="{FF2B5EF4-FFF2-40B4-BE49-F238E27FC236}">
                <a16:creationId xmlns:a16="http://schemas.microsoft.com/office/drawing/2014/main" id="{CF60EFD2-8551-7AA6-08AF-B11CBC281136}"/>
              </a:ext>
            </a:extLst>
          </p:cNvPr>
          <p:cNvSpPr txBox="1"/>
          <p:nvPr/>
        </p:nvSpPr>
        <p:spPr>
          <a:xfrm>
            <a:off x="8605014" y="3075719"/>
            <a:ext cx="66001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dirty="0">
                <a:ln>
                  <a:noFill/>
                </a:ln>
                <a:solidFill>
                  <a:schemeClr val="bg1"/>
                </a:solidFill>
                <a:effectLst/>
                <a:uLnTx/>
                <a:uFillTx/>
              </a:rPr>
              <a:t>API</a:t>
            </a:r>
          </a:p>
        </p:txBody>
      </p:sp>
      <p:pic>
        <p:nvPicPr>
          <p:cNvPr id="8" name="Graphic 7" descr="Cmd Terminal with solid fill">
            <a:extLst>
              <a:ext uri="{FF2B5EF4-FFF2-40B4-BE49-F238E27FC236}">
                <a16:creationId xmlns:a16="http://schemas.microsoft.com/office/drawing/2014/main" id="{BCB80463-E249-495C-274B-CB800F8FA41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30007" y="2802174"/>
            <a:ext cx="742659" cy="742659"/>
          </a:xfrm>
          <a:prstGeom prst="rect">
            <a:avLst/>
          </a:prstGeom>
        </p:spPr>
      </p:pic>
      <p:sp>
        <p:nvSpPr>
          <p:cNvPr id="9" name="TextBox 8">
            <a:extLst>
              <a:ext uri="{FF2B5EF4-FFF2-40B4-BE49-F238E27FC236}">
                <a16:creationId xmlns:a16="http://schemas.microsoft.com/office/drawing/2014/main" id="{534217D0-0783-CC58-A7B1-581F4B891EDC}"/>
              </a:ext>
            </a:extLst>
          </p:cNvPr>
          <p:cNvSpPr txBox="1"/>
          <p:nvPr/>
        </p:nvSpPr>
        <p:spPr>
          <a:xfrm>
            <a:off x="5353611" y="2580408"/>
            <a:ext cx="2120725" cy="137710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i="0" u="none" strike="noStrike" kern="1200" cap="none" spc="0" normalizeH="0" baseline="0" noProof="0">
                <a:ln>
                  <a:noFill/>
                </a:ln>
                <a:solidFill>
                  <a:schemeClr val="bg1"/>
                </a:solidFill>
                <a:effectLst/>
                <a:uLnTx/>
                <a:uFillTx/>
                <a:latin typeface="+mj-lt"/>
              </a:rPr>
              <a:t>Z Runtime</a:t>
            </a:r>
            <a:endParaRPr kumimoji="0" lang="en-US" sz="1600" i="0" u="none" strike="noStrike" kern="1200" cap="none" spc="0" normalizeH="0" baseline="0" noProof="0" dirty="0">
              <a:ln>
                <a:noFill/>
              </a:ln>
              <a:solidFill>
                <a:schemeClr val="bg1"/>
              </a:solidFill>
              <a:effectLst/>
              <a:uLnTx/>
              <a:uFillTx/>
              <a:latin typeface="+mj-lt"/>
            </a:endParaRP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Télécharger les modèles</a:t>
            </a: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Démarrer le service d'inférence</a:t>
            </a: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Créer des points de terminaison</a:t>
            </a:r>
          </a:p>
          <a:p>
            <a:pPr marL="0" marR="0" lvl="0" indent="0" algn="l" defTabSz="914400" rtl="0" eaLnBrk="1" fontAlgn="auto" latinLnBrk="0" hangingPunct="1">
              <a:lnSpc>
                <a:spcPts val="118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solidFill>
                  <a:schemeClr val="bg1"/>
                </a:solidFill>
                <a:effectLst/>
                <a:uLnTx/>
                <a:uFillTx/>
                <a:latin typeface="HP Forma DJR Office" pitchFamily="2" charset="0"/>
              </a:rPr>
              <a:t>Surveiller et gérer</a:t>
            </a:r>
          </a:p>
        </p:txBody>
      </p:sp>
    </p:spTree>
    <p:extLst>
      <p:ext uri="{BB962C8B-B14F-4D97-AF65-F5344CB8AC3E}">
        <p14:creationId xmlns:p14="http://schemas.microsoft.com/office/powerpoint/2010/main" val="122030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120E3C6-A988-9932-83EE-BB21AE504648}"/>
              </a:ext>
            </a:extLst>
          </p:cNvPr>
          <p:cNvPicPr>
            <a:picLocks noChangeAspect="1"/>
          </p:cNvPicPr>
          <p:nvPr/>
        </p:nvPicPr>
        <p:blipFill>
          <a:blip r:embed="rId3"/>
          <a:srcRect b="14285"/>
          <a:stretch>
            <a:fillRect/>
          </a:stretch>
        </p:blipFill>
        <p:spPr>
          <a:xfrm>
            <a:off x="30480" y="6240778"/>
            <a:ext cx="573096" cy="548641"/>
          </a:xfrm>
          <a:prstGeom prst="rect">
            <a:avLst/>
          </a:prstGeom>
        </p:spPr>
      </p:pic>
      <p:sp>
        <p:nvSpPr>
          <p:cNvPr id="4" name="Text 2"/>
          <p:cNvSpPr/>
          <p:nvPr/>
        </p:nvSpPr>
        <p:spPr>
          <a:xfrm>
            <a:off x="640080" y="731520"/>
            <a:ext cx="10058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A1A2E"/>
                </a:solidFill>
                <a:effectLst/>
                <a:uLnTx/>
                <a:uFillTx/>
                <a:latin typeface="Arial" pitchFamily="34" charset="0"/>
                <a:ea typeface="Arial" pitchFamily="34" charset="-122"/>
                <a:cs typeface="Arial" pitchFamily="34" charset="-120"/>
              </a:rPr>
              <a:t>De l'expérimentation à la production</a:t>
            </a:r>
            <a:endParaRPr kumimoji="0" lang="en-US" sz="3200" b="0" i="0" u="none" strike="noStrike" kern="1200" cap="none" spc="0" normalizeH="0" baseline="0" noProof="0">
              <a:ln>
                <a:noFill/>
              </a:ln>
              <a:solidFill>
                <a:srgbClr val="000000"/>
              </a:solidFill>
              <a:effectLst/>
              <a:uLnTx/>
              <a:uFillTx/>
              <a:latin typeface="HP Forma DJR Office" pitchFamily="2" charset="0"/>
            </a:endParaRPr>
          </a:p>
        </p:txBody>
      </p:sp>
      <p:sp>
        <p:nvSpPr>
          <p:cNvPr id="5" name="Text 3"/>
          <p:cNvSpPr/>
          <p:nvPr/>
        </p:nvSpPr>
        <p:spPr>
          <a:xfrm>
            <a:off x="640080" y="1325880"/>
            <a:ext cx="91440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Une plateforme, deux gammes : commencez à développer sur le Nano et passez au Fury lorsque vos charges de travail l'exigent.</a:t>
            </a:r>
            <a:endParaRPr kumimoji="0" lang="en-US" sz="1400" b="0" i="0" u="none" strike="noStrike" kern="1200" cap="none" spc="0" normalizeH="0" baseline="0" noProof="0">
              <a:ln>
                <a:noFill/>
              </a:ln>
              <a:solidFill>
                <a:srgbClr val="000000"/>
              </a:solidFill>
              <a:effectLst/>
              <a:uLnTx/>
              <a:uFillTx/>
              <a:latin typeface="HP Forma DJR Office" pitchFamily="2" charset="0"/>
            </a:endParaRPr>
          </a:p>
        </p:txBody>
      </p:sp>
      <p:sp>
        <p:nvSpPr>
          <p:cNvPr id="6" name="Shape 4"/>
          <p:cNvSpPr/>
          <p:nvPr/>
        </p:nvSpPr>
        <p:spPr>
          <a:xfrm>
            <a:off x="640080" y="2011680"/>
            <a:ext cx="5029200" cy="457200"/>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
        <p:nvSpPr>
          <p:cNvPr id="7" name="Text 5"/>
          <p:cNvSpPr/>
          <p:nvPr/>
        </p:nvSpPr>
        <p:spPr>
          <a:xfrm>
            <a:off x="640080" y="2011680"/>
            <a:ext cx="5029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HP ZGX Nano</a:t>
            </a:r>
            <a:endParaRPr kumimoji="0" lang="en-US" sz="1600" b="0" i="0" u="none" strike="noStrike" kern="1200" cap="none" spc="0" normalizeH="0" baseline="0" noProof="0">
              <a:ln>
                <a:noFill/>
              </a:ln>
              <a:solidFill>
                <a:srgbClr val="000000"/>
              </a:solidFill>
              <a:effectLst/>
              <a:uLnTx/>
              <a:uFillTx/>
              <a:latin typeface="HP Forma DJR Office" pitchFamily="2" charset="0"/>
            </a:endParaRPr>
          </a:p>
        </p:txBody>
      </p:sp>
      <p:sp>
        <p:nvSpPr>
          <p:cNvPr id="8" name="Text 6"/>
          <p:cNvSpPr/>
          <p:nvPr/>
        </p:nvSpPr>
        <p:spPr>
          <a:xfrm>
            <a:off x="640080" y="2560320"/>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a:ln>
                  <a:noFill/>
                </a:ln>
                <a:solidFill>
                  <a:srgbClr val="0096D6"/>
                </a:solidFill>
                <a:effectLst/>
                <a:uLnTx/>
                <a:uFillTx/>
                <a:latin typeface="Arial" pitchFamily="34" charset="0"/>
                <a:ea typeface="Arial" pitchFamily="34" charset="-122"/>
                <a:cs typeface="Arial" pitchFamily="34" charset="-120"/>
              </a:rPr>
              <a:t>Là où commence le développement de l'IA</a:t>
            </a: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9" name="Text 7"/>
          <p:cNvSpPr/>
          <p:nvPr/>
        </p:nvSpPr>
        <p:spPr>
          <a:xfrm>
            <a:off x="640080" y="2880360"/>
            <a:ext cx="5029200" cy="1463040"/>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Expérimentez, affinez et validez localement : aucun coût de cloud, aucune donnée ne quitte vos locaux. Conçu pour : Les développeurs d'IA qui itèrent sur des modèles de 70 milliards de paramètres (affinage) et 200 milliards de paramètres (inférence locale). Idéal pour le prototypage, l'affinage LoRA/QLoRA et le développement de preuves de concept.</a:t>
            </a:r>
            <a:endParaRPr kumimoji="0" lang="en-US" sz="1100" b="0" i="0" u="none" strike="noStrike" kern="1200" cap="none" spc="0" normalizeH="0" baseline="0" noProof="0" dirty="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400"/>
              </a:spcAft>
              <a:buClrTx/>
              <a:buSzTx/>
              <a:buFontTx/>
              <a:buNone/>
              <a:tabLst/>
              <a:defRPr/>
            </a:pPr>
            <a:r>
              <a:rPr kumimoji="0" lang="en-US" sz="1100" b="1"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dirty="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err="1">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err="1">
                <a:ln>
                  <a:noFill/>
                </a:ln>
                <a:solidFill>
                  <a:srgbClr val="333333"/>
                </a:solidFill>
                <a:effectLst/>
                <a:uLnTx/>
                <a:uFillTx/>
                <a:latin typeface="Arial" pitchFamily="34" charset="0"/>
                <a:ea typeface="Arial" pitchFamily="34" charset="-122"/>
                <a:cs typeface="Arial" pitchFamily="34" charset="-120"/>
              </a:rPr>
              <a:t/>
            </a:r>
            <a:r>
              <a:rPr kumimoji="0" lang="en-US" sz="1100" b="0" i="0" u="none" strike="noStrike" kern="1200" cap="none" spc="0" normalizeH="0" baseline="0" noProof="0" dirty="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dirty="0">
              <a:ln>
                <a:noFill/>
              </a:ln>
              <a:solidFill>
                <a:srgbClr val="000000"/>
              </a:solidFill>
              <a:effectLst/>
              <a:uLnTx/>
              <a:uFillTx/>
              <a:latin typeface="HP Forma DJR Office" pitchFamily="2" charset="0"/>
            </a:endParaRPr>
          </a:p>
        </p:txBody>
      </p:sp>
      <p:graphicFrame>
        <p:nvGraphicFramePr>
          <p:cNvPr id="10" name="Table 0"/>
          <p:cNvGraphicFramePr>
            <a:graphicFrameLocks noGrp="1"/>
          </p:cNvGraphicFramePr>
          <p:nvPr/>
        </p:nvGraphicFramePr>
        <p:xfrm>
          <a:off x="640080" y="4434840"/>
          <a:ext cx="5029200" cy="1143000"/>
        </p:xfrm>
        <a:graphic>
          <a:graphicData uri="http://schemas.openxmlformats.org/drawingml/2006/table">
            <a:tbl>
              <a:tblPr/>
              <a:tblGrid>
                <a:gridCol w="12801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28600">
                <a:tc>
                  <a:txBody>
                    <a:bodyPr/>
                    <a:lstStyle/>
                    <a:p>
                      <a:pPr marL="0" indent="0">
                        <a:buNone/>
                      </a:pPr>
                      <a:r>
                        <a:rPr lang="en-US" sz="900" b="1">
                          <a:solidFill>
                            <a:schemeClr val="tx1"/>
                          </a:solidFill>
                          <a:latin typeface="Arial" pitchFamily="34" charset="0"/>
                          <a:ea typeface="Arial" pitchFamily="34" charset="-122"/>
                          <a:cs typeface="Arial" pitchFamily="34" charset="-120"/>
                        </a:rPr>
                        <a:t>Spécification</a:t>
                      </a:r>
                      <a:endParaRPr lang="en-US" sz="900">
                        <a:solidFill>
                          <a:schemeClr val="tx1"/>
                        </a:solidFill>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4FA"/>
                    </a:solidFill>
                  </a:tcPr>
                </a:tc>
                <a:tc>
                  <a:txBody>
                    <a:bodyPr/>
                    <a:lstStyle/>
                    <a:p>
                      <a:pPr marL="0" indent="0">
                        <a:buNone/>
                      </a:pPr>
                      <a:r>
                        <a:rPr lang="en-US" sz="900" b="1">
                          <a:solidFill>
                            <a:schemeClr val="tx1"/>
                          </a:solidFill>
                          <a:latin typeface="Arial" pitchFamily="34" charset="0"/>
                          <a:ea typeface="Arial" pitchFamily="34" charset="-122"/>
                          <a:cs typeface="Arial" pitchFamily="34" charset="-120"/>
                        </a:rPr>
                        <a:t>Détail</a:t>
                      </a:r>
                      <a:endParaRPr lang="en-US" sz="900">
                        <a:solidFill>
                          <a:schemeClr val="tx1"/>
                        </a:solidFill>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4FA"/>
                    </a:solidFill>
                  </a:tcPr>
                </a:tc>
                <a:extLst>
                  <a:ext uri="{0D108BD9-81ED-4DB2-BD59-A6C34878D82A}">
                    <a16:rowId xmlns:a16="http://schemas.microsoft.com/office/drawing/2014/main" val="10000"/>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GPU</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NVIDIA GB10 Grace Blackwell</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Mémoire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128 Go unifiés cohérents (273 Go/s)</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Perf. Tensorielle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Jusqu'à 1 PFLOP FP4</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Facteur de forme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dirty="0">
                          <a:solidFill>
                            <a:srgbClr val="444444"/>
                          </a:solidFill>
                          <a:latin typeface="Arial" pitchFamily="34" charset="0"/>
                          <a:ea typeface="Arial" pitchFamily="34" charset="-122"/>
                          <a:cs typeface="Arial" pitchFamily="34" charset="-120"/>
                        </a:rPr>
                        <a:t>Bureau compact - 240 W</a:t>
                      </a:r>
                      <a:endParaRPr lang="en-US" sz="900" dirty="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bl>
          </a:graphicData>
        </a:graphic>
      </p:graphicFrame>
      <p:sp>
        <p:nvSpPr>
          <p:cNvPr id="13" name="Text 10"/>
          <p:cNvSpPr/>
          <p:nvPr/>
        </p:nvSpPr>
        <p:spPr>
          <a:xfrm>
            <a:off x="5699762" y="3383280"/>
            <a:ext cx="82296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24AD8"/>
                </a:solidFill>
                <a:effectLst/>
                <a:uLnTx/>
                <a:uFillTx/>
                <a:latin typeface="Arial" pitchFamily="34" charset="0"/>
                <a:ea typeface="Arial" pitchFamily="34" charset="-122"/>
                <a:cs typeface="Arial" pitchFamily="34" charset="-120"/>
              </a:rPr>
              <a:t>Mise à l'échelle</a:t>
            </a:r>
            <a:endParaRPr kumimoji="0" lang="en-US" sz="800" b="0" i="0" u="none" strike="noStrike" kern="1200" cap="none" spc="0" normalizeH="0" baseline="0" noProof="0">
              <a:ln>
                <a:noFill/>
              </a:ln>
              <a:solidFill>
                <a:srgbClr val="024AD8"/>
              </a:solidFill>
              <a:effectLst/>
              <a:uLnTx/>
              <a:uFillTx/>
              <a:latin typeface="HP Forma DJR Office" pitchFamily="2" charset="0"/>
            </a:endParaRPr>
          </a:p>
        </p:txBody>
      </p:sp>
      <p:sp>
        <p:nvSpPr>
          <p:cNvPr id="14" name="Shape 11"/>
          <p:cNvSpPr/>
          <p:nvPr/>
        </p:nvSpPr>
        <p:spPr>
          <a:xfrm>
            <a:off x="6492240" y="2011680"/>
            <a:ext cx="5029200" cy="457200"/>
          </a:xfrm>
          <a:prstGeom prst="rect">
            <a:avLst/>
          </a:prstGeom>
          <a:solidFill>
            <a:srgbClr val="1A1A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
        <p:nvSpPr>
          <p:cNvPr id="15" name="Text 12"/>
          <p:cNvSpPr/>
          <p:nvPr/>
        </p:nvSpPr>
        <p:spPr>
          <a:xfrm>
            <a:off x="6492240" y="2011680"/>
            <a:ext cx="5029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HP ZGX Fury</a:t>
            </a:r>
            <a:endParaRPr kumimoji="0" lang="en-US" sz="1600" b="0" i="0" u="none" strike="noStrike" kern="1200" cap="none" spc="0" normalizeH="0" baseline="0" noProof="0">
              <a:ln>
                <a:noFill/>
              </a:ln>
              <a:solidFill>
                <a:srgbClr val="000000"/>
              </a:solidFill>
              <a:effectLst/>
              <a:uLnTx/>
              <a:uFillTx/>
              <a:latin typeface="HP Forma DJR Office" pitchFamily="2" charset="0"/>
            </a:endParaRPr>
          </a:p>
        </p:txBody>
      </p:sp>
      <p:sp>
        <p:nvSpPr>
          <p:cNvPr id="16" name="Text 13"/>
          <p:cNvSpPr/>
          <p:nvPr/>
        </p:nvSpPr>
        <p:spPr>
          <a:xfrm>
            <a:off x="6492240" y="2560320"/>
            <a:ext cx="5029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a:ln>
                  <a:noFill/>
                </a:ln>
                <a:solidFill>
                  <a:srgbClr val="1A1A2E"/>
                </a:solidFill>
                <a:effectLst/>
                <a:uLnTx/>
                <a:uFillTx/>
                <a:latin typeface="Arial" pitchFamily="34" charset="0"/>
                <a:ea typeface="Arial" pitchFamily="34" charset="-122"/>
                <a:cs typeface="Arial" pitchFamily="34" charset="-120"/>
              </a:rPr>
              <a:t>Là où l'IA passe en production</a:t>
            </a:r>
            <a:endParaRPr kumimoji="0" lang="en-US" sz="1300" b="0" i="0" u="none" strike="noStrike" kern="1200" cap="none" spc="0" normalizeH="0" baseline="0" noProof="0">
              <a:ln>
                <a:noFill/>
              </a:ln>
              <a:solidFill>
                <a:srgbClr val="000000"/>
              </a:solidFill>
              <a:effectLst/>
              <a:uLnTx/>
              <a:uFillTx/>
              <a:latin typeface="HP Forma DJR Office" pitchFamily="2" charset="0"/>
            </a:endParaRPr>
          </a:p>
        </p:txBody>
      </p:sp>
      <p:sp>
        <p:nvSpPr>
          <p:cNvPr id="17" name="Text 14"/>
          <p:cNvSpPr/>
          <p:nvPr/>
        </p:nvSpPr>
        <p:spPr>
          <a:xfrm>
            <a:off x="6492240" y="2880360"/>
            <a:ext cx="5029200" cy="1463040"/>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Exécutez l'inférence de production à l'échelle départementale : servez plusieurs utilisateurs simultanés avec des modèles de pointe, sur site. Conçu pour : Les équipes déployant des services d'IA en production, exécutant un affinage à grande échelle et servant une inférence à haut débit pour les applications d'entreprise. Infrastructure d'IA départementale sans le centre de données.</a:t>
            </a:r>
            <a:endParaRPr kumimoji="0" lang="en-US" sz="1100" b="0" i="0" u="none" strike="noStrike" kern="1200" cap="none" spc="0" normalizeH="0" baseline="0" noProof="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400"/>
              </a:spcAft>
              <a:buClrTx/>
              <a:buSzTx/>
              <a:buFontTx/>
              <a:buNone/>
              <a:tabLst/>
              <a:defRPr/>
            </a:pPr>
            <a:r>
              <a:rPr kumimoji="0" lang="en-US" sz="1100" b="1"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a:ln>
                <a:noFill/>
              </a:ln>
              <a:solidFill>
                <a:srgbClr val="000000"/>
              </a:solidFill>
              <a:effectLst/>
              <a:uLnTx/>
              <a:uFillTx/>
              <a:latin typeface="HP Forma DJR Office" pitchFamily="2"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10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
            </a:r>
            <a:endParaRPr kumimoji="0" lang="en-US" sz="1100" b="0" i="0" u="none" strike="noStrike" kern="1200" cap="none" spc="0" normalizeH="0" baseline="0" noProof="0">
              <a:ln>
                <a:noFill/>
              </a:ln>
              <a:solidFill>
                <a:srgbClr val="000000"/>
              </a:solidFill>
              <a:effectLst/>
              <a:uLnTx/>
              <a:uFillTx/>
              <a:latin typeface="HP Forma DJR Office" pitchFamily="2" charset="0"/>
            </a:endParaRPr>
          </a:p>
        </p:txBody>
      </p:sp>
      <p:graphicFrame>
        <p:nvGraphicFramePr>
          <p:cNvPr id="18" name="Table 1"/>
          <p:cNvGraphicFramePr>
            <a:graphicFrameLocks noGrp="1"/>
          </p:cNvGraphicFramePr>
          <p:nvPr/>
        </p:nvGraphicFramePr>
        <p:xfrm>
          <a:off x="6492240" y="4434840"/>
          <a:ext cx="5029200" cy="1143000"/>
        </p:xfrm>
        <a:graphic>
          <a:graphicData uri="http://schemas.openxmlformats.org/drawingml/2006/table">
            <a:tbl>
              <a:tblPr/>
              <a:tblGrid>
                <a:gridCol w="12801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28600">
                <a:tc>
                  <a:txBody>
                    <a:bodyPr/>
                    <a:lstStyle/>
                    <a:p>
                      <a:pPr marL="0" indent="0">
                        <a:buNone/>
                      </a:pPr>
                      <a:r>
                        <a:rPr lang="en-US" sz="900" b="1">
                          <a:solidFill>
                            <a:srgbClr val="1A1A2E"/>
                          </a:solidFill>
                          <a:latin typeface="Arial" pitchFamily="34" charset="0"/>
                          <a:ea typeface="Arial" pitchFamily="34" charset="-122"/>
                          <a:cs typeface="Arial" pitchFamily="34" charset="-120"/>
                        </a:rPr>
                        <a:t>Spécification</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F0"/>
                    </a:solidFill>
                  </a:tcPr>
                </a:tc>
                <a:tc>
                  <a:txBody>
                    <a:bodyPr/>
                    <a:lstStyle/>
                    <a:p>
                      <a:pPr marL="0" indent="0">
                        <a:buNone/>
                      </a:pPr>
                      <a:r>
                        <a:rPr lang="en-US" sz="900" b="1">
                          <a:solidFill>
                            <a:srgbClr val="1A1A2E"/>
                          </a:solidFill>
                          <a:latin typeface="Arial" pitchFamily="34" charset="0"/>
                          <a:ea typeface="Arial" pitchFamily="34" charset="-122"/>
                          <a:cs typeface="Arial" pitchFamily="34" charset="-120"/>
                        </a:rPr>
                        <a:t>Détail</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F0"/>
                    </a:solidFill>
                  </a:tcPr>
                </a:tc>
                <a:extLst>
                  <a:ext uri="{0D108BD9-81ED-4DB2-BD59-A6C34878D82A}">
                    <a16:rowId xmlns:a16="http://schemas.microsoft.com/office/drawing/2014/main" val="10000"/>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GPU</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1x NVIDIA Blackwell Ultra (GB300)</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Mémoire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748 Go cohérents (7,1 To/s HBM3e + 396 Go/s)</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CPU</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Grace Neoverse V2 72 cœurs</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900" b="1">
                          <a:solidFill>
                            <a:srgbClr val="333333"/>
                          </a:solidFill>
                          <a:latin typeface="Arial" pitchFamily="34" charset="0"/>
                          <a:ea typeface="Arial" pitchFamily="34" charset="-122"/>
                          <a:cs typeface="Arial" pitchFamily="34" charset="-120"/>
                        </a:rPr>
                        <a:t>Facteur de forme</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marL="0" indent="0">
                        <a:buNone/>
                      </a:pPr>
                      <a:r>
                        <a:rPr lang="en-US" sz="900">
                          <a:solidFill>
                            <a:srgbClr val="444444"/>
                          </a:solidFill>
                          <a:latin typeface="Arial" pitchFamily="34" charset="0"/>
                          <a:ea typeface="Arial" pitchFamily="34" charset="-122"/>
                          <a:cs typeface="Arial" pitchFamily="34" charset="-120"/>
                        </a:rPr>
                        <a:t>Tour / Rack 5U - refroidi par liquide, 1600 W</a:t>
                      </a:r>
                      <a:endParaRPr lang="en-US" sz="900">
                        <a:latin typeface="Arial" charset="0"/>
                        <a:ea typeface="Arial" charset="0"/>
                        <a:cs typeface="Arial"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bl>
          </a:graphicData>
        </a:graphic>
      </p:graphicFrame>
      <p:sp>
        <p:nvSpPr>
          <p:cNvPr id="19" name="Shape 15"/>
          <p:cNvSpPr/>
          <p:nvPr/>
        </p:nvSpPr>
        <p:spPr>
          <a:xfrm>
            <a:off x="0" y="5760720"/>
            <a:ext cx="12161520" cy="64008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
        <p:nvSpPr>
          <p:cNvPr id="20" name="Text 16"/>
          <p:cNvSpPr/>
          <p:nvPr/>
        </p:nvSpPr>
        <p:spPr>
          <a:xfrm>
            <a:off x="640080" y="5806440"/>
            <a:ext cx="108813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La plateforme ZGX élimine le faux choix entre le local et le cloud. Commencez sur le Nano : expérimentez librement, itérez rapidement et conservez vos données sur site. Lorsque vous êtes prêt pour l'inférence de production ou un affinage plus intensif, passez au Fury sans modifier votre flux de travail, et si vous avez encore besoin de plus de puissance, migrez vers le cloud.</a:t>
            </a:r>
            <a:r>
              <a:rPr kumimoji="0" lang="en-US" sz="1200" b="1" i="0" u="none" strike="noStrike" kern="1200" cap="none" spc="0" normalizeH="0" baseline="0" noProof="0">
                <a:ln>
                  <a:noFill/>
                </a:ln>
                <a:solidFill>
                  <a:srgbClr val="333333"/>
                </a:solidFill>
                <a:effectLst/>
                <a:uLnTx/>
                <a:uFillTx/>
                <a:latin typeface="Arial" pitchFamily="34" charset="0"/>
                <a:ea typeface="Arial" pitchFamily="34" charset="-122"/>
                <a:cs typeface="Arial" pitchFamily="34" charset="-120"/>
              </a:rPr>
              <a:t/>
            </a:r>
            <a:endParaRPr kumimoji="0" lang="en-US" sz="1200" b="0" i="0" u="none" strike="noStrike" kern="1200" cap="none" spc="0" normalizeH="0" baseline="0" noProof="0">
              <a:ln>
                <a:noFill/>
              </a:ln>
              <a:solidFill>
                <a:srgbClr val="000000"/>
              </a:solidFill>
              <a:effectLst/>
              <a:uLnTx/>
              <a:uFillTx/>
              <a:latin typeface="HP Forma DJR Office" pitchFamily="2" charset="0"/>
            </a:endParaRPr>
          </a:p>
        </p:txBody>
      </p:sp>
      <p:sp>
        <p:nvSpPr>
          <p:cNvPr id="21" name="Text 17"/>
          <p:cNvSpPr/>
          <p:nvPr/>
        </p:nvSpPr>
        <p:spPr>
          <a:xfrm>
            <a:off x="8686800" y="6492240"/>
            <a:ext cx="320040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999999"/>
                </a:solidFill>
                <a:effectLst/>
                <a:uLnTx/>
                <a:uFillTx/>
                <a:latin typeface="Arial" pitchFamily="34" charset="0"/>
                <a:ea typeface="Arial" pitchFamily="34" charset="-122"/>
                <a:cs typeface="Arial" pitchFamily="34" charset="-120"/>
              </a:rPr>
              <a:t>HP Restreint. Réservé à un usage interne HP uniquement.</a:t>
            </a:r>
            <a:endParaRPr kumimoji="0" lang="en-US" sz="800" b="0" i="0" u="none" strike="noStrike" kern="1200" cap="none" spc="0" normalizeH="0" baseline="0" noProof="0">
              <a:ln>
                <a:noFill/>
              </a:ln>
              <a:solidFill>
                <a:srgbClr val="000000"/>
              </a:solidFill>
              <a:effectLst/>
              <a:uLnTx/>
              <a:uFillTx/>
              <a:latin typeface="HP Forma DJR Office" pitchFamily="2" charset="0"/>
            </a:endParaRPr>
          </a:p>
        </p:txBody>
      </p:sp>
      <p:sp>
        <p:nvSpPr>
          <p:cNvPr id="22" name="Arrow: Right 21">
            <a:extLst>
              <a:ext uri="{FF2B5EF4-FFF2-40B4-BE49-F238E27FC236}">
                <a16:creationId xmlns:a16="http://schemas.microsoft.com/office/drawing/2014/main" id="{6C9DBB16-04B7-0E2A-62BD-035BD8DC3AE2}"/>
              </a:ext>
            </a:extLst>
          </p:cNvPr>
          <p:cNvSpPr/>
          <p:nvPr/>
        </p:nvSpPr>
        <p:spPr>
          <a:xfrm>
            <a:off x="5916706" y="3153335"/>
            <a:ext cx="376518" cy="184225"/>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none">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HP Forma DJR Office"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818A9-5E7D-C720-D249-D5BD48E60D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DB6574-0A2E-FD5C-55E9-28E6A1C61244}"/>
              </a:ext>
            </a:extLst>
          </p:cNvPr>
          <p:cNvSpPr>
            <a:spLocks noGrp="1"/>
          </p:cNvSpPr>
          <p:nvPr>
            <p:ph type="title"/>
          </p:nvPr>
        </p:nvSpPr>
        <p:spPr>
          <a:xfrm>
            <a:off x="457200" y="441471"/>
            <a:ext cx="11278800" cy="393300"/>
          </a:xfrm>
        </p:spPr>
        <p:txBody>
          <a:bodyPr/>
          <a:lstStyle/>
          <a:p>
            <a:r>
              <a:rPr lang="en-US" dirty="0"/>
              <a:t>Le bon outil pour la bonne charge de travail</a:t>
            </a:r>
          </a:p>
        </p:txBody>
      </p:sp>
      <p:sp>
        <p:nvSpPr>
          <p:cNvPr id="6" name="Text Placeholder 5">
            <a:extLst>
              <a:ext uri="{FF2B5EF4-FFF2-40B4-BE49-F238E27FC236}">
                <a16:creationId xmlns:a16="http://schemas.microsoft.com/office/drawing/2014/main" id="{B449D0DE-2404-D542-B165-20CE7724FB78}"/>
              </a:ext>
            </a:extLst>
          </p:cNvPr>
          <p:cNvSpPr>
            <a:spLocks noGrp="1"/>
          </p:cNvSpPr>
          <p:nvPr>
            <p:ph type="body" sz="quarter" idx="13"/>
          </p:nvPr>
        </p:nvSpPr>
        <p:spPr>
          <a:xfrm>
            <a:off x="457200" y="834770"/>
            <a:ext cx="11278800" cy="295967"/>
          </a:xfrm>
        </p:spPr>
        <p:txBody>
          <a:bodyPr/>
          <a:lstStyle/>
          <a:p>
            <a:r>
              <a:rPr lang="en-US" dirty="0"/>
              <a:t>Le cloud et l'infrastructure sur site répondent à des besoins différents. Voici comment choisir.</a:t>
            </a:r>
          </a:p>
          <a:p>
            <a:endParaRPr lang="en-US" dirty="0"/>
          </a:p>
          <a:p>
            <a:endParaRPr lang="en-US" dirty="0"/>
          </a:p>
        </p:txBody>
      </p:sp>
      <p:sp>
        <p:nvSpPr>
          <p:cNvPr id="20" name="Shape 16">
            <a:extLst>
              <a:ext uri="{FF2B5EF4-FFF2-40B4-BE49-F238E27FC236}">
                <a16:creationId xmlns:a16="http://schemas.microsoft.com/office/drawing/2014/main" id="{A6C8F75C-2B87-F768-BA35-0234BD2958A9}"/>
              </a:ext>
            </a:extLst>
          </p:cNvPr>
          <p:cNvSpPr/>
          <p:nvPr/>
        </p:nvSpPr>
        <p:spPr>
          <a:xfrm>
            <a:off x="457200" y="4859166"/>
            <a:ext cx="10728960" cy="1026546"/>
          </a:xfrm>
          <a:prstGeom prst="rect">
            <a:avLst/>
          </a:prstGeom>
          <a:solidFill>
            <a:schemeClr val="tx2"/>
          </a:solidFill>
          <a:ln w="19050">
            <a:noFill/>
          </a:ln>
        </p:spPr>
        <p:txBody>
          <a:bodyPr/>
          <a:lstStyle/>
          <a:p>
            <a:pPr defTabSz="1219170"/>
            <a:endParaRPr lang="en-US" sz="2400">
              <a:solidFill>
                <a:prstClr val="black"/>
              </a:solidFill>
              <a:latin typeface="HP Forma DJR Office" pitchFamily="2" charset="0"/>
            </a:endParaRPr>
          </a:p>
        </p:txBody>
      </p:sp>
      <p:sp>
        <p:nvSpPr>
          <p:cNvPr id="33" name="Footer Placeholder 5">
            <a:extLst>
              <a:ext uri="{FF2B5EF4-FFF2-40B4-BE49-F238E27FC236}">
                <a16:creationId xmlns:a16="http://schemas.microsoft.com/office/drawing/2014/main" id="{C25BD500-569C-8DCB-9811-91402E1EE53D}"/>
              </a:ext>
            </a:extLst>
          </p:cNvPr>
          <p:cNvSpPr>
            <a:spLocks noGrp="1"/>
          </p:cNvSpPr>
          <p:nvPr>
            <p:ph type="ftr" sz="quarter" idx="18"/>
          </p:nvPr>
        </p:nvSpPr>
        <p:spPr>
          <a:xfrm>
            <a:off x="6396505" y="6316162"/>
            <a:ext cx="5339495" cy="107722"/>
          </a:xfrm>
        </p:spPr>
        <p:txBody>
          <a:bodyPr/>
          <a:lstStyle/>
          <a:p>
            <a:r>
              <a:rPr lang="en-US" dirty="0"/>
              <a:t>HP Restreint. Réservé à un usage interne HP.</a:t>
            </a:r>
          </a:p>
        </p:txBody>
      </p:sp>
      <p:sp>
        <p:nvSpPr>
          <p:cNvPr id="10" name="Shape 3">
            <a:extLst>
              <a:ext uri="{FF2B5EF4-FFF2-40B4-BE49-F238E27FC236}">
                <a16:creationId xmlns:a16="http://schemas.microsoft.com/office/drawing/2014/main" id="{BC0D69A3-6BC5-2421-D05D-7D24AE00436E}"/>
              </a:ext>
            </a:extLst>
          </p:cNvPr>
          <p:cNvSpPr/>
          <p:nvPr/>
        </p:nvSpPr>
        <p:spPr>
          <a:xfrm>
            <a:off x="457200" y="1517348"/>
            <a:ext cx="5242560" cy="487680"/>
          </a:xfrm>
          <a:prstGeom prst="rect">
            <a:avLst/>
          </a:prstGeom>
          <a:solidFill>
            <a:srgbClr val="024AD8"/>
          </a:solidFill>
          <a:ln/>
        </p:spPr>
        <p:txBody>
          <a:bodyPr/>
          <a:lstStyle/>
          <a:p>
            <a:pPr defTabSz="1219170"/>
            <a:endParaRPr lang="en-US" sz="2400">
              <a:solidFill>
                <a:prstClr val="black"/>
              </a:solidFill>
              <a:latin typeface="HP Forma DJR Office" pitchFamily="2" charset="0"/>
            </a:endParaRPr>
          </a:p>
        </p:txBody>
      </p:sp>
      <p:sp>
        <p:nvSpPr>
          <p:cNvPr id="11" name="Text 4">
            <a:extLst>
              <a:ext uri="{FF2B5EF4-FFF2-40B4-BE49-F238E27FC236}">
                <a16:creationId xmlns:a16="http://schemas.microsoft.com/office/drawing/2014/main" id="{591C6DD7-D6BF-FA50-C1D5-679C61710CE9}"/>
              </a:ext>
            </a:extLst>
          </p:cNvPr>
          <p:cNvSpPr/>
          <p:nvPr/>
        </p:nvSpPr>
        <p:spPr>
          <a:xfrm>
            <a:off x="579120" y="1578308"/>
            <a:ext cx="4998720" cy="365760"/>
          </a:xfrm>
          <a:prstGeom prst="rect">
            <a:avLst/>
          </a:prstGeom>
          <a:noFill/>
          <a:ln/>
        </p:spPr>
        <p:txBody>
          <a:bodyPr wrap="square" rtlCol="0" anchor="ctr"/>
          <a:lstStyle/>
          <a:p>
            <a:pPr defTabSz="1219170"/>
            <a:r>
              <a:rPr lang="en-US" dirty="0">
                <a:solidFill>
                  <a:srgbClr val="FFFFFF"/>
                </a:solidFill>
                <a:latin typeface="+mj-lt"/>
                <a:ea typeface="Arial" pitchFamily="34" charset="-122"/>
                <a:cs typeface="Arial" pitchFamily="34" charset="-120"/>
              </a:rPr>
              <a:t>Quand ZGX Fury est la solution adaptée</a:t>
            </a:r>
            <a:endParaRPr lang="en-US" dirty="0">
              <a:solidFill>
                <a:prstClr val="black"/>
              </a:solidFill>
              <a:latin typeface="+mj-lt"/>
            </a:endParaRPr>
          </a:p>
        </p:txBody>
      </p:sp>
      <p:sp>
        <p:nvSpPr>
          <p:cNvPr id="12" name="Text 5">
            <a:extLst>
              <a:ext uri="{FF2B5EF4-FFF2-40B4-BE49-F238E27FC236}">
                <a16:creationId xmlns:a16="http://schemas.microsoft.com/office/drawing/2014/main" id="{41556292-AD27-DD95-22F7-FD6ED96540F6}"/>
              </a:ext>
            </a:extLst>
          </p:cNvPr>
          <p:cNvSpPr/>
          <p:nvPr/>
        </p:nvSpPr>
        <p:spPr>
          <a:xfrm>
            <a:off x="579120" y="2126948"/>
            <a:ext cx="4998720" cy="487680"/>
          </a:xfrm>
          <a:prstGeom prst="rect">
            <a:avLst/>
          </a:prstGeom>
          <a:noFill/>
          <a:ln/>
        </p:spPr>
        <p:txBody>
          <a:bodyPr wrap="square" rtlCol="0" anchor="ctr"/>
          <a:lstStyle/>
          <a:p>
            <a:pPr defTabSz="1219170"/>
            <a:r>
              <a:rPr lang="en-US" sz="1500" dirty="0">
                <a:solidFill>
                  <a:srgbClr val="333333"/>
                </a:solidFill>
                <a:latin typeface="HP Forma DJR Office" pitchFamily="2" charset="0"/>
                <a:ea typeface="Arial" pitchFamily="34" charset="-122"/>
                <a:cs typeface="Arial" pitchFamily="34" charset="-120"/>
              </a:rPr>
              <a:t>✓ Les données ne peuvent pas quitter vos installations (HIPAA, ITAR, propriété intellectuelle)</a:t>
            </a:r>
            <a:endParaRPr lang="en-US" sz="1500" dirty="0">
              <a:solidFill>
                <a:prstClr val="black"/>
              </a:solidFill>
              <a:latin typeface="HP Forma DJR Office" pitchFamily="2" charset="0"/>
            </a:endParaRPr>
          </a:p>
        </p:txBody>
      </p:sp>
      <p:sp>
        <p:nvSpPr>
          <p:cNvPr id="13" name="Text 6">
            <a:extLst>
              <a:ext uri="{FF2B5EF4-FFF2-40B4-BE49-F238E27FC236}">
                <a16:creationId xmlns:a16="http://schemas.microsoft.com/office/drawing/2014/main" id="{15307B10-32A6-F1DC-47C3-283F204328C8}"/>
              </a:ext>
            </a:extLst>
          </p:cNvPr>
          <p:cNvSpPr/>
          <p:nvPr/>
        </p:nvSpPr>
        <p:spPr>
          <a:xfrm>
            <a:off x="579120" y="2635247"/>
            <a:ext cx="4998720" cy="487680"/>
          </a:xfrm>
          <a:prstGeom prst="rect">
            <a:avLst/>
          </a:prstGeom>
          <a:noFill/>
          <a:ln/>
        </p:spPr>
        <p:txBody>
          <a:bodyPr wrap="square" rtlCol="0" anchor="ctr"/>
          <a:lstStyle/>
          <a:p>
            <a:pPr defTabSz="1219170"/>
            <a:r>
              <a:rPr lang="en-US" sz="1500" dirty="0">
                <a:solidFill>
                  <a:srgbClr val="333333"/>
                </a:solidFill>
                <a:latin typeface="HP Forma DJR Office" pitchFamily="2" charset="0"/>
                <a:ea typeface="Arial" pitchFamily="34" charset="-122"/>
                <a:cs typeface="Arial" pitchFamily="34" charset="-120"/>
              </a:rPr>
              <a:t>✓ Les coûts du cloud deviennent préoccupants</a:t>
            </a:r>
            <a:endParaRPr lang="en-US" sz="1500" dirty="0">
              <a:solidFill>
                <a:prstClr val="black"/>
              </a:solidFill>
              <a:latin typeface="HP Forma DJR Office" pitchFamily="2" charset="0"/>
            </a:endParaRPr>
          </a:p>
        </p:txBody>
      </p:sp>
      <p:sp>
        <p:nvSpPr>
          <p:cNvPr id="17" name="Text 7">
            <a:extLst>
              <a:ext uri="{FF2B5EF4-FFF2-40B4-BE49-F238E27FC236}">
                <a16:creationId xmlns:a16="http://schemas.microsoft.com/office/drawing/2014/main" id="{A0055335-474D-7E1F-A4B3-DB5140A5B9A6}"/>
              </a:ext>
            </a:extLst>
          </p:cNvPr>
          <p:cNvSpPr/>
          <p:nvPr/>
        </p:nvSpPr>
        <p:spPr>
          <a:xfrm>
            <a:off x="579120" y="3143546"/>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Les temps d'attente ralentissent le développement de votre équipe IA</a:t>
            </a:r>
            <a:endParaRPr lang="en-US" sz="1500">
              <a:solidFill>
                <a:prstClr val="black"/>
              </a:solidFill>
              <a:latin typeface="HP Forma DJR Office" pitchFamily="2" charset="0"/>
            </a:endParaRPr>
          </a:p>
        </p:txBody>
      </p:sp>
      <p:sp>
        <p:nvSpPr>
          <p:cNvPr id="18" name="Text 8">
            <a:extLst>
              <a:ext uri="{FF2B5EF4-FFF2-40B4-BE49-F238E27FC236}">
                <a16:creationId xmlns:a16="http://schemas.microsoft.com/office/drawing/2014/main" id="{3ADFED93-0D0C-D8A1-B85D-E4F177453E13}"/>
              </a:ext>
            </a:extLst>
          </p:cNvPr>
          <p:cNvSpPr/>
          <p:nvPr/>
        </p:nvSpPr>
        <p:spPr>
          <a:xfrm>
            <a:off x="579120" y="3651845"/>
            <a:ext cx="4998720" cy="487680"/>
          </a:xfrm>
          <a:prstGeom prst="rect">
            <a:avLst/>
          </a:prstGeom>
          <a:noFill/>
          <a:ln/>
        </p:spPr>
        <p:txBody>
          <a:bodyPr wrap="square" rtlCol="0" anchor="ctr"/>
          <a:lstStyle/>
          <a:p>
            <a:pPr defTabSz="1219170"/>
            <a:r>
              <a:rPr lang="en-US" sz="1500" dirty="0">
                <a:solidFill>
                  <a:srgbClr val="333333"/>
                </a:solidFill>
                <a:latin typeface="HP Forma DJR Office" pitchFamily="2" charset="0"/>
                <a:ea typeface="Arial" pitchFamily="34" charset="-122"/>
                <a:cs typeface="Arial" pitchFamily="34" charset="-120"/>
              </a:rPr>
              <a:t>✓ Vous avez besoin d'une latence déterministe pour la production</a:t>
            </a:r>
            <a:endParaRPr lang="en-US" sz="1500" dirty="0">
              <a:solidFill>
                <a:prstClr val="black"/>
              </a:solidFill>
              <a:latin typeface="HP Forma DJR Office" pitchFamily="2" charset="0"/>
            </a:endParaRPr>
          </a:p>
        </p:txBody>
      </p:sp>
      <p:sp>
        <p:nvSpPr>
          <p:cNvPr id="19" name="Text 9">
            <a:extLst>
              <a:ext uri="{FF2B5EF4-FFF2-40B4-BE49-F238E27FC236}">
                <a16:creationId xmlns:a16="http://schemas.microsoft.com/office/drawing/2014/main" id="{94F03A8C-3FC8-9799-CDE8-4D6AE496509E}"/>
              </a:ext>
            </a:extLst>
          </p:cNvPr>
          <p:cNvSpPr/>
          <p:nvPr/>
        </p:nvSpPr>
        <p:spPr>
          <a:xfrm>
            <a:off x="579120" y="4160144"/>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souhaitez une CapEx prévisible, et non une OpEx variable</a:t>
            </a:r>
            <a:endParaRPr lang="en-US" sz="1500">
              <a:solidFill>
                <a:prstClr val="black"/>
              </a:solidFill>
              <a:latin typeface="HP Forma DJR Office" pitchFamily="2" charset="0"/>
            </a:endParaRPr>
          </a:p>
        </p:txBody>
      </p:sp>
      <p:sp>
        <p:nvSpPr>
          <p:cNvPr id="34" name="Shape 10">
            <a:extLst>
              <a:ext uri="{FF2B5EF4-FFF2-40B4-BE49-F238E27FC236}">
                <a16:creationId xmlns:a16="http://schemas.microsoft.com/office/drawing/2014/main" id="{48A75EB7-D63C-0EDA-A3CC-1B224185ADE7}"/>
              </a:ext>
            </a:extLst>
          </p:cNvPr>
          <p:cNvSpPr/>
          <p:nvPr/>
        </p:nvSpPr>
        <p:spPr>
          <a:xfrm>
            <a:off x="5943600" y="1517348"/>
            <a:ext cx="5242560" cy="487680"/>
          </a:xfrm>
          <a:prstGeom prst="rect">
            <a:avLst/>
          </a:prstGeom>
          <a:solidFill>
            <a:schemeClr val="bg1">
              <a:lumMod val="85000"/>
            </a:schemeClr>
          </a:solidFill>
          <a:ln/>
        </p:spPr>
        <p:txBody>
          <a:bodyPr/>
          <a:lstStyle/>
          <a:p>
            <a:pPr defTabSz="1219170"/>
            <a:endParaRPr lang="en-US" sz="2400">
              <a:solidFill>
                <a:prstClr val="black"/>
              </a:solidFill>
              <a:latin typeface="HP Forma DJR Office" pitchFamily="2" charset="0"/>
            </a:endParaRPr>
          </a:p>
        </p:txBody>
      </p:sp>
      <p:sp>
        <p:nvSpPr>
          <p:cNvPr id="35" name="Text 11">
            <a:extLst>
              <a:ext uri="{FF2B5EF4-FFF2-40B4-BE49-F238E27FC236}">
                <a16:creationId xmlns:a16="http://schemas.microsoft.com/office/drawing/2014/main" id="{008FECB4-12F7-57C4-A8EB-8D4D8BC44113}"/>
              </a:ext>
            </a:extLst>
          </p:cNvPr>
          <p:cNvSpPr/>
          <p:nvPr/>
        </p:nvSpPr>
        <p:spPr>
          <a:xfrm>
            <a:off x="6065520" y="1578308"/>
            <a:ext cx="4998720" cy="365760"/>
          </a:xfrm>
          <a:prstGeom prst="rect">
            <a:avLst/>
          </a:prstGeom>
          <a:noFill/>
          <a:ln/>
        </p:spPr>
        <p:txBody>
          <a:bodyPr wrap="square" rtlCol="0" anchor="ctr"/>
          <a:lstStyle/>
          <a:p>
            <a:pPr defTabSz="1219170"/>
            <a:r>
              <a:rPr lang="en-US" dirty="0">
                <a:latin typeface="+mj-lt"/>
                <a:ea typeface="Arial" pitchFamily="34" charset="-122"/>
                <a:cs typeface="Arial" pitchFamily="34" charset="-120"/>
              </a:rPr>
              <a:t>Quand le cloud reste la solution adaptée</a:t>
            </a:r>
            <a:endParaRPr lang="en-US" dirty="0">
              <a:latin typeface="+mj-lt"/>
            </a:endParaRPr>
          </a:p>
        </p:txBody>
      </p:sp>
      <p:sp>
        <p:nvSpPr>
          <p:cNvPr id="36" name="Text 12">
            <a:extLst>
              <a:ext uri="{FF2B5EF4-FFF2-40B4-BE49-F238E27FC236}">
                <a16:creationId xmlns:a16="http://schemas.microsoft.com/office/drawing/2014/main" id="{57378CCB-89D0-BE6D-EA6F-DF837C95F409}"/>
              </a:ext>
            </a:extLst>
          </p:cNvPr>
          <p:cNvSpPr/>
          <p:nvPr/>
        </p:nvSpPr>
        <p:spPr>
          <a:xfrm>
            <a:off x="6065520" y="2126948"/>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expérimentez et avez besoin d'une mise à l'échelle élastique</a:t>
            </a:r>
            <a:endParaRPr lang="en-US" sz="1500">
              <a:solidFill>
                <a:prstClr val="black"/>
              </a:solidFill>
              <a:latin typeface="HP Forma DJR Office" pitchFamily="2" charset="0"/>
            </a:endParaRPr>
          </a:p>
        </p:txBody>
      </p:sp>
      <p:sp>
        <p:nvSpPr>
          <p:cNvPr id="37" name="Text 13">
            <a:extLst>
              <a:ext uri="{FF2B5EF4-FFF2-40B4-BE49-F238E27FC236}">
                <a16:creationId xmlns:a16="http://schemas.microsoft.com/office/drawing/2014/main" id="{A117CB05-8176-459D-C3D3-84E9A57147F4}"/>
              </a:ext>
            </a:extLst>
          </p:cNvPr>
          <p:cNvSpPr/>
          <p:nvPr/>
        </p:nvSpPr>
        <p:spPr>
          <a:xfrm>
            <a:off x="6065520" y="2635247"/>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Les charges de travail sont irrégulières et imprévisibles</a:t>
            </a:r>
            <a:endParaRPr lang="en-US" sz="1500">
              <a:solidFill>
                <a:prstClr val="black"/>
              </a:solidFill>
              <a:latin typeface="HP Forma DJR Office" pitchFamily="2" charset="0"/>
            </a:endParaRPr>
          </a:p>
        </p:txBody>
      </p:sp>
      <p:sp>
        <p:nvSpPr>
          <p:cNvPr id="38" name="Text 14">
            <a:extLst>
              <a:ext uri="{FF2B5EF4-FFF2-40B4-BE49-F238E27FC236}">
                <a16:creationId xmlns:a16="http://schemas.microsoft.com/office/drawing/2014/main" id="{F2DA3EF2-BBEE-075A-9EEF-9B1E8A87B254}"/>
              </a:ext>
            </a:extLst>
          </p:cNvPr>
          <p:cNvSpPr/>
          <p:nvPr/>
        </p:nvSpPr>
        <p:spPr>
          <a:xfrm>
            <a:off x="6065520" y="3143546"/>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Aucune contrainte de conformité ne s'applique à l'emplacement de traitement des données</a:t>
            </a:r>
            <a:endParaRPr lang="en-US" sz="1500">
              <a:solidFill>
                <a:prstClr val="black"/>
              </a:solidFill>
              <a:latin typeface="HP Forma DJR Office" pitchFamily="2" charset="0"/>
            </a:endParaRPr>
          </a:p>
        </p:txBody>
      </p:sp>
      <p:sp>
        <p:nvSpPr>
          <p:cNvPr id="39" name="Text 15">
            <a:extLst>
              <a:ext uri="{FF2B5EF4-FFF2-40B4-BE49-F238E27FC236}">
                <a16:creationId xmlns:a16="http://schemas.microsoft.com/office/drawing/2014/main" id="{3B8C846C-25FD-8BC9-D58E-685A0FE84970}"/>
              </a:ext>
            </a:extLst>
          </p:cNvPr>
          <p:cNvSpPr/>
          <p:nvPr/>
        </p:nvSpPr>
        <p:spPr>
          <a:xfrm>
            <a:off x="6065520" y="3651845"/>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n'avez besoin d'accéder aux modèles de pointe que via une API</a:t>
            </a:r>
            <a:endParaRPr lang="en-US" sz="1500">
              <a:solidFill>
                <a:prstClr val="black"/>
              </a:solidFill>
              <a:latin typeface="HP Forma DJR Office" pitchFamily="2" charset="0"/>
            </a:endParaRPr>
          </a:p>
        </p:txBody>
      </p:sp>
      <p:sp>
        <p:nvSpPr>
          <p:cNvPr id="40" name="Text 16">
            <a:extLst>
              <a:ext uri="{FF2B5EF4-FFF2-40B4-BE49-F238E27FC236}">
                <a16:creationId xmlns:a16="http://schemas.microsoft.com/office/drawing/2014/main" id="{26700B84-367C-CFE5-6933-41E5B7D4F17B}"/>
              </a:ext>
            </a:extLst>
          </p:cNvPr>
          <p:cNvSpPr/>
          <p:nvPr/>
        </p:nvSpPr>
        <p:spPr>
          <a:xfrm>
            <a:off x="6065520" y="4160144"/>
            <a:ext cx="4998720" cy="487680"/>
          </a:xfrm>
          <a:prstGeom prst="rect">
            <a:avLst/>
          </a:prstGeom>
          <a:noFill/>
          <a:ln/>
        </p:spPr>
        <p:txBody>
          <a:bodyPr wrap="square" rtlCol="0" anchor="ctr"/>
          <a:lstStyle/>
          <a:p>
            <a:pPr defTabSz="1219170"/>
            <a:r>
              <a:rPr lang="en-US" sz="1500">
                <a:solidFill>
                  <a:srgbClr val="333333"/>
                </a:solidFill>
                <a:latin typeface="HP Forma DJR Office" pitchFamily="2" charset="0"/>
                <a:ea typeface="Arial" pitchFamily="34" charset="-122"/>
                <a:cs typeface="Arial" pitchFamily="34" charset="-120"/>
              </a:rPr>
              <a:t>✓ Vous ne rencontrez pas encore de friction liée aux coûts ou aux files d'attente</a:t>
            </a:r>
            <a:endParaRPr lang="en-US" sz="1500">
              <a:solidFill>
                <a:prstClr val="black"/>
              </a:solidFill>
              <a:latin typeface="HP Forma DJR Office" pitchFamily="2" charset="0"/>
            </a:endParaRPr>
          </a:p>
        </p:txBody>
      </p:sp>
      <p:sp>
        <p:nvSpPr>
          <p:cNvPr id="41" name="Text 18">
            <a:extLst>
              <a:ext uri="{FF2B5EF4-FFF2-40B4-BE49-F238E27FC236}">
                <a16:creationId xmlns:a16="http://schemas.microsoft.com/office/drawing/2014/main" id="{661D1740-7C57-7E33-F958-6943B82AD95D}"/>
              </a:ext>
            </a:extLst>
          </p:cNvPr>
          <p:cNvSpPr/>
          <p:nvPr/>
        </p:nvSpPr>
        <p:spPr>
          <a:xfrm>
            <a:off x="579120" y="4900773"/>
            <a:ext cx="10363200" cy="365760"/>
          </a:xfrm>
          <a:prstGeom prst="rect">
            <a:avLst/>
          </a:prstGeom>
          <a:noFill/>
          <a:ln/>
        </p:spPr>
        <p:txBody>
          <a:bodyPr wrap="square" rtlCol="0" anchor="ctr"/>
          <a:lstStyle/>
          <a:p>
            <a:pPr defTabSz="1219170"/>
            <a:r>
              <a:rPr lang="en-US" dirty="0">
                <a:solidFill>
                  <a:schemeClr val="bg1"/>
                </a:solidFill>
                <a:latin typeface="+mj-lt"/>
                <a:ea typeface="Arial" pitchFamily="34" charset="-122"/>
                <a:cs typeface="Arial" pitchFamily="34" charset="-120"/>
              </a:rPr>
              <a:t>La plupart des organisations utilisent les deux.</a:t>
            </a:r>
            <a:endParaRPr lang="en-US" dirty="0">
              <a:solidFill>
                <a:schemeClr val="bg1"/>
              </a:solidFill>
              <a:latin typeface="+mj-lt"/>
            </a:endParaRPr>
          </a:p>
        </p:txBody>
      </p:sp>
      <p:sp>
        <p:nvSpPr>
          <p:cNvPr id="42" name="Text 19">
            <a:extLst>
              <a:ext uri="{FF2B5EF4-FFF2-40B4-BE49-F238E27FC236}">
                <a16:creationId xmlns:a16="http://schemas.microsoft.com/office/drawing/2014/main" id="{8FE564D1-3102-E4E6-4DE1-BDB70E33C994}"/>
              </a:ext>
            </a:extLst>
          </p:cNvPr>
          <p:cNvSpPr/>
          <p:nvPr/>
        </p:nvSpPr>
        <p:spPr>
          <a:xfrm>
            <a:off x="579120" y="5266533"/>
            <a:ext cx="10363200" cy="487680"/>
          </a:xfrm>
          <a:prstGeom prst="rect">
            <a:avLst/>
          </a:prstGeom>
          <a:noFill/>
          <a:ln/>
        </p:spPr>
        <p:txBody>
          <a:bodyPr wrap="square" rtlCol="0" anchor="ctr"/>
          <a:lstStyle/>
          <a:p>
            <a:pPr defTabSz="1219170"/>
            <a:r>
              <a:rPr lang="en-US" sz="1467" dirty="0">
                <a:solidFill>
                  <a:schemeClr val="bg1"/>
                </a:solidFill>
                <a:latin typeface="HP Forma DJR Office" pitchFamily="2" charset="0"/>
                <a:ea typeface="Arial" pitchFamily="34" charset="-122"/>
                <a:cs typeface="Arial" pitchFamily="34" charset="-120"/>
              </a:rPr>
              <a:t>ZGX Fury prend en charge les charges de travail pour lesquelles le cloud n'est pas la bonne réponse : développement sensible aux questions de conformité, inférence sensible aux coûts et flux de travail où la gravité des données est déterminante.</a:t>
            </a:r>
            <a:endParaRPr lang="en-US" sz="1467" dirty="0">
              <a:solidFill>
                <a:schemeClr val="bg1"/>
              </a:solidFill>
              <a:latin typeface="HP Forma DJR Office" pitchFamily="2" charset="0"/>
            </a:endParaRPr>
          </a:p>
        </p:txBody>
      </p:sp>
    </p:spTree>
    <p:extLst>
      <p:ext uri="{BB962C8B-B14F-4D97-AF65-F5344CB8AC3E}">
        <p14:creationId xmlns:p14="http://schemas.microsoft.com/office/powerpoint/2010/main" val="214901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7A247-08FA-6DB5-B509-27552C9F8F6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82F180-491D-7EB1-777D-D951D07E527E}"/>
              </a:ext>
            </a:extLst>
          </p:cNvPr>
          <p:cNvSpPr>
            <a:spLocks noGrp="1"/>
          </p:cNvSpPr>
          <p:nvPr>
            <p:ph type="title"/>
          </p:nvPr>
        </p:nvSpPr>
        <p:spPr>
          <a:xfrm>
            <a:off x="457200" y="441471"/>
            <a:ext cx="11278800" cy="393300"/>
          </a:xfrm>
        </p:spPr>
        <p:txBody>
          <a:bodyPr/>
          <a:lstStyle/>
          <a:p>
            <a:r>
              <a:rPr lang="en-US" dirty="0"/>
              <a:t>ZGX Fury : cas d'usage par secteur</a:t>
            </a:r>
          </a:p>
        </p:txBody>
      </p:sp>
      <p:sp>
        <p:nvSpPr>
          <p:cNvPr id="6" name="Text Placeholder 5">
            <a:extLst>
              <a:ext uri="{FF2B5EF4-FFF2-40B4-BE49-F238E27FC236}">
                <a16:creationId xmlns:a16="http://schemas.microsoft.com/office/drawing/2014/main" id="{F3D1EC9A-28AF-1CF1-88BA-2E3A8E332E06}"/>
              </a:ext>
            </a:extLst>
          </p:cNvPr>
          <p:cNvSpPr>
            <a:spLocks noGrp="1"/>
          </p:cNvSpPr>
          <p:nvPr>
            <p:ph type="body" sz="quarter" idx="13"/>
          </p:nvPr>
        </p:nvSpPr>
        <p:spPr>
          <a:xfrm>
            <a:off x="457200" y="834770"/>
            <a:ext cx="11278800" cy="295967"/>
          </a:xfrm>
        </p:spPr>
        <p:txBody>
          <a:bodyPr/>
          <a:lstStyle/>
          <a:p>
            <a:r>
              <a:rPr lang="en-US" dirty="0"/>
              <a:t>Développement IA et inférence de production dans divers secteurs</a:t>
            </a:r>
          </a:p>
          <a:p>
            <a:endParaRPr lang="en-US" dirty="0"/>
          </a:p>
          <a:p>
            <a:endParaRPr lang="en-US" dirty="0"/>
          </a:p>
          <a:p>
            <a:endParaRPr lang="en-US" dirty="0"/>
          </a:p>
        </p:txBody>
      </p:sp>
      <p:sp>
        <p:nvSpPr>
          <p:cNvPr id="33" name="Footer Placeholder 5">
            <a:extLst>
              <a:ext uri="{FF2B5EF4-FFF2-40B4-BE49-F238E27FC236}">
                <a16:creationId xmlns:a16="http://schemas.microsoft.com/office/drawing/2014/main" id="{98DF7D53-39D9-6E73-0B7A-D73CF57DB241}"/>
              </a:ext>
            </a:extLst>
          </p:cNvPr>
          <p:cNvSpPr>
            <a:spLocks noGrp="1"/>
          </p:cNvSpPr>
          <p:nvPr>
            <p:ph type="ftr" sz="quarter" idx="18"/>
          </p:nvPr>
        </p:nvSpPr>
        <p:spPr>
          <a:xfrm>
            <a:off x="6396505" y="6316162"/>
            <a:ext cx="5339495" cy="107722"/>
          </a:xfrm>
        </p:spPr>
        <p:txBody>
          <a:bodyPr/>
          <a:lstStyle/>
          <a:p>
            <a:r>
              <a:rPr lang="en-US" dirty="0"/>
              <a:t>HP Restreint. Usage interne HP uniquement.</a:t>
            </a:r>
          </a:p>
        </p:txBody>
      </p:sp>
      <p:grpSp>
        <p:nvGrpSpPr>
          <p:cNvPr id="125" name="Group 124">
            <a:extLst>
              <a:ext uri="{FF2B5EF4-FFF2-40B4-BE49-F238E27FC236}">
                <a16:creationId xmlns:a16="http://schemas.microsoft.com/office/drawing/2014/main" id="{3031204D-6EF4-9E93-D8E8-23BF5144A5EC}"/>
              </a:ext>
            </a:extLst>
          </p:cNvPr>
          <p:cNvGrpSpPr/>
          <p:nvPr/>
        </p:nvGrpSpPr>
        <p:grpSpPr>
          <a:xfrm>
            <a:off x="456000" y="1503263"/>
            <a:ext cx="2938451" cy="4278971"/>
            <a:chOff x="456000" y="1503263"/>
            <a:chExt cx="2938451" cy="4278971"/>
          </a:xfrm>
        </p:grpSpPr>
        <p:sp>
          <p:nvSpPr>
            <p:cNvPr id="2" name="Shape 2">
              <a:extLst>
                <a:ext uri="{FF2B5EF4-FFF2-40B4-BE49-F238E27FC236}">
                  <a16:creationId xmlns:a16="http://schemas.microsoft.com/office/drawing/2014/main" id="{BD0365D7-BA10-429F-A50D-9D09290CFD13}"/>
                </a:ext>
              </a:extLst>
            </p:cNvPr>
            <p:cNvSpPr/>
            <p:nvPr/>
          </p:nvSpPr>
          <p:spPr>
            <a:xfrm>
              <a:off x="456000"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3" name="Text 4">
              <a:extLst>
                <a:ext uri="{FF2B5EF4-FFF2-40B4-BE49-F238E27FC236}">
                  <a16:creationId xmlns:a16="http://schemas.microsoft.com/office/drawing/2014/main" id="{8E99952A-CFF8-F2F6-B9ED-C0D1FB8048E3}"/>
                </a:ext>
              </a:extLst>
            </p:cNvPr>
            <p:cNvSpPr/>
            <p:nvPr/>
          </p:nvSpPr>
          <p:spPr>
            <a:xfrm>
              <a:off x="645155"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Healthcare</a:t>
              </a:r>
              <a:endParaRPr lang="en-US" dirty="0">
                <a:latin typeface="+mj-lt"/>
              </a:endParaRPr>
            </a:p>
          </p:txBody>
        </p:sp>
        <p:sp>
          <p:nvSpPr>
            <p:cNvPr id="4" name="Text 5">
              <a:extLst>
                <a:ext uri="{FF2B5EF4-FFF2-40B4-BE49-F238E27FC236}">
                  <a16:creationId xmlns:a16="http://schemas.microsoft.com/office/drawing/2014/main" id="{4A494F14-A705-248D-4647-5BD2D43A61F9}"/>
                </a:ext>
              </a:extLst>
            </p:cNvPr>
            <p:cNvSpPr/>
            <p:nvPr/>
          </p:nvSpPr>
          <p:spPr>
            <a:xfrm>
              <a:off x="645155"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AI development</a:t>
              </a:r>
              <a:endParaRPr lang="en-US" sz="1400" dirty="0">
                <a:latin typeface="+mj-lt"/>
              </a:endParaRPr>
            </a:p>
          </p:txBody>
        </p:sp>
        <p:sp>
          <p:nvSpPr>
            <p:cNvPr id="7" name="Text 6">
              <a:extLst>
                <a:ext uri="{FF2B5EF4-FFF2-40B4-BE49-F238E27FC236}">
                  <a16:creationId xmlns:a16="http://schemas.microsoft.com/office/drawing/2014/main" id="{A9CDB402-6FFC-E64A-9CB6-8E8650F69988}"/>
                </a:ext>
              </a:extLst>
            </p:cNvPr>
            <p:cNvSpPr/>
            <p:nvPr/>
          </p:nvSpPr>
          <p:spPr>
            <a:xfrm>
              <a:off x="645155"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Fine-tune medical imaging models on patient data</a:t>
              </a:r>
              <a:endParaRPr lang="en-US" sz="1200" dirty="0">
                <a:latin typeface="HP Forma DJR Office" pitchFamily="2" charset="77"/>
              </a:endParaRPr>
            </a:p>
          </p:txBody>
        </p:sp>
        <p:sp>
          <p:nvSpPr>
            <p:cNvPr id="8" name="Text 7">
              <a:extLst>
                <a:ext uri="{FF2B5EF4-FFF2-40B4-BE49-F238E27FC236}">
                  <a16:creationId xmlns:a16="http://schemas.microsoft.com/office/drawing/2014/main" id="{0200585B-530F-D0CE-85BB-805AD6882430}"/>
                </a:ext>
              </a:extLst>
            </p:cNvPr>
            <p:cNvSpPr/>
            <p:nvPr/>
          </p:nvSpPr>
          <p:spPr>
            <a:xfrm>
              <a:off x="645155"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HIPAA compliant</a:t>
              </a:r>
              <a:endParaRPr lang="en-US" sz="1000" dirty="0">
                <a:latin typeface="HP Forma DJR Office" pitchFamily="2" charset="77"/>
              </a:endParaRP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Proprietary clinical datasets</a:t>
              </a:r>
              <a:endParaRPr lang="en-US" sz="1000" dirty="0">
                <a:latin typeface="HP Forma DJR Office" pitchFamily="2" charset="77"/>
              </a:endParaRP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Iterate without cloud loops</a:t>
              </a:r>
              <a:endParaRPr lang="en-US" sz="1000" dirty="0">
                <a:latin typeface="HP Forma DJR Office" pitchFamily="2" charset="77"/>
              </a:endParaRPr>
            </a:p>
          </p:txBody>
        </p:sp>
        <p:sp>
          <p:nvSpPr>
            <p:cNvPr id="16" name="Shape 11">
              <a:extLst>
                <a:ext uri="{FF2B5EF4-FFF2-40B4-BE49-F238E27FC236}">
                  <a16:creationId xmlns:a16="http://schemas.microsoft.com/office/drawing/2014/main" id="{06FB99BA-6144-A5DB-31C1-C173CD158604}"/>
                </a:ext>
              </a:extLst>
            </p:cNvPr>
            <p:cNvSpPr/>
            <p:nvPr/>
          </p:nvSpPr>
          <p:spPr>
            <a:xfrm>
              <a:off x="456000"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21" name="Text 12">
              <a:extLst>
                <a:ext uri="{FF2B5EF4-FFF2-40B4-BE49-F238E27FC236}">
                  <a16:creationId xmlns:a16="http://schemas.microsoft.com/office/drawing/2014/main" id="{382BA1F7-9C9B-7039-870D-0526B99D32B1}"/>
                </a:ext>
              </a:extLst>
            </p:cNvPr>
            <p:cNvSpPr/>
            <p:nvPr/>
          </p:nvSpPr>
          <p:spPr>
            <a:xfrm>
              <a:off x="645155"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Why ZGX Fury? </a:t>
              </a:r>
              <a:endParaRPr lang="en-US" sz="1400" dirty="0">
                <a:solidFill>
                  <a:prstClr val="black"/>
                </a:solidFill>
                <a:latin typeface="+mj-lt"/>
              </a:endParaRPr>
            </a:p>
          </p:txBody>
        </p:sp>
        <p:sp>
          <p:nvSpPr>
            <p:cNvPr id="22" name="Text 13">
              <a:extLst>
                <a:ext uri="{FF2B5EF4-FFF2-40B4-BE49-F238E27FC236}">
                  <a16:creationId xmlns:a16="http://schemas.microsoft.com/office/drawing/2014/main" id="{7517F707-89D2-23A1-D463-22D8EC3C33A5}"/>
                </a:ext>
              </a:extLst>
            </p:cNvPr>
            <p:cNvSpPr/>
            <p:nvPr/>
          </p:nvSpPr>
          <p:spPr>
            <a:xfrm>
              <a:off x="645155" y="5238577"/>
              <a:ext cx="1767247"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On-prem compliance, zero data movement</a:t>
              </a:r>
              <a:endParaRPr lang="en-US" sz="1200" dirty="0">
                <a:solidFill>
                  <a:prstClr val="black"/>
                </a:solidFill>
                <a:latin typeface="HP Forma DJR Office" pitchFamily="2" charset="77"/>
              </a:endParaRPr>
            </a:p>
          </p:txBody>
        </p:sp>
        <p:sp>
          <p:nvSpPr>
            <p:cNvPr id="69" name="Text 5">
              <a:extLst>
                <a:ext uri="{FF2B5EF4-FFF2-40B4-BE49-F238E27FC236}">
                  <a16:creationId xmlns:a16="http://schemas.microsoft.com/office/drawing/2014/main" id="{6CFBC0E5-D5A4-5705-B3E8-BDEFA9E2C22C}"/>
                </a:ext>
              </a:extLst>
            </p:cNvPr>
            <p:cNvSpPr/>
            <p:nvPr/>
          </p:nvSpPr>
          <p:spPr>
            <a:xfrm>
              <a:off x="645155"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Production inference</a:t>
              </a:r>
              <a:endParaRPr lang="en-US" sz="1400" dirty="0">
                <a:latin typeface="+mj-lt"/>
              </a:endParaRPr>
            </a:p>
          </p:txBody>
        </p:sp>
        <p:sp>
          <p:nvSpPr>
            <p:cNvPr id="70" name="Text 6">
              <a:extLst>
                <a:ext uri="{FF2B5EF4-FFF2-40B4-BE49-F238E27FC236}">
                  <a16:creationId xmlns:a16="http://schemas.microsoft.com/office/drawing/2014/main" id="{6AD32777-EE23-E5FD-12A9-90DA096946FB}"/>
                </a:ext>
              </a:extLst>
            </p:cNvPr>
            <p:cNvSpPr/>
            <p:nvPr/>
          </p:nvSpPr>
          <p:spPr>
            <a:xfrm>
              <a:off x="645155" y="3787744"/>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Real-time radiology AI assist</a:t>
              </a:r>
            </a:p>
            <a:p>
              <a:pPr defTabSz="1219170"/>
              <a:endParaRPr lang="en-US" sz="1200" dirty="0">
                <a:latin typeface="HP Forma DJR Office" pitchFamily="2" charset="77"/>
                <a:ea typeface="Arial" pitchFamily="34" charset="-122"/>
                <a:cs typeface="Arial" pitchFamily="34" charset="-120"/>
              </a:endParaRPr>
            </a:p>
          </p:txBody>
        </p:sp>
        <p:sp>
          <p:nvSpPr>
            <p:cNvPr id="71" name="Text 7">
              <a:extLst>
                <a:ext uri="{FF2B5EF4-FFF2-40B4-BE49-F238E27FC236}">
                  <a16:creationId xmlns:a16="http://schemas.microsoft.com/office/drawing/2014/main" id="{E21CF8CD-E02A-8B7B-EE1C-C1F801F068BD}"/>
                </a:ext>
              </a:extLst>
            </p:cNvPr>
            <p:cNvSpPr/>
            <p:nvPr/>
          </p:nvSpPr>
          <p:spPr>
            <a:xfrm>
              <a:off x="645155"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Deterministic latency</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Local diagnostic imaging</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Multi-clinician support</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grpSp>
        <p:nvGrpSpPr>
          <p:cNvPr id="126" name="Group 125">
            <a:extLst>
              <a:ext uri="{FF2B5EF4-FFF2-40B4-BE49-F238E27FC236}">
                <a16:creationId xmlns:a16="http://schemas.microsoft.com/office/drawing/2014/main" id="{82C6DB44-E302-F97E-42F2-6FB5399F5922}"/>
              </a:ext>
            </a:extLst>
          </p:cNvPr>
          <p:cNvGrpSpPr/>
          <p:nvPr/>
        </p:nvGrpSpPr>
        <p:grpSpPr>
          <a:xfrm>
            <a:off x="3329188" y="1503263"/>
            <a:ext cx="2938451" cy="4278971"/>
            <a:chOff x="3347117" y="1503263"/>
            <a:chExt cx="2938451" cy="4278971"/>
          </a:xfrm>
        </p:grpSpPr>
        <p:sp>
          <p:nvSpPr>
            <p:cNvPr id="72" name="Shape 2">
              <a:extLst>
                <a:ext uri="{FF2B5EF4-FFF2-40B4-BE49-F238E27FC236}">
                  <a16:creationId xmlns:a16="http://schemas.microsoft.com/office/drawing/2014/main" id="{D2F0A2C5-720A-B4A8-259B-7B2FF1824A24}"/>
                </a:ext>
              </a:extLst>
            </p:cNvPr>
            <p:cNvSpPr/>
            <p:nvPr/>
          </p:nvSpPr>
          <p:spPr>
            <a:xfrm>
              <a:off x="3347117"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73" name="Text 4">
              <a:extLst>
                <a:ext uri="{FF2B5EF4-FFF2-40B4-BE49-F238E27FC236}">
                  <a16:creationId xmlns:a16="http://schemas.microsoft.com/office/drawing/2014/main" id="{DB054C36-6F6A-114C-FF4A-25DF6B499A28}"/>
                </a:ext>
              </a:extLst>
            </p:cNvPr>
            <p:cNvSpPr/>
            <p:nvPr/>
          </p:nvSpPr>
          <p:spPr>
            <a:xfrm>
              <a:off x="3536272"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Government &amp; defense</a:t>
              </a:r>
              <a:endParaRPr lang="en-US" dirty="0">
                <a:latin typeface="+mj-lt"/>
              </a:endParaRPr>
            </a:p>
          </p:txBody>
        </p:sp>
        <p:sp>
          <p:nvSpPr>
            <p:cNvPr id="74" name="Text 5">
              <a:extLst>
                <a:ext uri="{FF2B5EF4-FFF2-40B4-BE49-F238E27FC236}">
                  <a16:creationId xmlns:a16="http://schemas.microsoft.com/office/drawing/2014/main" id="{E8728ED8-09FB-6E77-C78E-DF817E5AF188}"/>
                </a:ext>
              </a:extLst>
            </p:cNvPr>
            <p:cNvSpPr/>
            <p:nvPr/>
          </p:nvSpPr>
          <p:spPr>
            <a:xfrm>
              <a:off x="3536272"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AI development</a:t>
              </a:r>
              <a:endParaRPr lang="en-US" sz="1400" dirty="0">
                <a:latin typeface="+mj-lt"/>
              </a:endParaRPr>
            </a:p>
          </p:txBody>
        </p:sp>
        <p:sp>
          <p:nvSpPr>
            <p:cNvPr id="75" name="Text 6">
              <a:extLst>
                <a:ext uri="{FF2B5EF4-FFF2-40B4-BE49-F238E27FC236}">
                  <a16:creationId xmlns:a16="http://schemas.microsoft.com/office/drawing/2014/main" id="{EE063CD0-8786-9945-588C-B567F7B9DF22}"/>
                </a:ext>
              </a:extLst>
            </p:cNvPr>
            <p:cNvSpPr/>
            <p:nvPr/>
          </p:nvSpPr>
          <p:spPr>
            <a:xfrm>
              <a:off x="3536272"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Fine-tune LLMs on classified intelligence</a:t>
              </a:r>
            </a:p>
            <a:p>
              <a:pPr defTabSz="1219170"/>
              <a:endParaRPr lang="en-US" sz="1200" dirty="0">
                <a:latin typeface="HP Forma DJR Office" pitchFamily="2" charset="77"/>
                <a:ea typeface="Arial" pitchFamily="34" charset="-122"/>
                <a:cs typeface="Arial" pitchFamily="34" charset="-120"/>
              </a:endParaRPr>
            </a:p>
          </p:txBody>
        </p:sp>
        <p:sp>
          <p:nvSpPr>
            <p:cNvPr id="76" name="Text 7">
              <a:extLst>
                <a:ext uri="{FF2B5EF4-FFF2-40B4-BE49-F238E27FC236}">
                  <a16:creationId xmlns:a16="http://schemas.microsoft.com/office/drawing/2014/main" id="{53ECB0CE-F863-0795-D3A2-95AD47BF1C12}"/>
                </a:ext>
              </a:extLst>
            </p:cNvPr>
            <p:cNvSpPr/>
            <p:nvPr/>
          </p:nvSpPr>
          <p:spPr>
            <a:xfrm>
              <a:off x="3536272"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Air-gap capable</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Strict security requirements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TAA compliant</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sp>
          <p:nvSpPr>
            <p:cNvPr id="77" name="Shape 11">
              <a:extLst>
                <a:ext uri="{FF2B5EF4-FFF2-40B4-BE49-F238E27FC236}">
                  <a16:creationId xmlns:a16="http://schemas.microsoft.com/office/drawing/2014/main" id="{841F9F46-D45F-93CA-6176-DD9FC22CD1B2}"/>
                </a:ext>
              </a:extLst>
            </p:cNvPr>
            <p:cNvSpPr/>
            <p:nvPr/>
          </p:nvSpPr>
          <p:spPr>
            <a:xfrm>
              <a:off x="3347117"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78" name="Text 12">
              <a:extLst>
                <a:ext uri="{FF2B5EF4-FFF2-40B4-BE49-F238E27FC236}">
                  <a16:creationId xmlns:a16="http://schemas.microsoft.com/office/drawing/2014/main" id="{615E017E-4218-35E4-4CAD-C2C507FA7260}"/>
                </a:ext>
              </a:extLst>
            </p:cNvPr>
            <p:cNvSpPr/>
            <p:nvPr/>
          </p:nvSpPr>
          <p:spPr>
            <a:xfrm>
              <a:off x="3536272"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Why ZGX Fury? </a:t>
              </a:r>
              <a:endParaRPr lang="en-US" sz="1400" dirty="0">
                <a:solidFill>
                  <a:prstClr val="black"/>
                </a:solidFill>
                <a:latin typeface="+mj-lt"/>
              </a:endParaRPr>
            </a:p>
          </p:txBody>
        </p:sp>
        <p:sp>
          <p:nvSpPr>
            <p:cNvPr id="79" name="Text 13">
              <a:extLst>
                <a:ext uri="{FF2B5EF4-FFF2-40B4-BE49-F238E27FC236}">
                  <a16:creationId xmlns:a16="http://schemas.microsoft.com/office/drawing/2014/main" id="{957B9AFF-DBFE-612E-AC19-D227FC58B250}"/>
                </a:ext>
              </a:extLst>
            </p:cNvPr>
            <p:cNvSpPr/>
            <p:nvPr/>
          </p:nvSpPr>
          <p:spPr>
            <a:xfrm>
              <a:off x="3536272" y="5238577"/>
              <a:ext cx="2749296"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Air-gap ready, zero egress</a:t>
              </a:r>
            </a:p>
            <a:p>
              <a:pPr defTabSz="1219170"/>
              <a:endParaRPr lang="en-US" sz="1200" dirty="0">
                <a:solidFill>
                  <a:srgbClr val="FFFFFF"/>
                </a:solidFill>
                <a:latin typeface="HP Forma DJR Office" pitchFamily="2" charset="77"/>
                <a:ea typeface="Arial" pitchFamily="34" charset="-122"/>
                <a:cs typeface="Arial" pitchFamily="34" charset="-120"/>
              </a:endParaRPr>
            </a:p>
          </p:txBody>
        </p:sp>
        <p:sp>
          <p:nvSpPr>
            <p:cNvPr id="80" name="Text 5">
              <a:extLst>
                <a:ext uri="{FF2B5EF4-FFF2-40B4-BE49-F238E27FC236}">
                  <a16:creationId xmlns:a16="http://schemas.microsoft.com/office/drawing/2014/main" id="{DB5AABCE-6208-49A0-13F5-14C5EA9CA8BC}"/>
                </a:ext>
              </a:extLst>
            </p:cNvPr>
            <p:cNvSpPr/>
            <p:nvPr/>
          </p:nvSpPr>
          <p:spPr>
            <a:xfrm>
              <a:off x="3536272"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Production inference</a:t>
              </a:r>
              <a:endParaRPr lang="en-US" sz="1400" dirty="0">
                <a:latin typeface="+mj-lt"/>
              </a:endParaRPr>
            </a:p>
          </p:txBody>
        </p:sp>
        <p:sp>
          <p:nvSpPr>
            <p:cNvPr id="81" name="Text 6">
              <a:extLst>
                <a:ext uri="{FF2B5EF4-FFF2-40B4-BE49-F238E27FC236}">
                  <a16:creationId xmlns:a16="http://schemas.microsoft.com/office/drawing/2014/main" id="{8DF562A3-4772-35F2-30B2-344D2DD103E0}"/>
                </a:ext>
              </a:extLst>
            </p:cNvPr>
            <p:cNvSpPr/>
            <p:nvPr/>
          </p:nvSpPr>
          <p:spPr>
            <a:xfrm>
              <a:off x="3536272" y="3787744"/>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Intelligence analyst copilot</a:t>
              </a: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p:txBody>
        </p:sp>
        <p:sp>
          <p:nvSpPr>
            <p:cNvPr id="82" name="Text 7">
              <a:extLst>
                <a:ext uri="{FF2B5EF4-FFF2-40B4-BE49-F238E27FC236}">
                  <a16:creationId xmlns:a16="http://schemas.microsoft.com/office/drawing/2014/main" id="{305D3C64-A9F9-0D07-950B-B4389A4BE80C}"/>
                </a:ext>
              </a:extLst>
            </p:cNvPr>
            <p:cNvSpPr/>
            <p:nvPr/>
          </p:nvSpPr>
          <p:spPr>
            <a:xfrm>
              <a:off x="3536272"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Local inference</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No external connectivity</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SCIF deployable</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grpSp>
        <p:nvGrpSpPr>
          <p:cNvPr id="127" name="Group 126">
            <a:extLst>
              <a:ext uri="{FF2B5EF4-FFF2-40B4-BE49-F238E27FC236}">
                <a16:creationId xmlns:a16="http://schemas.microsoft.com/office/drawing/2014/main" id="{E25D77DE-2B65-DBD1-9872-9E0E9DFB8337}"/>
              </a:ext>
            </a:extLst>
          </p:cNvPr>
          <p:cNvGrpSpPr/>
          <p:nvPr/>
        </p:nvGrpSpPr>
        <p:grpSpPr>
          <a:xfrm>
            <a:off x="6202376" y="1503263"/>
            <a:ext cx="2938451" cy="4278971"/>
            <a:chOff x="6238235" y="1503263"/>
            <a:chExt cx="2938451" cy="4278971"/>
          </a:xfrm>
        </p:grpSpPr>
        <p:sp>
          <p:nvSpPr>
            <p:cNvPr id="93" name="Shape 2">
              <a:extLst>
                <a:ext uri="{FF2B5EF4-FFF2-40B4-BE49-F238E27FC236}">
                  <a16:creationId xmlns:a16="http://schemas.microsoft.com/office/drawing/2014/main" id="{1AD68591-C854-CFF2-8C0D-CEECF055EBC9}"/>
                </a:ext>
              </a:extLst>
            </p:cNvPr>
            <p:cNvSpPr/>
            <p:nvPr/>
          </p:nvSpPr>
          <p:spPr>
            <a:xfrm>
              <a:off x="6238235"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94" name="Text 4">
              <a:extLst>
                <a:ext uri="{FF2B5EF4-FFF2-40B4-BE49-F238E27FC236}">
                  <a16:creationId xmlns:a16="http://schemas.microsoft.com/office/drawing/2014/main" id="{53497CBB-C12D-1DB9-2CB7-53B12BD4B453}"/>
                </a:ext>
              </a:extLst>
            </p:cNvPr>
            <p:cNvSpPr/>
            <p:nvPr/>
          </p:nvSpPr>
          <p:spPr>
            <a:xfrm>
              <a:off x="6427390"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Product design &amp; </a:t>
              </a:r>
              <a:r>
                <a:rPr lang="en-US" dirty="0" err="1">
                  <a:latin typeface="+mj-lt"/>
                  <a:ea typeface="Arial" pitchFamily="34" charset="-122"/>
                  <a:cs typeface="Arial" pitchFamily="34" charset="-120"/>
                </a:rPr>
                <a:t>mfg</a:t>
              </a:r>
              <a:endParaRPr lang="en-US" dirty="0">
                <a:latin typeface="+mj-lt"/>
              </a:endParaRPr>
            </a:p>
          </p:txBody>
        </p:sp>
        <p:sp>
          <p:nvSpPr>
            <p:cNvPr id="95" name="Text 5">
              <a:extLst>
                <a:ext uri="{FF2B5EF4-FFF2-40B4-BE49-F238E27FC236}">
                  <a16:creationId xmlns:a16="http://schemas.microsoft.com/office/drawing/2014/main" id="{EDB70622-68FC-FB3F-419D-A0EBD1504FFA}"/>
                </a:ext>
              </a:extLst>
            </p:cNvPr>
            <p:cNvSpPr/>
            <p:nvPr/>
          </p:nvSpPr>
          <p:spPr>
            <a:xfrm>
              <a:off x="6427390"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AI development</a:t>
              </a:r>
              <a:endParaRPr lang="en-US" sz="1400" dirty="0">
                <a:latin typeface="+mj-lt"/>
              </a:endParaRPr>
            </a:p>
          </p:txBody>
        </p:sp>
        <p:sp>
          <p:nvSpPr>
            <p:cNvPr id="96" name="Text 6">
              <a:extLst>
                <a:ext uri="{FF2B5EF4-FFF2-40B4-BE49-F238E27FC236}">
                  <a16:creationId xmlns:a16="http://schemas.microsoft.com/office/drawing/2014/main" id="{CA957398-03B8-4EDC-18F9-67AA444A33E7}"/>
                </a:ext>
              </a:extLst>
            </p:cNvPr>
            <p:cNvSpPr/>
            <p:nvPr/>
          </p:nvSpPr>
          <p:spPr>
            <a:xfrm>
              <a:off x="6427390"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Train generative design on simulation data</a:t>
              </a:r>
            </a:p>
            <a:p>
              <a:pPr defTabSz="1219170"/>
              <a:endParaRPr lang="en-US" sz="1200" dirty="0">
                <a:latin typeface="HP Forma DJR Office" pitchFamily="2" charset="77"/>
                <a:ea typeface="Arial" pitchFamily="34" charset="-122"/>
                <a:cs typeface="Arial" pitchFamily="34" charset="-120"/>
              </a:endParaRPr>
            </a:p>
          </p:txBody>
        </p:sp>
        <p:sp>
          <p:nvSpPr>
            <p:cNvPr id="97" name="Text 7">
              <a:extLst>
                <a:ext uri="{FF2B5EF4-FFF2-40B4-BE49-F238E27FC236}">
                  <a16:creationId xmlns:a16="http://schemas.microsoft.com/office/drawing/2014/main" id="{9BEBAEE5-7A44-2A6B-0C18-D864C67E40F9}"/>
                </a:ext>
              </a:extLst>
            </p:cNvPr>
            <p:cNvSpPr/>
            <p:nvPr/>
          </p:nvSpPr>
          <p:spPr>
            <a:xfrm>
              <a:off x="6427390"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IP protection</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Internal design libraries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Simulation outputs</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sp>
          <p:nvSpPr>
            <p:cNvPr id="98" name="Shape 11">
              <a:extLst>
                <a:ext uri="{FF2B5EF4-FFF2-40B4-BE49-F238E27FC236}">
                  <a16:creationId xmlns:a16="http://schemas.microsoft.com/office/drawing/2014/main" id="{4CBB0F64-7C4A-AB67-9150-368A7FD4FDA7}"/>
                </a:ext>
              </a:extLst>
            </p:cNvPr>
            <p:cNvSpPr/>
            <p:nvPr/>
          </p:nvSpPr>
          <p:spPr>
            <a:xfrm>
              <a:off x="6238235"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99" name="Text 12">
              <a:extLst>
                <a:ext uri="{FF2B5EF4-FFF2-40B4-BE49-F238E27FC236}">
                  <a16:creationId xmlns:a16="http://schemas.microsoft.com/office/drawing/2014/main" id="{9D3B7265-0AEF-BE31-2C5B-320A868EA2C9}"/>
                </a:ext>
              </a:extLst>
            </p:cNvPr>
            <p:cNvSpPr/>
            <p:nvPr/>
          </p:nvSpPr>
          <p:spPr>
            <a:xfrm>
              <a:off x="6427390"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Why ZGX Fury? </a:t>
              </a:r>
              <a:endParaRPr lang="en-US" sz="1400" dirty="0">
                <a:solidFill>
                  <a:prstClr val="black"/>
                </a:solidFill>
                <a:latin typeface="+mj-lt"/>
              </a:endParaRPr>
            </a:p>
          </p:txBody>
        </p:sp>
        <p:sp>
          <p:nvSpPr>
            <p:cNvPr id="100" name="Text 13">
              <a:extLst>
                <a:ext uri="{FF2B5EF4-FFF2-40B4-BE49-F238E27FC236}">
                  <a16:creationId xmlns:a16="http://schemas.microsoft.com/office/drawing/2014/main" id="{EFECA920-90D5-E295-05D8-A7D8D59FA4D8}"/>
                </a:ext>
              </a:extLst>
            </p:cNvPr>
            <p:cNvSpPr/>
            <p:nvPr/>
          </p:nvSpPr>
          <p:spPr>
            <a:xfrm>
              <a:off x="6427390" y="5238577"/>
              <a:ext cx="2749296"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IP protection, predictable costs</a:t>
              </a:r>
            </a:p>
            <a:p>
              <a:pPr defTabSz="1219170"/>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p:txBody>
        </p:sp>
        <p:sp>
          <p:nvSpPr>
            <p:cNvPr id="101" name="Text 5">
              <a:extLst>
                <a:ext uri="{FF2B5EF4-FFF2-40B4-BE49-F238E27FC236}">
                  <a16:creationId xmlns:a16="http://schemas.microsoft.com/office/drawing/2014/main" id="{0BD47650-70CE-F524-7C14-52EF6D9B55CD}"/>
                </a:ext>
              </a:extLst>
            </p:cNvPr>
            <p:cNvSpPr/>
            <p:nvPr/>
          </p:nvSpPr>
          <p:spPr>
            <a:xfrm>
              <a:off x="6427390"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Production inference</a:t>
              </a:r>
              <a:endParaRPr lang="en-US" sz="1400" dirty="0">
                <a:latin typeface="+mj-lt"/>
              </a:endParaRPr>
            </a:p>
          </p:txBody>
        </p:sp>
        <p:sp>
          <p:nvSpPr>
            <p:cNvPr id="102" name="Text 6">
              <a:extLst>
                <a:ext uri="{FF2B5EF4-FFF2-40B4-BE49-F238E27FC236}">
                  <a16:creationId xmlns:a16="http://schemas.microsoft.com/office/drawing/2014/main" id="{0B4110DC-F636-79C1-B055-EB847E9A7F17}"/>
                </a:ext>
              </a:extLst>
            </p:cNvPr>
            <p:cNvSpPr/>
            <p:nvPr/>
          </p:nvSpPr>
          <p:spPr>
            <a:xfrm>
              <a:off x="6427390" y="3787744"/>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Real-time design optimization</a:t>
              </a: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p:txBody>
        </p:sp>
        <p:sp>
          <p:nvSpPr>
            <p:cNvPr id="103" name="Text 7">
              <a:extLst>
                <a:ext uri="{FF2B5EF4-FFF2-40B4-BE49-F238E27FC236}">
                  <a16:creationId xmlns:a16="http://schemas.microsoft.com/office/drawing/2014/main" id="{5704CF0E-A444-A199-CE59-D67FE44D6ABD}"/>
                </a:ext>
              </a:extLst>
            </p:cNvPr>
            <p:cNvSpPr/>
            <p:nvPr/>
          </p:nvSpPr>
          <p:spPr>
            <a:xfrm>
              <a:off x="6427390"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No queue times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No cloud round-trips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Faster prototyping</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grpSp>
        <p:nvGrpSpPr>
          <p:cNvPr id="128" name="Group 127">
            <a:extLst>
              <a:ext uri="{FF2B5EF4-FFF2-40B4-BE49-F238E27FC236}">
                <a16:creationId xmlns:a16="http://schemas.microsoft.com/office/drawing/2014/main" id="{632A5624-65B7-8844-490A-8AF7F57E3365}"/>
              </a:ext>
            </a:extLst>
          </p:cNvPr>
          <p:cNvGrpSpPr/>
          <p:nvPr/>
        </p:nvGrpSpPr>
        <p:grpSpPr>
          <a:xfrm>
            <a:off x="9075564" y="1503263"/>
            <a:ext cx="2938451" cy="4278971"/>
            <a:chOff x="9075564" y="1503263"/>
            <a:chExt cx="2938451" cy="4278971"/>
          </a:xfrm>
        </p:grpSpPr>
        <p:sp>
          <p:nvSpPr>
            <p:cNvPr id="114" name="Shape 2">
              <a:extLst>
                <a:ext uri="{FF2B5EF4-FFF2-40B4-BE49-F238E27FC236}">
                  <a16:creationId xmlns:a16="http://schemas.microsoft.com/office/drawing/2014/main" id="{D7610483-F900-D13A-F4D8-2FB79294821D}"/>
                </a:ext>
              </a:extLst>
            </p:cNvPr>
            <p:cNvSpPr/>
            <p:nvPr/>
          </p:nvSpPr>
          <p:spPr>
            <a:xfrm>
              <a:off x="9075564" y="1503263"/>
              <a:ext cx="2749296" cy="4278971"/>
            </a:xfrm>
            <a:prstGeom prst="rect">
              <a:avLst/>
            </a:prstGeom>
            <a:solidFill>
              <a:srgbClr val="F5F5F5"/>
            </a:solidFill>
            <a:ln w="6350">
              <a:solidFill>
                <a:srgbClr val="E0E0E0"/>
              </a:solidFill>
              <a:prstDash val="solid"/>
            </a:ln>
          </p:spPr>
          <p:txBody>
            <a:bodyPr/>
            <a:lstStyle/>
            <a:p>
              <a:pPr defTabSz="1219170"/>
              <a:endParaRPr lang="en-US" sz="2400">
                <a:solidFill>
                  <a:prstClr val="black"/>
                </a:solidFill>
                <a:latin typeface="Calibri" panose="020F0502020204030204"/>
              </a:endParaRPr>
            </a:p>
          </p:txBody>
        </p:sp>
        <p:sp>
          <p:nvSpPr>
            <p:cNvPr id="115" name="Text 4">
              <a:extLst>
                <a:ext uri="{FF2B5EF4-FFF2-40B4-BE49-F238E27FC236}">
                  <a16:creationId xmlns:a16="http://schemas.microsoft.com/office/drawing/2014/main" id="{AC70EFF7-2005-9AA3-E9A4-1FF64E6AA976}"/>
                </a:ext>
              </a:extLst>
            </p:cNvPr>
            <p:cNvSpPr/>
            <p:nvPr/>
          </p:nvSpPr>
          <p:spPr>
            <a:xfrm>
              <a:off x="9264719" y="1610850"/>
              <a:ext cx="2621280" cy="365760"/>
            </a:xfrm>
            <a:prstGeom prst="rect">
              <a:avLst/>
            </a:prstGeom>
            <a:noFill/>
            <a:ln/>
          </p:spPr>
          <p:txBody>
            <a:bodyPr wrap="square" lIns="0" rtlCol="0" anchor="ctr"/>
            <a:lstStyle/>
            <a:p>
              <a:pPr defTabSz="1219170"/>
              <a:r>
                <a:rPr lang="en-US" dirty="0">
                  <a:latin typeface="+mj-lt"/>
                  <a:ea typeface="Arial" pitchFamily="34" charset="-122"/>
                  <a:cs typeface="Arial" pitchFamily="34" charset="-120"/>
                </a:rPr>
                <a:t>Research labs</a:t>
              </a:r>
              <a:endParaRPr lang="en-US" dirty="0">
                <a:latin typeface="+mj-lt"/>
              </a:endParaRPr>
            </a:p>
          </p:txBody>
        </p:sp>
        <p:sp>
          <p:nvSpPr>
            <p:cNvPr id="116" name="Text 5">
              <a:extLst>
                <a:ext uri="{FF2B5EF4-FFF2-40B4-BE49-F238E27FC236}">
                  <a16:creationId xmlns:a16="http://schemas.microsoft.com/office/drawing/2014/main" id="{98375C30-FD69-BCB1-104F-10EC4C044F67}"/>
                </a:ext>
              </a:extLst>
            </p:cNvPr>
            <p:cNvSpPr/>
            <p:nvPr/>
          </p:nvSpPr>
          <p:spPr>
            <a:xfrm>
              <a:off x="9264719" y="2051280"/>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AI development</a:t>
              </a:r>
              <a:endParaRPr lang="en-US" sz="1400" dirty="0">
                <a:latin typeface="+mj-lt"/>
              </a:endParaRPr>
            </a:p>
          </p:txBody>
        </p:sp>
        <p:sp>
          <p:nvSpPr>
            <p:cNvPr id="117" name="Text 6">
              <a:extLst>
                <a:ext uri="{FF2B5EF4-FFF2-40B4-BE49-F238E27FC236}">
                  <a16:creationId xmlns:a16="http://schemas.microsoft.com/office/drawing/2014/main" id="{0F8FDB11-5E59-8F4C-8EAF-5DB4D6C727EA}"/>
                </a:ext>
              </a:extLst>
            </p:cNvPr>
            <p:cNvSpPr/>
            <p:nvPr/>
          </p:nvSpPr>
          <p:spPr>
            <a:xfrm>
              <a:off x="9264719" y="2295120"/>
              <a:ext cx="2121657" cy="548640"/>
            </a:xfrm>
            <a:prstGeom prst="rect">
              <a:avLst/>
            </a:prstGeom>
            <a:noFill/>
            <a:ln/>
          </p:spPr>
          <p:txBody>
            <a:bodyPr wrap="square" lIns="0" rtlCol="0" anchor="t"/>
            <a:lstStyle/>
            <a:p>
              <a:pPr defTabSz="1219170"/>
              <a:r>
                <a:rPr lang="en-US" sz="1200" dirty="0">
                  <a:latin typeface="HP Forma DJR Office" pitchFamily="2" charset="77"/>
                  <a:ea typeface="Arial" pitchFamily="34" charset="-122"/>
                  <a:cs typeface="Arial" pitchFamily="34" charset="-120"/>
                </a:rPr>
                <a:t>Knowledge distillation: 400B → 70B models</a:t>
              </a:r>
            </a:p>
            <a:p>
              <a:pPr defTabSz="1219170"/>
              <a:endParaRPr lang="en-US" sz="1200" dirty="0">
                <a:latin typeface="HP Forma DJR Office" pitchFamily="2" charset="77"/>
                <a:ea typeface="Arial" pitchFamily="34" charset="-122"/>
                <a:cs typeface="Arial" pitchFamily="34" charset="-120"/>
              </a:endParaRPr>
            </a:p>
          </p:txBody>
        </p:sp>
        <p:sp>
          <p:nvSpPr>
            <p:cNvPr id="118" name="Text 7">
              <a:extLst>
                <a:ext uri="{FF2B5EF4-FFF2-40B4-BE49-F238E27FC236}">
                  <a16:creationId xmlns:a16="http://schemas.microsoft.com/office/drawing/2014/main" id="{2645065D-3624-0A28-031F-7F5DCCE9136D}"/>
                </a:ext>
              </a:extLst>
            </p:cNvPr>
            <p:cNvSpPr/>
            <p:nvPr/>
          </p:nvSpPr>
          <p:spPr>
            <a:xfrm>
              <a:off x="9264719" y="2780732"/>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748GB fits teacher + student</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Internal research data</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Previously impossible on-prem</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sp>
          <p:nvSpPr>
            <p:cNvPr id="119" name="Shape 11">
              <a:extLst>
                <a:ext uri="{FF2B5EF4-FFF2-40B4-BE49-F238E27FC236}">
                  <a16:creationId xmlns:a16="http://schemas.microsoft.com/office/drawing/2014/main" id="{8B113190-47D0-E08C-C85E-000B19C5F303}"/>
                </a:ext>
              </a:extLst>
            </p:cNvPr>
            <p:cNvSpPr/>
            <p:nvPr/>
          </p:nvSpPr>
          <p:spPr>
            <a:xfrm>
              <a:off x="9075564" y="4913157"/>
              <a:ext cx="2749296" cy="869077"/>
            </a:xfrm>
            <a:prstGeom prst="rect">
              <a:avLst/>
            </a:prstGeom>
            <a:solidFill>
              <a:srgbClr val="024AD8"/>
            </a:solidFill>
            <a:ln/>
          </p:spPr>
          <p:txBody>
            <a:bodyPr/>
            <a:lstStyle/>
            <a:p>
              <a:pPr defTabSz="1219170"/>
              <a:endParaRPr lang="en-US" sz="2400">
                <a:solidFill>
                  <a:prstClr val="black"/>
                </a:solidFill>
                <a:latin typeface="HP Forma DJR Office" pitchFamily="2" charset="77"/>
              </a:endParaRPr>
            </a:p>
          </p:txBody>
        </p:sp>
        <p:sp>
          <p:nvSpPr>
            <p:cNvPr id="120" name="Text 12">
              <a:extLst>
                <a:ext uri="{FF2B5EF4-FFF2-40B4-BE49-F238E27FC236}">
                  <a16:creationId xmlns:a16="http://schemas.microsoft.com/office/drawing/2014/main" id="{5DB3B3EF-BB15-1B97-60E4-E5F616A9FFBD}"/>
                </a:ext>
              </a:extLst>
            </p:cNvPr>
            <p:cNvSpPr/>
            <p:nvPr/>
          </p:nvSpPr>
          <p:spPr>
            <a:xfrm>
              <a:off x="9264719" y="5055697"/>
              <a:ext cx="2749296" cy="182880"/>
            </a:xfrm>
            <a:prstGeom prst="rect">
              <a:avLst/>
            </a:prstGeom>
            <a:noFill/>
            <a:ln/>
          </p:spPr>
          <p:txBody>
            <a:bodyPr wrap="square" lIns="0" rtlCol="0" anchor="ctr"/>
            <a:lstStyle/>
            <a:p>
              <a:pPr defTabSz="1219170"/>
              <a:r>
                <a:rPr lang="en-US" sz="1400" dirty="0">
                  <a:solidFill>
                    <a:srgbClr val="FFFFFF"/>
                  </a:solidFill>
                  <a:latin typeface="+mj-lt"/>
                  <a:ea typeface="Arial" pitchFamily="34" charset="-122"/>
                  <a:cs typeface="Arial" pitchFamily="34" charset="-120"/>
                </a:rPr>
                <a:t>Why ZGX Fury? </a:t>
              </a:r>
              <a:endParaRPr lang="en-US" sz="1400" dirty="0">
                <a:solidFill>
                  <a:prstClr val="black"/>
                </a:solidFill>
                <a:latin typeface="+mj-lt"/>
              </a:endParaRPr>
            </a:p>
          </p:txBody>
        </p:sp>
        <p:sp>
          <p:nvSpPr>
            <p:cNvPr id="121" name="Text 13">
              <a:extLst>
                <a:ext uri="{FF2B5EF4-FFF2-40B4-BE49-F238E27FC236}">
                  <a16:creationId xmlns:a16="http://schemas.microsoft.com/office/drawing/2014/main" id="{9B409F89-B107-F895-F771-B1657A118981}"/>
                </a:ext>
              </a:extLst>
            </p:cNvPr>
            <p:cNvSpPr/>
            <p:nvPr/>
          </p:nvSpPr>
          <p:spPr>
            <a:xfrm>
              <a:off x="9264719" y="5238577"/>
              <a:ext cx="2749296" cy="365760"/>
            </a:xfrm>
            <a:prstGeom prst="rect">
              <a:avLst/>
            </a:prstGeom>
            <a:noFill/>
            <a:ln/>
          </p:spPr>
          <p:txBody>
            <a:bodyPr wrap="square" lIns="0" rtlCol="0" anchor="t"/>
            <a:lstStyle/>
            <a:p>
              <a:pPr defTabSz="1219170"/>
              <a:r>
                <a:rPr lang="en-US" sz="1200" dirty="0">
                  <a:solidFill>
                    <a:srgbClr val="FFFFFF"/>
                  </a:solidFill>
                  <a:latin typeface="HP Forma DJR Office" pitchFamily="2" charset="77"/>
                  <a:ea typeface="Arial" pitchFamily="34" charset="-122"/>
                  <a:cs typeface="Arial" pitchFamily="34" charset="-120"/>
                </a:rPr>
                <a:t>Unlock cloud/HPC workloads locally </a:t>
              </a:r>
              <a:r>
                <a:rPr lang="en-US" sz="1200">
                  <a:solidFill>
                    <a:srgbClr val="FFFFFF"/>
                  </a:solidFill>
                  <a:latin typeface="HP Forma DJR Office" pitchFamily="2" charset="77"/>
                  <a:ea typeface="Arial" pitchFamily="34" charset="-122"/>
                  <a:cs typeface="Arial" pitchFamily="34" charset="-120"/>
                </a:rPr>
                <a:t>without cloud costs</a:t>
              </a:r>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a:p>
              <a:pPr defTabSz="1219170"/>
              <a:endParaRPr lang="en-US" sz="1200" dirty="0">
                <a:solidFill>
                  <a:srgbClr val="FFFFFF"/>
                </a:solidFill>
                <a:latin typeface="HP Forma DJR Office" pitchFamily="2" charset="77"/>
                <a:ea typeface="Arial" pitchFamily="34" charset="-122"/>
                <a:cs typeface="Arial" pitchFamily="34" charset="-120"/>
              </a:endParaRPr>
            </a:p>
          </p:txBody>
        </p:sp>
        <p:sp>
          <p:nvSpPr>
            <p:cNvPr id="122" name="Text 5">
              <a:extLst>
                <a:ext uri="{FF2B5EF4-FFF2-40B4-BE49-F238E27FC236}">
                  <a16:creationId xmlns:a16="http://schemas.microsoft.com/office/drawing/2014/main" id="{A6796435-3D16-3378-583C-893B105B4E00}"/>
                </a:ext>
              </a:extLst>
            </p:cNvPr>
            <p:cNvSpPr/>
            <p:nvPr/>
          </p:nvSpPr>
          <p:spPr>
            <a:xfrm>
              <a:off x="9264719" y="3543904"/>
              <a:ext cx="2621280" cy="243840"/>
            </a:xfrm>
            <a:prstGeom prst="rect">
              <a:avLst/>
            </a:prstGeom>
            <a:noFill/>
            <a:ln/>
          </p:spPr>
          <p:txBody>
            <a:bodyPr wrap="square" lIns="0" rtlCol="0" anchor="ctr"/>
            <a:lstStyle/>
            <a:p>
              <a:pPr defTabSz="1219170"/>
              <a:r>
                <a:rPr lang="en-US" sz="1400" dirty="0">
                  <a:latin typeface="+mj-lt"/>
                  <a:ea typeface="Arial" pitchFamily="34" charset="-122"/>
                  <a:cs typeface="Arial" pitchFamily="34" charset="-120"/>
                </a:rPr>
                <a:t>Production inference</a:t>
              </a:r>
              <a:endParaRPr lang="en-US" sz="1400" dirty="0">
                <a:latin typeface="+mj-lt"/>
              </a:endParaRPr>
            </a:p>
          </p:txBody>
        </p:sp>
        <p:sp>
          <p:nvSpPr>
            <p:cNvPr id="123" name="Text 6">
              <a:extLst>
                <a:ext uri="{FF2B5EF4-FFF2-40B4-BE49-F238E27FC236}">
                  <a16:creationId xmlns:a16="http://schemas.microsoft.com/office/drawing/2014/main" id="{E82238A5-6540-A983-6B8E-6A0CFEE8BFEA}"/>
                </a:ext>
              </a:extLst>
            </p:cNvPr>
            <p:cNvSpPr/>
            <p:nvPr/>
          </p:nvSpPr>
          <p:spPr>
            <a:xfrm>
              <a:off x="9264719" y="3787744"/>
              <a:ext cx="2121657" cy="548640"/>
            </a:xfrm>
            <a:prstGeom prst="rect">
              <a:avLst/>
            </a:prstGeom>
            <a:noFill/>
            <a:ln/>
          </p:spPr>
          <p:txBody>
            <a:bodyPr wrap="square" lIns="0" rtlCol="0" anchor="t"/>
            <a:lstStyle/>
            <a:p>
              <a:pPr defTabSz="1219170"/>
              <a:r>
                <a:rPr lang="en-US" sz="1200" dirty="0">
                  <a:solidFill>
                    <a:srgbClr val="1A1A1A"/>
                  </a:solidFill>
                  <a:latin typeface="Arial" pitchFamily="34" charset="0"/>
                  <a:ea typeface="Arial" pitchFamily="34" charset="-122"/>
                  <a:cs typeface="Arial" pitchFamily="34" charset="-120"/>
                </a:rPr>
                <a:t>Multi-modal experimentation</a:t>
              </a:r>
              <a:endParaRPr lang="en-US" sz="1200" dirty="0">
                <a:solidFill>
                  <a:prstClr val="black"/>
                </a:solidFill>
                <a:latin typeface="Calibri" panose="020F0502020204030204"/>
              </a:endParaRP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a:p>
              <a:pPr defTabSz="1219170"/>
              <a:endParaRPr lang="en-US" sz="1200" dirty="0">
                <a:latin typeface="HP Forma DJR Office" pitchFamily="2" charset="77"/>
                <a:ea typeface="Arial" pitchFamily="34" charset="-122"/>
                <a:cs typeface="Arial" pitchFamily="34" charset="-120"/>
              </a:endParaRPr>
            </a:p>
          </p:txBody>
        </p:sp>
        <p:sp>
          <p:nvSpPr>
            <p:cNvPr id="124" name="Text 7">
              <a:extLst>
                <a:ext uri="{FF2B5EF4-FFF2-40B4-BE49-F238E27FC236}">
                  <a16:creationId xmlns:a16="http://schemas.microsoft.com/office/drawing/2014/main" id="{D6CB5A04-D52B-F0A6-B8EC-D569A24D1CD7}"/>
                </a:ext>
              </a:extLst>
            </p:cNvPr>
            <p:cNvSpPr/>
            <p:nvPr/>
          </p:nvSpPr>
          <p:spPr>
            <a:xfrm>
              <a:off x="9264719" y="4087785"/>
              <a:ext cx="2621280" cy="731520"/>
            </a:xfrm>
            <a:prstGeom prst="rect">
              <a:avLst/>
            </a:prstGeom>
            <a:noFill/>
            <a:ln/>
          </p:spPr>
          <p:txBody>
            <a:bodyPr wrap="square" lIns="0" rtlCol="0" anchor="t"/>
            <a:lstStyle/>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Text, PDF, images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Long-context workflows</a:t>
              </a:r>
            </a:p>
            <a:p>
              <a:pPr marL="171450" indent="-171450" defTabSz="1219170">
                <a:buClr>
                  <a:schemeClr val="tx2"/>
                </a:buClr>
                <a:buFont typeface="Wingdings" pitchFamily="2" charset="2"/>
                <a:buChar char="§"/>
              </a:pPr>
              <a:r>
                <a:rPr lang="en-US" sz="1000" dirty="0">
                  <a:latin typeface="HP Forma DJR Office" pitchFamily="2" charset="77"/>
                  <a:ea typeface="Arial" pitchFamily="34" charset="-122"/>
                  <a:cs typeface="Arial" pitchFamily="34" charset="-120"/>
                </a:rPr>
                <a:t>Prototype on internal data</a:t>
              </a:r>
            </a:p>
            <a:p>
              <a:pPr marL="171450" indent="-171450" defTabSz="1219170">
                <a:buClr>
                  <a:schemeClr val="tx2"/>
                </a:buClr>
                <a:buFont typeface="Wingdings" pitchFamily="2" charset="2"/>
                <a:buChar char="§"/>
              </a:pPr>
              <a:endParaRPr lang="en-US" sz="1000" dirty="0">
                <a:latin typeface="HP Forma DJR Office" pitchFamily="2" charset="77"/>
                <a:ea typeface="Arial" pitchFamily="34" charset="-122"/>
                <a:cs typeface="Arial" pitchFamily="34" charset="-120"/>
              </a:endParaRPr>
            </a:p>
          </p:txBody>
        </p:sp>
      </p:grpSp>
    </p:spTree>
    <p:extLst>
      <p:ext uri="{BB962C8B-B14F-4D97-AF65-F5344CB8AC3E}">
        <p14:creationId xmlns:p14="http://schemas.microsoft.com/office/powerpoint/2010/main" val="2844131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P 2025 v2">
  <a:themeElements>
    <a:clrScheme name="HP 2025 v2">
      <a:dk1>
        <a:srgbClr val="000000"/>
      </a:dk1>
      <a:lt1>
        <a:srgbClr val="FFFFFF"/>
      </a:lt1>
      <a:dk2>
        <a:srgbClr val="024AD8"/>
      </a:dk2>
      <a:lt2>
        <a:srgbClr val="F0F0F0"/>
      </a:lt2>
      <a:accent1>
        <a:srgbClr val="4C7683"/>
      </a:accent1>
      <a:accent2>
        <a:srgbClr val="568392"/>
      </a:accent2>
      <a:accent3>
        <a:srgbClr val="779CA8"/>
      </a:accent3>
      <a:accent4>
        <a:srgbClr val="E54747"/>
      </a:accent4>
      <a:accent5>
        <a:srgbClr val="FF504F"/>
      </a:accent5>
      <a:accent6>
        <a:srgbClr val="FF7272"/>
      </a:accent6>
      <a:hlink>
        <a:srgbClr val="000000"/>
      </a:hlink>
      <a:folHlink>
        <a:srgbClr val="000000"/>
      </a:folHlink>
    </a:clrScheme>
    <a:fontScheme name="HP Forma DJR Office 2025">
      <a:majorFont>
        <a:latin typeface="HP Forma DJR Office Medium"/>
        <a:ea typeface="HP Forma DJR Office Medium"/>
        <a:cs typeface="HP Forma DJR Office Medium"/>
        <a:font script="Latn" typeface="HP Forma DJR Office Medium"/>
        <a:font script="Cyrl" typeface="HP Forma DJR Cyrl Office Medium"/>
        <a:font script="Deva" typeface="HP Forma DJR Deva Office Medium"/>
        <a:font script="Arab" typeface="HP Forma DJR Arab Office Medium"/>
        <a:font script="Hebr" typeface="HP Forma DJR Hebr Office Medium"/>
        <a:font script="Thai" typeface="HP Forma DJR Thai Office Medium"/>
        <a:font script="Grek" typeface="HP Forma DJR Grek Office Medium"/>
      </a:majorFont>
      <a:minorFont>
        <a:latin typeface="HP Forma DJR Office"/>
        <a:ea typeface="HP Forma DJR Office"/>
        <a:cs typeface="HP Forma DJR Office"/>
        <a:font script="Latn" typeface="HP Forma DJR Office"/>
        <a:font script="Cyrl" typeface="HP Forma DJR Cyrl Office"/>
        <a:font script="Deva" typeface="HP Forma DJR Deva Office"/>
        <a:font script="Arab" typeface="HP Forma DJR Arab Office"/>
        <a:font script="Hebr" typeface="HP Forma DJR Hebr Office"/>
        <a:font script="Thai" typeface="HP Forma DJR Thai Office"/>
        <a:font script="Grek" typeface="HP Forma DJR Grek Offi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solidFill>
        <a:solidFill>
          <a:schemeClr val="phClr"/>
        </a:solidFill>
      </a:bgFillStyleLst>
    </a:fmtScheme>
  </a:themeElements>
  <a:objectDefaults>
    <a:spDef>
      <a:spPr>
        <a:solidFill>
          <a:schemeClr val="bg2"/>
        </a:solidFill>
        <a:ln>
          <a:noFill/>
        </a:ln>
      </a:spPr>
      <a:bodyPr rtlCol="0" anchor="ctr"/>
      <a:lstStyle>
        <a:defPPr algn="l">
          <a:defRPr/>
        </a:defPPr>
      </a:lstStyle>
      <a:style>
        <a:lnRef idx="2">
          <a:schemeClr val="accent1">
            <a:shade val="15000"/>
          </a:schemeClr>
        </a:lnRef>
        <a:fillRef idx="1">
          <a:schemeClr val="accent1"/>
        </a:fillRef>
        <a:effectRef idx="0">
          <a:schemeClr val="accent1"/>
        </a:effectRef>
        <a:fontRef idx="none">
          <a:schemeClr val="tx1"/>
        </a:fontRef>
      </a:style>
    </a:spDef>
    <a:lnDef>
      <a:spPr>
        <a:ln w="6350">
          <a:solidFill>
            <a:schemeClr val="bg2">
              <a:lumMod val="10000"/>
            </a:schemeClr>
          </a:solidFill>
        </a:ln>
      </a:spPr>
      <a:bodyPr/>
      <a:lstStyle/>
      <a:style>
        <a:lnRef idx="2">
          <a:schemeClr val="accent1"/>
        </a:lnRef>
        <a:fillRef idx="0">
          <a:schemeClr val="accent1"/>
        </a:fillRef>
        <a:effectRef idx="1">
          <a:schemeClr val="accent1"/>
        </a:effectRef>
        <a:fontRef idx="none">
          <a:schemeClr val="tx1"/>
        </a:fontRef>
      </a:style>
    </a:lnDef>
    <a:txDef>
      <a:spPr>
        <a:noFill/>
      </a:spPr>
      <a:bodyPr wrap="square" lIns="0" tIns="0" rIns="0" bIns="0" rtlCol="0">
        <a:spAutoFit/>
      </a:bodyPr>
      <a:lstStyle>
        <a:defPPr algn="l">
          <a:defRPr/>
        </a:defPPr>
      </a:lstStyle>
    </a:txDef>
  </a:objectDefaults>
  <a:extraClrSchemeLst/>
  <a:extLst>
    <a:ext uri="{05A4C25C-085E-4340-85A3-A5531E510DB2}">
      <thm15:themeFamily xmlns:thm15="http://schemas.microsoft.com/office/thememl/2012/main" name="Presentation1" id="{E4EBF56D-5FA8-4270-B397-79787659ABC4}" vid="{DDBA45F9-E647-417D-93CE-0FC39BE9AB4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1476</TotalTime>
  <Words>1513</Words>
  <Application>Microsoft Office PowerPoint</Application>
  <PresentationFormat>Widescreen</PresentationFormat>
  <Paragraphs>213</Paragraphs>
  <Slides>10</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Arial</vt:lpstr>
      <vt:lpstr>Calibri</vt:lpstr>
      <vt:lpstr>HP Forma DJR Office</vt:lpstr>
      <vt:lpstr>HP Forma DJR Office Medium</vt:lpstr>
      <vt:lpstr>Wingdings</vt:lpstr>
      <vt:lpstr>1_Office Theme</vt:lpstr>
      <vt:lpstr>HP 2025 v2</vt:lpstr>
      <vt:lpstr>HP ZGX Fury G1n </vt:lpstr>
      <vt:lpstr>AI spend is scaling. </vt:lpstr>
      <vt:lpstr>AI economics: the spending paradox</vt:lpstr>
      <vt:lpstr>Key features &amp; specifications of HP ZGX Fury</vt:lpstr>
      <vt:lpstr>What sets HP apart</vt:lpstr>
      <vt:lpstr>Developer-first AI environment</vt:lpstr>
      <vt:lpstr>Turn-key inferencing environment</vt:lpstr>
      <vt:lpstr>PowerPoint Presentation</vt:lpstr>
      <vt:lpstr>The right tool for the right workload</vt:lpstr>
      <vt:lpstr>ZGX Fury: use cases by vertical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Burkhalter, Curtis</dc:creator>
  <cp:lastModifiedBy>Burkhalter, Curtis</cp:lastModifiedBy>
  <cp:revision>11</cp:revision>
  <dcterms:created xsi:type="dcterms:W3CDTF">2026-04-27T21:22:52Z</dcterms:created>
  <dcterms:modified xsi:type="dcterms:W3CDTF">2026-05-13T15:30:48Z</dcterms:modified>
</cp:coreProperties>
</file>