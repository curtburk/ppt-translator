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ngesInfos/changesInfo1.xml" ContentType="application/vnd.ms-powerpoint.changesinfo+xml"/>
  <Override PartName="/ppt/media/image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Lst>
  <p:notesMasterIdLst>
    <p:notesMasterId r:id="rId13"/>
  </p:notesMasterIdLst>
  <p:sldIdLst>
    <p:sldId id="390" r:id="rId3"/>
    <p:sldId id="2147483462" r:id="rId4"/>
    <p:sldId id="2147483471" r:id="rId5"/>
    <p:sldId id="2147483466" r:id="rId6"/>
    <p:sldId id="2147483464" r:id="rId7"/>
    <p:sldId id="2147483465" r:id="rId8"/>
    <p:sldId id="2147483467" r:id="rId9"/>
    <p:sldId id="2147483472" r:id="rId10"/>
    <p:sldId id="2147483468" r:id="rId11"/>
    <p:sldId id="21474834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300F210-5C89-FBC5-1BDE-58988F8113C8}" name="Burkhalter, Curtis" initials="" userId="S::curtis.burkhalter@hp.com::61aabafc-e9f7-40e1-a918-2d21e5c5a12c" providerId="AD"/>
  <p188:author id="{F8DA6230-02D8-CC98-8AD6-78454BA9582D}" name="Amber Huffer" initials="AH" userId="S::amber.huffer@wundermanthompson.com::8651c0f5-c0b0-46da-b940-cebad0babbce" providerId="AD"/>
  <p188:author id="{9A302A42-5CB6-23DD-03BA-0D09E4F4C59D}" name="Tezenas Du Montcel, Cecile" initials="CT" userId="S::cecile.tezenas-du-montcel@hp.com::817b1e8c-c506-4b38-8903-c97e3d1bdae8" providerId="AD"/>
  <p188:author id="{1BBAF9C8-C5AE-BD99-DE95-B1A1DBBB55FD}" name="Gosalvez, Jorge Rick" initials="GJ" userId="S::rick.gosalvez@hp.com::4be3c511-153c-49eb-ae85-bc8fead12411"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2214B4-F485-43E4-9424-778AF499DD70}" v="2" dt="2026-05-12T16:21:40.2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243"/>
    <p:restoredTop sz="94658"/>
  </p:normalViewPr>
  <p:slideViewPr>
    <p:cSldViewPr snapToGrid="0">
      <p:cViewPr varScale="1">
        <p:scale>
          <a:sx n="142" d="100"/>
          <a:sy n="142" d="100"/>
        </p:scale>
        <p:origin x="588"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6/11/relationships/changesInfo" Target="changesInfos/changesInfo1.xml"/><Relationship Id="rId19" Type="http://schemas.microsoft.com/office/2015/10/relationships/revisionInfo" Target="revisionInfo.xml"/><Relationship Id="rId2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rkhalter, Curtis" userId="61aabafc-e9f7-40e1-a918-2d21e5c5a12c" providerId="ADAL" clId="{CA1B045F-A9BB-455B-91C9-825E53CD6026}"/>
    <pc:docChg chg="addSld modSld sldOrd">
      <pc:chgData name="Burkhalter, Curtis" userId="61aabafc-e9f7-40e1-a918-2d21e5c5a12c" providerId="ADAL" clId="{CA1B045F-A9BB-455B-91C9-825E53CD6026}" dt="2026-05-13T15:30:45.816" v="66" actId="20577"/>
      <pc:docMkLst>
        <pc:docMk/>
      </pc:docMkLst>
      <pc:sldChg chg="modSp mod">
        <pc:chgData name="Burkhalter, Curtis" userId="61aabafc-e9f7-40e1-a918-2d21e5c5a12c" providerId="ADAL" clId="{CA1B045F-A9BB-455B-91C9-825E53CD6026}" dt="2026-05-11T21:35:03.213" v="45" actId="20577"/>
        <pc:sldMkLst>
          <pc:docMk/>
          <pc:sldMk cId="3842720317" sldId="2147483466"/>
        </pc:sldMkLst>
        <pc:spChg chg="mod">
          <ac:chgData name="Burkhalter, Curtis" userId="61aabafc-e9f7-40e1-a918-2d21e5c5a12c" providerId="ADAL" clId="{CA1B045F-A9BB-455B-91C9-825E53CD6026}" dt="2026-05-11T21:35:03.213" v="45" actId="20577"/>
          <ac:spMkLst>
            <pc:docMk/>
            <pc:sldMk cId="3842720317" sldId="2147483466"/>
            <ac:spMk id="5" creationId="{0AAC080F-EE7F-CA78-E9B7-2BC69C185BB6}"/>
          </ac:spMkLst>
        </pc:spChg>
      </pc:sldChg>
      <pc:sldChg chg="modSp mod">
        <pc:chgData name="Burkhalter, Curtis" userId="61aabafc-e9f7-40e1-a918-2d21e5c5a12c" providerId="ADAL" clId="{CA1B045F-A9BB-455B-91C9-825E53CD6026}" dt="2026-05-13T15:30:45.816" v="66" actId="20577"/>
        <pc:sldMkLst>
          <pc:docMk/>
          <pc:sldMk cId="1220308468" sldId="2147483467"/>
        </pc:sldMkLst>
        <pc:spChg chg="mod">
          <ac:chgData name="Burkhalter, Curtis" userId="61aabafc-e9f7-40e1-a918-2d21e5c5a12c" providerId="ADAL" clId="{CA1B045F-A9BB-455B-91C9-825E53CD6026}" dt="2026-05-13T15:30:45.816" v="66" actId="20577"/>
          <ac:spMkLst>
            <pc:docMk/>
            <pc:sldMk cId="1220308468" sldId="2147483467"/>
            <ac:spMk id="9" creationId="{534217D0-0783-CC58-A7B1-581F4B891EDC}"/>
          </ac:spMkLst>
        </pc:spChg>
      </pc:sldChg>
      <pc:sldChg chg="modSp mod">
        <pc:chgData name="Burkhalter, Curtis" userId="61aabafc-e9f7-40e1-a918-2d21e5c5a12c" providerId="ADAL" clId="{CA1B045F-A9BB-455B-91C9-825E53CD6026}" dt="2026-05-11T14:59:18.602" v="21" actId="20577"/>
        <pc:sldMkLst>
          <pc:docMk/>
          <pc:sldMk cId="2844131748" sldId="2147483469"/>
        </pc:sldMkLst>
        <pc:spChg chg="mod">
          <ac:chgData name="Burkhalter, Curtis" userId="61aabafc-e9f7-40e1-a918-2d21e5c5a12c" providerId="ADAL" clId="{CA1B045F-A9BB-455B-91C9-825E53CD6026}" dt="2026-05-11T14:59:18.602" v="21" actId="20577"/>
          <ac:spMkLst>
            <pc:docMk/>
            <pc:sldMk cId="2844131748" sldId="2147483469"/>
            <ac:spMk id="121" creationId="{9B409F89-B107-F895-F771-B1657A118981}"/>
          </ac:spMkLst>
        </pc:spChg>
      </pc:sldChg>
      <pc:sldChg chg="add">
        <pc:chgData name="Burkhalter, Curtis" userId="61aabafc-e9f7-40e1-a918-2d21e5c5a12c" providerId="ADAL" clId="{CA1B045F-A9BB-455B-91C9-825E53CD6026}" dt="2026-05-11T21:33:43.061" v="22"/>
        <pc:sldMkLst>
          <pc:docMk/>
          <pc:sldMk cId="930882952" sldId="2147483471"/>
        </pc:sldMkLst>
      </pc:sldChg>
      <pc:sldChg chg="modSp add mod ord">
        <pc:chgData name="Burkhalter, Curtis" userId="61aabafc-e9f7-40e1-a918-2d21e5c5a12c" providerId="ADAL" clId="{CA1B045F-A9BB-455B-91C9-825E53CD6026}" dt="2026-05-12T16:21:54.345" v="50" actId="20577"/>
        <pc:sldMkLst>
          <pc:docMk/>
          <pc:sldMk cId="0" sldId="2147483472"/>
        </pc:sldMkLst>
        <pc:spChg chg="mod">
          <ac:chgData name="Burkhalter, Curtis" userId="61aabafc-e9f7-40e1-a918-2d21e5c5a12c" providerId="ADAL" clId="{CA1B045F-A9BB-455B-91C9-825E53CD6026}" dt="2026-05-12T16:21:54.345" v="50" actId="20577"/>
          <ac:spMkLst>
            <pc:docMk/>
            <pc:sldMk cId="0" sldId="2147483472"/>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051B5C-8BCA-41FC-B99C-7DB847A92706}" type="datetimeFigureOut">
              <a:rPr lang="en-US" smtClean="0"/>
              <a:t>5/12/2026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EED996-4C1B-4A2F-952B-BBBFFFA27434}" type="slidenum">
              <a:rPr lang="en-US" smtClean="0"/>
              <a:t>‹#›</a:t>
            </a:fld>
            <a:endParaRPr lang="en-US"/>
          </a:p>
        </p:txBody>
      </p:sp>
    </p:spTree>
    <p:extLst>
      <p:ext uri="{BB962C8B-B14F-4D97-AF65-F5344CB8AC3E}">
        <p14:creationId xmlns:p14="http://schemas.microsoft.com/office/powerpoint/2010/main" val="278750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paradox that's confusing a lot of enterprise finance teams right now. </a:t>
            </a:r>
            <a:br>
              <a:rPr lang="en-US" dirty="0"/>
            </a:br>
            <a:br>
              <a:rPr lang="en-US" dirty="0"/>
            </a:br>
            <a:r>
              <a:rPr lang="en-US" dirty="0"/>
              <a:t>You see all over LinkedIn that the cloud is getting cheaper every day and token prices are a fraction of what they once were. </a:t>
            </a:r>
            <a:br>
              <a:rPr lang="en-US" dirty="0"/>
            </a:br>
            <a:br>
              <a:rPr lang="en-US" dirty="0"/>
            </a:br>
            <a:r>
              <a:rPr lang="en-US" dirty="0"/>
              <a:t>And this is true, cloud token prices have dropped 280x in two years. And yet enterprise AI spending is up 320%. So how is that possible?</a:t>
            </a:r>
            <a:br>
              <a:rPr lang="en-US" dirty="0"/>
            </a:br>
            <a:endParaRPr lang="en-US" dirty="0"/>
          </a:p>
          <a:p>
            <a:r>
              <a:rPr lang="en-US" dirty="0"/>
              <a:t>The answer is agentic workflows, RAG pipelines, and always-on agents. These consume compute at rates nobody planned for. </a:t>
            </a:r>
            <a:br>
              <a:rPr lang="en-US" dirty="0"/>
            </a:br>
            <a:br>
              <a:rPr lang="en-US" dirty="0"/>
            </a:br>
            <a:r>
              <a:rPr lang="en-US" dirty="0"/>
              <a:t>Even the AI providers themselves are struggling - OpenAI is projected to lose $14 billion this year, spending $2.25 for every dollar earned. </a:t>
            </a:r>
          </a:p>
          <a:p>
            <a:r>
              <a:rPr lang="en-US" dirty="0"/>
              <a:t>Anthropic has spent over $10B on inference and training against $5B in total revenue. </a:t>
            </a:r>
            <a:br>
              <a:rPr lang="en-US" dirty="0"/>
            </a:br>
            <a:br>
              <a:rPr lang="en-US" dirty="0"/>
            </a:br>
            <a:r>
              <a:rPr lang="en-US" dirty="0"/>
              <a:t>GitHub Copilot paused new signups for Pro plans in April.</a:t>
            </a:r>
            <a:br>
              <a:rPr lang="en-US" dirty="0"/>
            </a:br>
            <a:endParaRPr lang="en-US" dirty="0"/>
          </a:p>
          <a:p>
            <a:r>
              <a:rPr lang="en-US" dirty="0"/>
              <a:t>The free ride is over. That's the market context we're selling into</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fld id="{B016ECA8-0B23-1243-A9DA-BEED3C5643B3}" type="slidenum">
              <a:rPr kumimoji="0" lang="en-US" sz="1200" b="0" i="0" u="none" strike="noStrike" kern="1200" cap="none" spc="0" normalizeH="0" baseline="0" noProof="0" smtClean="0">
                <a:ln>
                  <a:noFill/>
                </a:ln>
                <a:solidFill>
                  <a:srgbClr val="000000"/>
                </a:solidFill>
                <a:effectLst/>
                <a:uLnTx/>
                <a:uFillTx/>
                <a:latin typeface="HP Forma DJR Office" pitchFamily="2" charset="0"/>
              </a:rPr>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t>3</a:t>
            </a:fld>
            <a:endParaRPr kumimoji="0" lang="en-US" sz="1200" b="0" i="0" u="none" strike="noStrike" kern="1200" cap="none" spc="0" normalizeH="0" baseline="0" noProof="0" dirty="0">
              <a:ln>
                <a:noFill/>
              </a:ln>
              <a:solidFill>
                <a:srgbClr val="000000"/>
              </a:solidFill>
              <a:effectLst/>
              <a:uLnTx/>
              <a:uFillTx/>
              <a:latin typeface="HP Forma DJR Office" pitchFamily="2" charset="0"/>
            </a:endParaRPr>
          </a:p>
        </p:txBody>
      </p:sp>
    </p:spTree>
    <p:extLst>
      <p:ext uri="{BB962C8B-B14F-4D97-AF65-F5344CB8AC3E}">
        <p14:creationId xmlns:p14="http://schemas.microsoft.com/office/powerpoint/2010/main" val="1540611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EED996-4C1B-4A2F-952B-BBBFFFA27434}" type="slidenum">
              <a:rPr lang="en-US" smtClean="0"/>
              <a:t>10</a:t>
            </a:fld>
            <a:endParaRPr lang="en-US"/>
          </a:p>
        </p:txBody>
      </p:sp>
    </p:spTree>
    <p:extLst>
      <p:ext uri="{BB962C8B-B14F-4D97-AF65-F5344CB8AC3E}">
        <p14:creationId xmlns:p14="http://schemas.microsoft.com/office/powerpoint/2010/main" val="4216629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 Id="rId3"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svg"/><Relationship Id="rId3" Type="http://schemas.openxmlformats.org/officeDocument/2006/relationships/image" Target="../media/image5.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svg"/><Relationship Id="rId3" Type="http://schemas.openxmlformats.org/officeDocument/2006/relationships/image" Target="../media/image5.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svg"/><Relationship Id="rId3" Type="http://schemas.openxmlformats.org/officeDocument/2006/relationships/image" Target="../media/image3.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5077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Cover A">
    <p:spTree>
      <p:nvGrpSpPr>
        <p:cNvPr id="1" name=""/>
        <p:cNvGrpSpPr/>
        <p:nvPr/>
      </p:nvGrpSpPr>
      <p:grpSpPr>
        <a:xfrm>
          <a:off x="0" y="0"/>
          <a:ext cx="0" cy="0"/>
          <a:chOff x="0" y="0"/>
          <a:chExt cx="0" cy="0"/>
        </a:xfrm>
      </p:grpSpPr>
      <p:sp>
        <p:nvSpPr>
          <p:cNvPr id="4" name="1000% Stripe">
            <a:extLst>
              <a:ext uri="{FF2B5EF4-FFF2-40B4-BE49-F238E27FC236}">
                <a16:creationId xmlns:a16="http://schemas.microsoft.com/office/drawing/2014/main" id="{FEE9E222-D2C7-B448-8029-A9B9C61CAA76}"/>
              </a:ext>
            </a:extLst>
          </p:cNvPr>
          <p:cNvSpPr>
            <a:spLocks noGrp="1" noRot="1" noChangeAspect="1" noMove="1" noResize="1"/>
          </p:cNvSpPr>
          <p:nvPr userDrawn="1"/>
        </p:nvSpPr>
        <p:spPr bwMode="ltGray">
          <a:xfrm>
            <a:off x="0" y="0"/>
            <a:ext cx="12192000" cy="6858000"/>
          </a:xfrm>
          <a:prstGeom prst="rect">
            <a:avLst/>
          </a:prstGeom>
          <a:blipFill>
            <a:blip>
              <a:extLst>
                <a:ext uri="{96DAC541-7B7A-43D3-8B79-37D633B846F1}">
                  <asvg:svgBlip xmlns:asvg="http://schemas.microsoft.com/office/drawing/2016/SVG/main" r:embed="rId2"/>
                </a:ext>
              </a:extLst>
            </a:blip>
            <a:stretch>
              <a:fillRect l="-70521" t="-430658" r="-36201" b="-6252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 name="HP Logo">
            <a:extLst>
              <a:ext uri="{FF2B5EF4-FFF2-40B4-BE49-F238E27FC236}">
                <a16:creationId xmlns:a16="http://schemas.microsoft.com/office/drawing/2014/main" id="{FD3AD82C-F5A9-D043-00C8-672469C483ED}"/>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434187" y="5783264"/>
            <a:ext cx="641350" cy="641350"/>
          </a:xfrm>
          <a:prstGeom prst="rect">
            <a:avLst/>
          </a:prstGeom>
        </p:spPr>
      </p:pic>
      <p:sp>
        <p:nvSpPr>
          <p:cNvPr id="8" name="Title Placeholder">
            <a:extLst>
              <a:ext uri="{FF2B5EF4-FFF2-40B4-BE49-F238E27FC236}">
                <a16:creationId xmlns:a16="http://schemas.microsoft.com/office/drawing/2014/main" id="{4F166CCD-2E64-026D-3913-0DB5F4601F30}"/>
              </a:ext>
            </a:extLst>
          </p:cNvPr>
          <p:cNvSpPr>
            <a:spLocks noGrp="1"/>
          </p:cNvSpPr>
          <p:nvPr>
            <p:ph type="title" hasCustomPrompt="1"/>
          </p:nvPr>
        </p:nvSpPr>
        <p:spPr>
          <a:xfrm>
            <a:off x="457200" y="1380033"/>
            <a:ext cx="6806485" cy="2162580"/>
          </a:xfrm>
          <a:prstGeom prst="rect">
            <a:avLst/>
          </a:prstGeom>
        </p:spPr>
        <p:txBody>
          <a:bodyPr vert="horz" lIns="0" tIns="0" rIns="0" bIns="0" rtlCol="0" anchor="t">
            <a:noAutofit/>
          </a:bodyPr>
          <a:lstStyle>
            <a:lvl1pPr>
              <a:lnSpc>
                <a:spcPct val="75000"/>
              </a:lnSpc>
              <a:defRPr sz="6200" b="0" i="0">
                <a:latin typeface="+mj-lt"/>
              </a:defRPr>
            </a:lvl1pPr>
          </a:lstStyle>
          <a:p>
            <a:r>
              <a:rPr lang="en-US"/>
              <a:t>Click to write a presentation title that fits in 1-3 lines</a:t>
            </a:r>
          </a:p>
        </p:txBody>
      </p:sp>
      <p:sp>
        <p:nvSpPr>
          <p:cNvPr id="9" name="Text Placeholder">
            <a:extLst>
              <a:ext uri="{FF2B5EF4-FFF2-40B4-BE49-F238E27FC236}">
                <a16:creationId xmlns:a16="http://schemas.microsoft.com/office/drawing/2014/main" id="{CED5B329-7575-9268-0212-C49D5135A032}"/>
              </a:ext>
            </a:extLst>
          </p:cNvPr>
          <p:cNvSpPr>
            <a:spLocks noGrp="1"/>
          </p:cNvSpPr>
          <p:nvPr>
            <p:ph type="body" sz="quarter" idx="13" hasCustomPrompt="1"/>
          </p:nvPr>
        </p:nvSpPr>
        <p:spPr>
          <a:xfrm>
            <a:off x="457200" y="3669160"/>
            <a:ext cx="5638800" cy="807775"/>
          </a:xfrm>
        </p:spPr>
        <p:txBody>
          <a:bodyPr rIns="0">
            <a:noAutofit/>
          </a:bodyPr>
          <a:lstStyle>
            <a:lvl1pPr marL="0" indent="0">
              <a:lnSpc>
                <a:spcPct val="100000"/>
              </a:lnSpc>
              <a:buFontTx/>
              <a:buNone/>
              <a:defRPr sz="1800">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1-3 lines long.  </a:t>
            </a:r>
          </a:p>
        </p:txBody>
      </p:sp>
      <p:sp>
        <p:nvSpPr>
          <p:cNvPr id="12" name="Text Placeholder - Date">
            <a:extLst>
              <a:ext uri="{FF2B5EF4-FFF2-40B4-BE49-F238E27FC236}">
                <a16:creationId xmlns:a16="http://schemas.microsoft.com/office/drawing/2014/main" id="{4033127B-A035-4769-46DE-A3145D3CCC12}"/>
              </a:ext>
            </a:extLst>
          </p:cNvPr>
          <p:cNvSpPr>
            <a:spLocks noGrp="1"/>
          </p:cNvSpPr>
          <p:nvPr>
            <p:ph type="body" sz="quarter" idx="14" hasCustomPrompt="1"/>
          </p:nvPr>
        </p:nvSpPr>
        <p:spPr>
          <a:xfrm>
            <a:off x="1420813" y="5806939"/>
            <a:ext cx="2592000" cy="593861"/>
          </a:xfrm>
        </p:spPr>
        <p:txBody>
          <a:bodyPr anchor="ctr">
            <a:noAutofit/>
          </a:bodyPr>
          <a:lstStyle>
            <a:lvl1pPr marL="0" indent="0">
              <a:buFontTx/>
              <a:buNone/>
              <a:defRPr sz="1300" b="0" i="0" baseline="0">
                <a:solidFill>
                  <a:schemeClr val="tx1">
                    <a:lumMod val="75000"/>
                    <a:lumOff val="25000"/>
                  </a:schemeClr>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January 1st, 2026</a:t>
            </a:r>
          </a:p>
        </p:txBody>
      </p:sp>
    </p:spTree>
    <p:extLst>
      <p:ext uri="{BB962C8B-B14F-4D97-AF65-F5344CB8AC3E}">
        <p14:creationId xmlns:p14="http://schemas.microsoft.com/office/powerpoint/2010/main" val="1631734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A">
    <p:spTree>
      <p:nvGrpSpPr>
        <p:cNvPr id="1" name=""/>
        <p:cNvGrpSpPr/>
        <p:nvPr/>
      </p:nvGrpSpPr>
      <p:grpSpPr>
        <a:xfrm>
          <a:off x="0" y="0"/>
          <a:ext cx="0" cy="0"/>
          <a:chOff x="0" y="0"/>
          <a:chExt cx="0" cy="0"/>
        </a:xfrm>
      </p:grpSpPr>
      <p:sp>
        <p:nvSpPr>
          <p:cNvPr id="4" name="1000% Stripe">
            <a:extLst>
              <a:ext uri="{FF2B5EF4-FFF2-40B4-BE49-F238E27FC236}">
                <a16:creationId xmlns:a16="http://schemas.microsoft.com/office/drawing/2014/main" id="{FEE9E222-D2C7-B448-8029-A9B9C61CAA76}"/>
              </a:ext>
            </a:extLst>
          </p:cNvPr>
          <p:cNvSpPr>
            <a:spLocks noGrp="1" noRot="1" noChangeAspect="1" noMove="1" noResize="1"/>
          </p:cNvSpPr>
          <p:nvPr userDrawn="1"/>
        </p:nvSpPr>
        <p:spPr bwMode="ltGray">
          <a:xfrm>
            <a:off x="0" y="0"/>
            <a:ext cx="12192000" cy="6858000"/>
          </a:xfrm>
          <a:prstGeom prst="rect">
            <a:avLst/>
          </a:prstGeom>
          <a:blipFill>
            <a:blip>
              <a:extLst>
                <a:ext uri="{96DAC541-7B7A-43D3-8B79-37D633B846F1}">
                  <asvg:svgBlip xmlns:asvg="http://schemas.microsoft.com/office/drawing/2016/SVG/main" r:embed="rId2"/>
                </a:ext>
              </a:extLst>
            </a:blip>
            <a:stretch>
              <a:fillRect l="-70521" t="-430658" r="-36201" b="-6252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 name="HP Logo">
            <a:extLst>
              <a:ext uri="{FF2B5EF4-FFF2-40B4-BE49-F238E27FC236}">
                <a16:creationId xmlns:a16="http://schemas.microsoft.com/office/drawing/2014/main" id="{FD3AD82C-F5A9-D043-00C8-672469C483ED}"/>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434187" y="5783264"/>
            <a:ext cx="641350" cy="641350"/>
          </a:xfrm>
          <a:prstGeom prst="rect">
            <a:avLst/>
          </a:prstGeom>
        </p:spPr>
      </p:pic>
      <p:sp>
        <p:nvSpPr>
          <p:cNvPr id="8" name="Title Placeholder">
            <a:extLst>
              <a:ext uri="{FF2B5EF4-FFF2-40B4-BE49-F238E27FC236}">
                <a16:creationId xmlns:a16="http://schemas.microsoft.com/office/drawing/2014/main" id="{4F166CCD-2E64-026D-3913-0DB5F4601F30}"/>
              </a:ext>
            </a:extLst>
          </p:cNvPr>
          <p:cNvSpPr>
            <a:spLocks noGrp="1"/>
          </p:cNvSpPr>
          <p:nvPr>
            <p:ph type="title" hasCustomPrompt="1"/>
          </p:nvPr>
        </p:nvSpPr>
        <p:spPr>
          <a:xfrm>
            <a:off x="457200" y="1380033"/>
            <a:ext cx="6806485" cy="2162580"/>
          </a:xfrm>
          <a:prstGeom prst="rect">
            <a:avLst/>
          </a:prstGeom>
        </p:spPr>
        <p:txBody>
          <a:bodyPr vert="horz" lIns="0" tIns="0" rIns="0" bIns="0" rtlCol="0" anchor="t">
            <a:noAutofit/>
          </a:bodyPr>
          <a:lstStyle>
            <a:lvl1pPr>
              <a:lnSpc>
                <a:spcPct val="75000"/>
              </a:lnSpc>
              <a:defRPr sz="6200" b="0" i="0">
                <a:latin typeface="+mj-lt"/>
              </a:defRPr>
            </a:lvl1pPr>
          </a:lstStyle>
          <a:p>
            <a:r>
              <a:rPr lang="en-US"/>
              <a:t>Click to write a presentation title that fits in 1-3 lines</a:t>
            </a:r>
          </a:p>
        </p:txBody>
      </p:sp>
      <p:sp>
        <p:nvSpPr>
          <p:cNvPr id="9" name="Text Placeholder">
            <a:extLst>
              <a:ext uri="{FF2B5EF4-FFF2-40B4-BE49-F238E27FC236}">
                <a16:creationId xmlns:a16="http://schemas.microsoft.com/office/drawing/2014/main" id="{CED5B329-7575-9268-0212-C49D5135A032}"/>
              </a:ext>
            </a:extLst>
          </p:cNvPr>
          <p:cNvSpPr>
            <a:spLocks noGrp="1"/>
          </p:cNvSpPr>
          <p:nvPr>
            <p:ph type="body" sz="quarter" idx="13" hasCustomPrompt="1"/>
          </p:nvPr>
        </p:nvSpPr>
        <p:spPr>
          <a:xfrm>
            <a:off x="457200" y="3669160"/>
            <a:ext cx="5638800" cy="807775"/>
          </a:xfrm>
        </p:spPr>
        <p:txBody>
          <a:bodyPr rIns="0">
            <a:noAutofit/>
          </a:bodyPr>
          <a:lstStyle>
            <a:lvl1pPr marL="0" indent="0">
              <a:lnSpc>
                <a:spcPct val="100000"/>
              </a:lnSpc>
              <a:buFontTx/>
              <a:buNone/>
              <a:defRPr sz="1800">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1-3 lines long.  </a:t>
            </a:r>
          </a:p>
        </p:txBody>
      </p:sp>
      <p:sp>
        <p:nvSpPr>
          <p:cNvPr id="12" name="Text Placeholder - Date">
            <a:extLst>
              <a:ext uri="{FF2B5EF4-FFF2-40B4-BE49-F238E27FC236}">
                <a16:creationId xmlns:a16="http://schemas.microsoft.com/office/drawing/2014/main" id="{4033127B-A035-4769-46DE-A3145D3CCC12}"/>
              </a:ext>
            </a:extLst>
          </p:cNvPr>
          <p:cNvSpPr>
            <a:spLocks noGrp="1"/>
          </p:cNvSpPr>
          <p:nvPr>
            <p:ph type="body" sz="quarter" idx="14" hasCustomPrompt="1"/>
          </p:nvPr>
        </p:nvSpPr>
        <p:spPr>
          <a:xfrm>
            <a:off x="1420813" y="5806939"/>
            <a:ext cx="2592000" cy="593861"/>
          </a:xfrm>
        </p:spPr>
        <p:txBody>
          <a:bodyPr anchor="ctr">
            <a:noAutofit/>
          </a:bodyPr>
          <a:lstStyle>
            <a:lvl1pPr marL="0" indent="0">
              <a:buFontTx/>
              <a:buNone/>
              <a:defRPr sz="1300" b="0" i="0" baseline="0">
                <a:solidFill>
                  <a:schemeClr val="tx1">
                    <a:lumMod val="75000"/>
                    <a:lumOff val="25000"/>
                  </a:schemeClr>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January 1st, 2026</a:t>
            </a:r>
          </a:p>
        </p:txBody>
      </p:sp>
    </p:spTree>
    <p:extLst>
      <p:ext uri="{BB962C8B-B14F-4D97-AF65-F5344CB8AC3E}">
        <p14:creationId xmlns:p14="http://schemas.microsoft.com/office/powerpoint/2010/main" val="86228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B">
    <p:spTree>
      <p:nvGrpSpPr>
        <p:cNvPr id="1" name=""/>
        <p:cNvGrpSpPr/>
        <p:nvPr/>
      </p:nvGrpSpPr>
      <p:grpSpPr>
        <a:xfrm>
          <a:off x="0" y="0"/>
          <a:ext cx="0" cy="0"/>
          <a:chOff x="0" y="0"/>
          <a:chExt cx="0" cy="0"/>
        </a:xfrm>
      </p:grpSpPr>
      <p:sp>
        <p:nvSpPr>
          <p:cNvPr id="3" name="1000% Stripe">
            <a:extLst>
              <a:ext uri="{FF2B5EF4-FFF2-40B4-BE49-F238E27FC236}">
                <a16:creationId xmlns:a16="http://schemas.microsoft.com/office/drawing/2014/main" id="{2F3D3980-BDCE-67D5-6737-72B599959A36}"/>
              </a:ext>
            </a:extLst>
          </p:cNvPr>
          <p:cNvSpPr>
            <a:spLocks noGrp="1" noRot="1" noChangeAspect="1" noMove="1" noResize="1"/>
          </p:cNvSpPr>
          <p:nvPr userDrawn="1"/>
        </p:nvSpPr>
        <p:spPr bwMode="ltGray">
          <a:xfrm>
            <a:off x="0" y="0"/>
            <a:ext cx="6096000" cy="6858000"/>
          </a:xfrm>
          <a:prstGeom prst="rect">
            <a:avLst/>
          </a:prstGeom>
          <a:blipFill>
            <a:blip>
              <a:extLst>
                <a:ext uri="{96DAC541-7B7A-43D3-8B79-37D633B846F1}">
                  <asvg:svgBlip xmlns:asvg="http://schemas.microsoft.com/office/drawing/2016/SVG/main" r:embed="rId2"/>
                </a:ext>
              </a:extLst>
            </a:blip>
            <a:stretch>
              <a:fillRect l="-141042" t="-430658" r="-172402" b="-6252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HP Logo">
            <a:extLst>
              <a:ext uri="{FF2B5EF4-FFF2-40B4-BE49-F238E27FC236}">
                <a16:creationId xmlns:a16="http://schemas.microsoft.com/office/drawing/2014/main" id="{616063C0-2936-9CAA-7507-BC6BEBA790F9}"/>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3"/>
              </a:ext>
            </a:extLst>
          </a:blip>
          <a:stretch>
            <a:fillRect/>
          </a:stretch>
        </p:blipFill>
        <p:spPr>
          <a:xfrm>
            <a:off x="434187" y="5783264"/>
            <a:ext cx="641350" cy="641350"/>
          </a:xfrm>
          <a:prstGeom prst="rect">
            <a:avLst/>
          </a:prstGeom>
        </p:spPr>
      </p:pic>
      <p:sp>
        <p:nvSpPr>
          <p:cNvPr id="9" name="Picture Placeholder">
            <a:extLst>
              <a:ext uri="{FF2B5EF4-FFF2-40B4-BE49-F238E27FC236}">
                <a16:creationId xmlns:a16="http://schemas.microsoft.com/office/drawing/2014/main" id="{A47CA9CB-1474-51CC-7A85-2B069AABF632}"/>
              </a:ext>
            </a:extLst>
          </p:cNvPr>
          <p:cNvSpPr>
            <a:spLocks noGrp="1" noRot="1" noMove="1" noResize="1" noEditPoints="1" noAdjustHandles="1" noChangeArrowheads="1" noChangeShapeType="1"/>
          </p:cNvSpPr>
          <p:nvPr>
            <p:ph type="pic" sz="quarter" idx="15"/>
          </p:nvPr>
        </p:nvSpPr>
        <p:spPr>
          <a:xfrm>
            <a:off x="6980022" y="457200"/>
            <a:ext cx="5211979" cy="6400800"/>
          </a:xfrm>
          <a:custGeom>
            <a:avLst/>
            <a:gdLst>
              <a:gd name="connsiteX0" fmla="*/ 2330561 w 5211979"/>
              <a:gd name="connsiteY0" fmla="*/ 0 h 6400800"/>
              <a:gd name="connsiteX1" fmla="*/ 5211979 w 5211979"/>
              <a:gd name="connsiteY1" fmla="*/ 0 h 6400800"/>
              <a:gd name="connsiteX2" fmla="*/ 5211979 w 5211979"/>
              <a:gd name="connsiteY2" fmla="*/ 6400800 h 6400800"/>
              <a:gd name="connsiteX3" fmla="*/ 0 w 5211979"/>
              <a:gd name="connsiteY3" fmla="*/ 6400800 h 6400800"/>
            </a:gdLst>
            <a:ahLst/>
            <a:cxnLst>
              <a:cxn ang="0">
                <a:pos x="connsiteX0" y="connsiteY0"/>
              </a:cxn>
              <a:cxn ang="0">
                <a:pos x="connsiteX1" y="connsiteY1"/>
              </a:cxn>
              <a:cxn ang="0">
                <a:pos x="connsiteX2" y="connsiteY2"/>
              </a:cxn>
              <a:cxn ang="0">
                <a:pos x="connsiteX3" y="connsiteY3"/>
              </a:cxn>
            </a:cxnLst>
            <a:rect l="l" t="t" r="r" b="b"/>
            <a:pathLst>
              <a:path w="5211979" h="6400800">
                <a:moveTo>
                  <a:pt x="2330561" y="0"/>
                </a:moveTo>
                <a:lnTo>
                  <a:pt x="5211979" y="0"/>
                </a:lnTo>
                <a:lnTo>
                  <a:pt x="5211979" y="6400800"/>
                </a:lnTo>
                <a:lnTo>
                  <a:pt x="0" y="6400800"/>
                </a:lnTo>
                <a:close/>
              </a:path>
            </a:pathLst>
          </a:custGeom>
          <a:solidFill>
            <a:schemeClr val="bg1">
              <a:lumMod val="75000"/>
            </a:schemeClr>
          </a:solidFill>
        </p:spPr>
        <p:txBody>
          <a:bodyPr wrap="square" anchor="ctr">
            <a:noAutofit/>
          </a:bodyPr>
          <a:lstStyle>
            <a:lvl1pPr marL="45720" indent="0" algn="ctr">
              <a:buNone/>
              <a:defRPr>
                <a:solidFill>
                  <a:schemeClr val="bg1"/>
                </a:solidFill>
              </a:defRPr>
            </a:lvl1pPr>
          </a:lstStyle>
          <a:p>
            <a:r>
              <a:rPr lang="en-US"/>
              <a:t>Click icon to add picture</a:t>
            </a:r>
          </a:p>
        </p:txBody>
      </p:sp>
      <p:sp>
        <p:nvSpPr>
          <p:cNvPr id="19" name="Title Placeholder">
            <a:extLst>
              <a:ext uri="{FF2B5EF4-FFF2-40B4-BE49-F238E27FC236}">
                <a16:creationId xmlns:a16="http://schemas.microsoft.com/office/drawing/2014/main" id="{32ECF697-E5F5-8EFA-F287-E1C21507017D}"/>
              </a:ext>
            </a:extLst>
          </p:cNvPr>
          <p:cNvSpPr>
            <a:spLocks noGrp="1"/>
          </p:cNvSpPr>
          <p:nvPr>
            <p:ph type="title" hasCustomPrompt="1"/>
          </p:nvPr>
        </p:nvSpPr>
        <p:spPr>
          <a:xfrm>
            <a:off x="457200" y="1380033"/>
            <a:ext cx="6806485" cy="2162580"/>
          </a:xfrm>
          <a:prstGeom prst="rect">
            <a:avLst/>
          </a:prstGeom>
        </p:spPr>
        <p:txBody>
          <a:bodyPr vert="horz" lIns="0" tIns="0" rIns="0" bIns="0" rtlCol="0" anchor="t">
            <a:noAutofit/>
          </a:bodyPr>
          <a:lstStyle>
            <a:lvl1pPr>
              <a:lnSpc>
                <a:spcPct val="75000"/>
              </a:lnSpc>
              <a:defRPr sz="6200" b="0" i="0">
                <a:latin typeface="+mj-lt"/>
              </a:defRPr>
            </a:lvl1pPr>
          </a:lstStyle>
          <a:p>
            <a:r>
              <a:rPr lang="en-US"/>
              <a:t>Click to write a presentation title that fits in 1-3 lines</a:t>
            </a:r>
          </a:p>
        </p:txBody>
      </p:sp>
      <p:sp>
        <p:nvSpPr>
          <p:cNvPr id="20" name="Text Placeholder">
            <a:extLst>
              <a:ext uri="{FF2B5EF4-FFF2-40B4-BE49-F238E27FC236}">
                <a16:creationId xmlns:a16="http://schemas.microsoft.com/office/drawing/2014/main" id="{8FC39273-5EEB-7F0E-8C65-B41740B74134}"/>
              </a:ext>
            </a:extLst>
          </p:cNvPr>
          <p:cNvSpPr>
            <a:spLocks noGrp="1"/>
          </p:cNvSpPr>
          <p:nvPr>
            <p:ph type="body" sz="quarter" idx="13" hasCustomPrompt="1"/>
          </p:nvPr>
        </p:nvSpPr>
        <p:spPr>
          <a:xfrm>
            <a:off x="457200" y="3669160"/>
            <a:ext cx="5638800" cy="807775"/>
          </a:xfrm>
        </p:spPr>
        <p:txBody>
          <a:bodyPr rIns="0">
            <a:noAutofit/>
          </a:bodyPr>
          <a:lstStyle>
            <a:lvl1pPr marL="0" indent="0">
              <a:lnSpc>
                <a:spcPct val="100000"/>
              </a:lnSpc>
              <a:buFontTx/>
              <a:buNone/>
              <a:defRPr sz="1800">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1-3 lines long.  </a:t>
            </a:r>
          </a:p>
        </p:txBody>
      </p:sp>
      <p:sp>
        <p:nvSpPr>
          <p:cNvPr id="2" name="Text Placeholder - Date">
            <a:extLst>
              <a:ext uri="{FF2B5EF4-FFF2-40B4-BE49-F238E27FC236}">
                <a16:creationId xmlns:a16="http://schemas.microsoft.com/office/drawing/2014/main" id="{0BF79201-BB74-294B-A154-80C4C73B85D8}"/>
              </a:ext>
            </a:extLst>
          </p:cNvPr>
          <p:cNvSpPr>
            <a:spLocks noGrp="1"/>
          </p:cNvSpPr>
          <p:nvPr>
            <p:ph type="body" sz="quarter" idx="14" hasCustomPrompt="1"/>
          </p:nvPr>
        </p:nvSpPr>
        <p:spPr>
          <a:xfrm>
            <a:off x="1420813" y="5806939"/>
            <a:ext cx="2592000" cy="593861"/>
          </a:xfrm>
        </p:spPr>
        <p:txBody>
          <a:bodyPr anchor="ctr">
            <a:noAutofit/>
          </a:bodyPr>
          <a:lstStyle>
            <a:lvl1pPr marL="0" indent="0">
              <a:buFontTx/>
              <a:buNone/>
              <a:defRPr sz="1300" b="0" i="0" baseline="0">
                <a:solidFill>
                  <a:schemeClr val="tx1">
                    <a:lumMod val="75000"/>
                    <a:lumOff val="25000"/>
                  </a:schemeClr>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January 1st, 2026</a:t>
            </a:r>
          </a:p>
        </p:txBody>
      </p:sp>
    </p:spTree>
    <p:extLst>
      <p:ext uri="{BB962C8B-B14F-4D97-AF65-F5344CB8AC3E}">
        <p14:creationId xmlns:p14="http://schemas.microsoft.com/office/powerpoint/2010/main" val="622702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C">
    <p:spTree>
      <p:nvGrpSpPr>
        <p:cNvPr id="1" name=""/>
        <p:cNvGrpSpPr/>
        <p:nvPr/>
      </p:nvGrpSpPr>
      <p:grpSpPr>
        <a:xfrm>
          <a:off x="0" y="0"/>
          <a:ext cx="0" cy="0"/>
          <a:chOff x="0" y="0"/>
          <a:chExt cx="0" cy="0"/>
        </a:xfrm>
      </p:grpSpPr>
      <p:sp>
        <p:nvSpPr>
          <p:cNvPr id="4" name="1000% Stripe">
            <a:extLst>
              <a:ext uri="{FF2B5EF4-FFF2-40B4-BE49-F238E27FC236}">
                <a16:creationId xmlns:a16="http://schemas.microsoft.com/office/drawing/2014/main" id="{C507D5AC-31A9-ADAA-E4AC-F48CE3334B3B}"/>
              </a:ext>
            </a:extLst>
          </p:cNvPr>
          <p:cNvSpPr>
            <a:spLocks noGrp="1" noRot="1" noChangeAspect="1" noMove="1" noResize="1"/>
          </p:cNvSpPr>
          <p:nvPr userDrawn="1"/>
        </p:nvSpPr>
        <p:spPr bwMode="ltGray">
          <a:xfrm>
            <a:off x="0" y="0"/>
            <a:ext cx="12192000" cy="6858000"/>
          </a:xfrm>
          <a:prstGeom prst="rect">
            <a:avLst/>
          </a:prstGeom>
          <a:blipFill>
            <a:blip>
              <a:extLst>
                <a:ext uri="{96DAC541-7B7A-43D3-8B79-37D633B846F1}">
                  <asvg:svgBlip xmlns:asvg="http://schemas.microsoft.com/office/drawing/2016/SVG/main" r:embed="rId2"/>
                </a:ext>
              </a:extLst>
            </a:blip>
            <a:stretch>
              <a:fillRect l="-150194" t="-187375" r="-212322" b="-71263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8" name="HP Logo">
            <a:extLst>
              <a:ext uri="{FF2B5EF4-FFF2-40B4-BE49-F238E27FC236}">
                <a16:creationId xmlns:a16="http://schemas.microsoft.com/office/drawing/2014/main" id="{63B29CC2-08DA-59B2-2819-645AF6008E16}"/>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3"/>
              </a:ext>
            </a:extLst>
          </a:blip>
          <a:stretch>
            <a:fillRect/>
          </a:stretch>
        </p:blipFill>
        <p:spPr>
          <a:xfrm>
            <a:off x="434187" y="5783264"/>
            <a:ext cx="641350" cy="641350"/>
          </a:xfrm>
          <a:prstGeom prst="rect">
            <a:avLst/>
          </a:prstGeom>
        </p:spPr>
      </p:pic>
      <p:sp>
        <p:nvSpPr>
          <p:cNvPr id="5" name="Title Placeholder">
            <a:extLst>
              <a:ext uri="{FF2B5EF4-FFF2-40B4-BE49-F238E27FC236}">
                <a16:creationId xmlns:a16="http://schemas.microsoft.com/office/drawing/2014/main" id="{EF5C4A46-7D25-AD10-5409-ADAB9B6FDEBA}"/>
              </a:ext>
            </a:extLst>
          </p:cNvPr>
          <p:cNvSpPr>
            <a:spLocks noGrp="1"/>
          </p:cNvSpPr>
          <p:nvPr>
            <p:ph type="title" hasCustomPrompt="1"/>
          </p:nvPr>
        </p:nvSpPr>
        <p:spPr>
          <a:xfrm>
            <a:off x="6461761" y="1544225"/>
            <a:ext cx="5257800" cy="2162580"/>
          </a:xfrm>
          <a:prstGeom prst="rect">
            <a:avLst/>
          </a:prstGeom>
        </p:spPr>
        <p:txBody>
          <a:bodyPr vert="horz" lIns="0" tIns="0" rIns="0" bIns="0" rtlCol="0" anchor="t">
            <a:noAutofit/>
          </a:bodyPr>
          <a:lstStyle>
            <a:lvl1pPr>
              <a:lnSpc>
                <a:spcPct val="75000"/>
              </a:lnSpc>
              <a:defRPr sz="6200" b="0" i="0">
                <a:latin typeface="+mj-lt"/>
              </a:defRPr>
            </a:lvl1pPr>
          </a:lstStyle>
          <a:p>
            <a:r>
              <a:rPr lang="en-US"/>
              <a:t>Presentation title in 1-3 lines maximum</a:t>
            </a:r>
          </a:p>
        </p:txBody>
      </p:sp>
      <p:sp>
        <p:nvSpPr>
          <p:cNvPr id="6" name="Text Placeholder">
            <a:extLst>
              <a:ext uri="{FF2B5EF4-FFF2-40B4-BE49-F238E27FC236}">
                <a16:creationId xmlns:a16="http://schemas.microsoft.com/office/drawing/2014/main" id="{27104820-5B51-1535-C638-B4A3F6C8A27F}"/>
              </a:ext>
            </a:extLst>
          </p:cNvPr>
          <p:cNvSpPr>
            <a:spLocks noGrp="1"/>
          </p:cNvSpPr>
          <p:nvPr>
            <p:ph type="body" sz="quarter" idx="13" hasCustomPrompt="1"/>
          </p:nvPr>
        </p:nvSpPr>
        <p:spPr>
          <a:xfrm>
            <a:off x="6473033" y="3833352"/>
            <a:ext cx="5246528" cy="807775"/>
          </a:xfrm>
        </p:spPr>
        <p:txBody>
          <a:bodyPr rIns="0">
            <a:noAutofit/>
          </a:bodyPr>
          <a:lstStyle>
            <a:lvl1pPr marL="0" indent="0">
              <a:lnSpc>
                <a:spcPct val="100000"/>
              </a:lnSpc>
              <a:buFontTx/>
              <a:buNone/>
              <a:defRPr sz="1800">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1-3 lines long.  </a:t>
            </a:r>
          </a:p>
        </p:txBody>
      </p:sp>
      <p:sp>
        <p:nvSpPr>
          <p:cNvPr id="7" name="Text Placeholder - Date">
            <a:extLst>
              <a:ext uri="{FF2B5EF4-FFF2-40B4-BE49-F238E27FC236}">
                <a16:creationId xmlns:a16="http://schemas.microsoft.com/office/drawing/2014/main" id="{D699546F-FC9B-E419-CC9B-7EB33899D242}"/>
              </a:ext>
            </a:extLst>
          </p:cNvPr>
          <p:cNvSpPr>
            <a:spLocks noGrp="1"/>
          </p:cNvSpPr>
          <p:nvPr>
            <p:ph type="body" sz="quarter" idx="14" hasCustomPrompt="1"/>
          </p:nvPr>
        </p:nvSpPr>
        <p:spPr>
          <a:xfrm>
            <a:off x="1420813" y="5806939"/>
            <a:ext cx="2592000" cy="593861"/>
          </a:xfrm>
        </p:spPr>
        <p:txBody>
          <a:bodyPr anchor="ctr">
            <a:noAutofit/>
          </a:bodyPr>
          <a:lstStyle>
            <a:lvl1pPr marL="0" indent="0">
              <a:buFontTx/>
              <a:buNone/>
              <a:defRPr sz="1300" b="0" i="0" baseline="0">
                <a:solidFill>
                  <a:schemeClr val="tx1">
                    <a:lumMod val="75000"/>
                    <a:lumOff val="25000"/>
                  </a:schemeClr>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January 1st, 2026</a:t>
            </a:r>
          </a:p>
        </p:txBody>
      </p:sp>
    </p:spTree>
    <p:extLst>
      <p:ext uri="{BB962C8B-B14F-4D97-AF65-F5344CB8AC3E}">
        <p14:creationId xmlns:p14="http://schemas.microsoft.com/office/powerpoint/2010/main" val="1456564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D">
    <p:spTree>
      <p:nvGrpSpPr>
        <p:cNvPr id="1" name=""/>
        <p:cNvGrpSpPr/>
        <p:nvPr/>
      </p:nvGrpSpPr>
      <p:grpSpPr>
        <a:xfrm>
          <a:off x="0" y="0"/>
          <a:ext cx="0" cy="0"/>
          <a:chOff x="0" y="0"/>
          <a:chExt cx="0" cy="0"/>
        </a:xfrm>
      </p:grpSpPr>
      <p:sp>
        <p:nvSpPr>
          <p:cNvPr id="9" name="Picture Placeholder">
            <a:extLst>
              <a:ext uri="{FF2B5EF4-FFF2-40B4-BE49-F238E27FC236}">
                <a16:creationId xmlns:a16="http://schemas.microsoft.com/office/drawing/2014/main" id="{4D12D9B6-A634-C8DE-A06B-52BC80A22B92}"/>
              </a:ext>
            </a:extLst>
          </p:cNvPr>
          <p:cNvSpPr>
            <a:spLocks noGrp="1"/>
          </p:cNvSpPr>
          <p:nvPr>
            <p:ph type="pic" sz="quarter" idx="16"/>
          </p:nvPr>
        </p:nvSpPr>
        <p:spPr>
          <a:xfrm>
            <a:off x="0" y="0"/>
            <a:ext cx="12192000" cy="6858000"/>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7" name="HP Logo">
            <a:extLst>
              <a:ext uri="{FF2B5EF4-FFF2-40B4-BE49-F238E27FC236}">
                <a16:creationId xmlns:a16="http://schemas.microsoft.com/office/drawing/2014/main" id="{5EB633F3-413A-9E4B-EBD2-A260368AE8CC}"/>
              </a:ext>
            </a:extLst>
          </p:cNvPr>
          <p:cNvSpPr>
            <a:spLocks noGrp="1" noChangeAspect="1"/>
          </p:cNvSpPr>
          <p:nvPr>
            <p:ph type="clipArt" sz="quarter" idx="17" hasCustomPrompt="1"/>
          </p:nvPr>
        </p:nvSpPr>
        <p:spPr>
          <a:xfrm>
            <a:off x="435600" y="5785200"/>
            <a:ext cx="640798" cy="640800"/>
          </a:xfrm>
          <a:blipFill>
            <a:blip>
              <a:extLst>
                <a:ext uri="{96DAC541-7B7A-43D3-8B79-37D633B846F1}">
                  <asvg:svgBlip xmlns:asvg="http://schemas.microsoft.com/office/drawing/2016/SVG/main" r:embed="rId2"/>
                </a:ext>
              </a:extLst>
            </a:blip>
            <a:stretch>
              <a:fillRect/>
            </a:stretch>
          </a:blipFill>
        </p:spPr>
        <p:txBody>
          <a:bodyPr anchor="ctr"/>
          <a:lstStyle>
            <a:lvl1pPr marL="45720" indent="0" algn="ctr">
              <a:buNone/>
              <a:defRPr sz="100"/>
            </a:lvl1pPr>
          </a:lstStyle>
          <a:p>
            <a:r>
              <a:rPr lang="en-US"/>
              <a:t> </a:t>
            </a:r>
          </a:p>
        </p:txBody>
      </p:sp>
      <p:sp>
        <p:nvSpPr>
          <p:cNvPr id="2" name="Title Placeholder">
            <a:extLst>
              <a:ext uri="{FF2B5EF4-FFF2-40B4-BE49-F238E27FC236}">
                <a16:creationId xmlns:a16="http://schemas.microsoft.com/office/drawing/2014/main" id="{D2AAAF2F-FA06-7816-E02C-03F08F05A95F}"/>
              </a:ext>
            </a:extLst>
          </p:cNvPr>
          <p:cNvSpPr>
            <a:spLocks noGrp="1"/>
          </p:cNvSpPr>
          <p:nvPr>
            <p:ph type="title" hasCustomPrompt="1"/>
          </p:nvPr>
        </p:nvSpPr>
        <p:spPr>
          <a:xfrm>
            <a:off x="457200" y="1216295"/>
            <a:ext cx="6806485" cy="2162580"/>
          </a:xfrm>
          <a:prstGeom prst="rect">
            <a:avLst/>
          </a:prstGeom>
        </p:spPr>
        <p:txBody>
          <a:bodyPr vert="horz" lIns="0" tIns="0" rIns="0" bIns="0" rtlCol="0" anchor="t">
            <a:noAutofit/>
          </a:bodyPr>
          <a:lstStyle>
            <a:lvl1pPr>
              <a:lnSpc>
                <a:spcPct val="75000"/>
              </a:lnSpc>
              <a:defRPr sz="6200" b="0" i="0">
                <a:solidFill>
                  <a:schemeClr val="bg1"/>
                </a:solidFill>
                <a:latin typeface="+mj-lt"/>
              </a:defRPr>
            </a:lvl1pPr>
          </a:lstStyle>
          <a:p>
            <a:r>
              <a:rPr lang="en-US"/>
              <a:t>Click to write a presentation title that fits in 1-3 lines</a:t>
            </a:r>
          </a:p>
        </p:txBody>
      </p:sp>
      <p:sp>
        <p:nvSpPr>
          <p:cNvPr id="4" name="Text Placeholder">
            <a:extLst>
              <a:ext uri="{FF2B5EF4-FFF2-40B4-BE49-F238E27FC236}">
                <a16:creationId xmlns:a16="http://schemas.microsoft.com/office/drawing/2014/main" id="{7D5245EC-F86B-29A9-FC60-AA10E4DD778E}"/>
              </a:ext>
            </a:extLst>
          </p:cNvPr>
          <p:cNvSpPr>
            <a:spLocks noGrp="1"/>
          </p:cNvSpPr>
          <p:nvPr>
            <p:ph type="body" sz="quarter" idx="13" hasCustomPrompt="1"/>
          </p:nvPr>
        </p:nvSpPr>
        <p:spPr>
          <a:xfrm>
            <a:off x="457200" y="3505422"/>
            <a:ext cx="6795212" cy="807775"/>
          </a:xfrm>
        </p:spPr>
        <p:txBody>
          <a:bodyPr rIns="0">
            <a:noAutofit/>
          </a:bodyPr>
          <a:lstStyle>
            <a:lvl1pPr marL="0" indent="0">
              <a:lnSpc>
                <a:spcPct val="100000"/>
              </a:lnSpc>
              <a:buFontTx/>
              <a:buNone/>
              <a:defRPr sz="1800">
                <a:solidFill>
                  <a:schemeClr val="bg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1-3 lines long.  </a:t>
            </a:r>
          </a:p>
        </p:txBody>
      </p:sp>
      <p:sp>
        <p:nvSpPr>
          <p:cNvPr id="3" name="Text Placeholder - Date">
            <a:extLst>
              <a:ext uri="{FF2B5EF4-FFF2-40B4-BE49-F238E27FC236}">
                <a16:creationId xmlns:a16="http://schemas.microsoft.com/office/drawing/2014/main" id="{0A23B438-8806-7529-E6F5-1F08C4A82B4E}"/>
              </a:ext>
            </a:extLst>
          </p:cNvPr>
          <p:cNvSpPr>
            <a:spLocks noGrp="1"/>
          </p:cNvSpPr>
          <p:nvPr>
            <p:ph type="body" sz="quarter" idx="18" hasCustomPrompt="1"/>
          </p:nvPr>
        </p:nvSpPr>
        <p:spPr>
          <a:xfrm>
            <a:off x="1420813" y="5806939"/>
            <a:ext cx="2592000" cy="593861"/>
          </a:xfrm>
        </p:spPr>
        <p:txBody>
          <a:bodyPr anchor="ctr">
            <a:noAutofit/>
          </a:bodyPr>
          <a:lstStyle>
            <a:lvl1pPr marL="0" indent="0">
              <a:buFontTx/>
              <a:buNone/>
              <a:defRPr sz="1300" b="0" i="0" baseline="0">
                <a:solidFill>
                  <a:schemeClr val="bg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January 1st, 2026</a:t>
            </a:r>
          </a:p>
        </p:txBody>
      </p:sp>
    </p:spTree>
    <p:extLst>
      <p:ext uri="{BB962C8B-B14F-4D97-AF65-F5344CB8AC3E}">
        <p14:creationId xmlns:p14="http://schemas.microsoft.com/office/powerpoint/2010/main" val="3864602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A">
    <p:spTree>
      <p:nvGrpSpPr>
        <p:cNvPr id="1" name=""/>
        <p:cNvGrpSpPr/>
        <p:nvPr/>
      </p:nvGrpSpPr>
      <p:grpSpPr>
        <a:xfrm>
          <a:off x="0" y="0"/>
          <a:ext cx="0" cy="0"/>
          <a:chOff x="0" y="0"/>
          <a:chExt cx="0" cy="0"/>
        </a:xfrm>
      </p:grpSpPr>
      <p:sp>
        <p:nvSpPr>
          <p:cNvPr id="2" name="500% Stripe">
            <a:extLst>
              <a:ext uri="{FF2B5EF4-FFF2-40B4-BE49-F238E27FC236}">
                <a16:creationId xmlns:a16="http://schemas.microsoft.com/office/drawing/2014/main" id="{9C374ACB-6F53-0661-ED4B-F72AFB14E515}"/>
              </a:ext>
            </a:extLst>
          </p:cNvPr>
          <p:cNvSpPr>
            <a:spLocks noGrp="1" noRot="1" noChangeAspect="1" noMove="1" noResize="1"/>
          </p:cNvSpPr>
          <p:nvPr userDrawn="1"/>
        </p:nvSpPr>
        <p:spPr bwMode="ltGray">
          <a:xfrm>
            <a:off x="0" y="0"/>
            <a:ext cx="12192000" cy="6858000"/>
          </a:xfrm>
          <a:prstGeom prst="rect">
            <a:avLst/>
          </a:prstGeom>
          <a:blipFill dpi="0" rotWithShape="1">
            <a:blip>
              <a:extLst>
                <a:ext uri="{96DAC541-7B7A-43D3-8B79-37D633B846F1}">
                  <asvg:svgBlip xmlns:asvg="http://schemas.microsoft.com/office/drawing/2016/SVG/main" r:embed="rId2"/>
                </a:ext>
              </a:extLst>
            </a:blip>
            <a:srcRect/>
            <a:stretch>
              <a:fillRect l="-48502" t="-342356" r="-82754" b="-5764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4" name="Title Placeholder">
            <a:extLst>
              <a:ext uri="{FF2B5EF4-FFF2-40B4-BE49-F238E27FC236}">
                <a16:creationId xmlns:a16="http://schemas.microsoft.com/office/drawing/2014/main" id="{F1E55DF1-35AF-1EB2-8104-2ABA79A3DE65}"/>
              </a:ext>
            </a:extLst>
          </p:cNvPr>
          <p:cNvSpPr>
            <a:spLocks noGrp="1"/>
          </p:cNvSpPr>
          <p:nvPr>
            <p:ph type="title" hasCustomPrompt="1"/>
          </p:nvPr>
        </p:nvSpPr>
        <p:spPr>
          <a:xfrm>
            <a:off x="457200" y="2246744"/>
            <a:ext cx="3921771" cy="1744004"/>
          </a:xfrm>
          <a:prstGeom prst="rect">
            <a:avLst/>
          </a:prstGeom>
        </p:spPr>
        <p:txBody>
          <a:bodyPr vert="horz" lIns="0" tIns="0" rIns="0" bIns="0" rtlCol="0" anchor="t">
            <a:noAutofit/>
          </a:bodyPr>
          <a:lstStyle>
            <a:lvl1pPr>
              <a:lnSpc>
                <a:spcPct val="75000"/>
              </a:lnSpc>
              <a:defRPr sz="5000" b="0" i="0">
                <a:latin typeface="+mj-lt"/>
              </a:defRPr>
            </a:lvl1pPr>
          </a:lstStyle>
          <a:p>
            <a:r>
              <a:rPr lang="en-US"/>
              <a:t>Click to write a section title in 1-3 lines</a:t>
            </a:r>
          </a:p>
        </p:txBody>
      </p:sp>
      <p:sp>
        <p:nvSpPr>
          <p:cNvPr id="6" name="Text Placeholder">
            <a:extLst>
              <a:ext uri="{FF2B5EF4-FFF2-40B4-BE49-F238E27FC236}">
                <a16:creationId xmlns:a16="http://schemas.microsoft.com/office/drawing/2014/main" id="{438D89D3-9796-2924-1A45-BE792614F53D}"/>
              </a:ext>
            </a:extLst>
          </p:cNvPr>
          <p:cNvSpPr>
            <a:spLocks noGrp="1"/>
          </p:cNvSpPr>
          <p:nvPr>
            <p:ph type="body" sz="quarter" idx="13" hasCustomPrompt="1"/>
          </p:nvPr>
        </p:nvSpPr>
        <p:spPr>
          <a:xfrm>
            <a:off x="457200" y="4112892"/>
            <a:ext cx="3910284" cy="578851"/>
          </a:xfrm>
        </p:spPr>
        <p:txBody>
          <a:bodyPr rIns="0">
            <a:noAutofit/>
          </a:bodyPr>
          <a:lstStyle>
            <a:lvl1pPr marL="0" indent="0">
              <a:lnSpc>
                <a:spcPct val="100000"/>
              </a:lnSpc>
              <a:buFontTx/>
              <a:buNone/>
              <a:defRPr sz="1800">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1-2 lines long.  </a:t>
            </a:r>
          </a:p>
        </p:txBody>
      </p:sp>
    </p:spTree>
    <p:extLst>
      <p:ext uri="{BB962C8B-B14F-4D97-AF65-F5344CB8AC3E}">
        <p14:creationId xmlns:p14="http://schemas.microsoft.com/office/powerpoint/2010/main" val="3983465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B">
    <p:spTree>
      <p:nvGrpSpPr>
        <p:cNvPr id="1" name=""/>
        <p:cNvGrpSpPr/>
        <p:nvPr/>
      </p:nvGrpSpPr>
      <p:grpSpPr>
        <a:xfrm>
          <a:off x="0" y="0"/>
          <a:ext cx="0" cy="0"/>
          <a:chOff x="0" y="0"/>
          <a:chExt cx="0" cy="0"/>
        </a:xfrm>
      </p:grpSpPr>
      <p:sp>
        <p:nvSpPr>
          <p:cNvPr id="6" name="500% Stripe">
            <a:extLst>
              <a:ext uri="{FF2B5EF4-FFF2-40B4-BE49-F238E27FC236}">
                <a16:creationId xmlns:a16="http://schemas.microsoft.com/office/drawing/2014/main" id="{0E802734-A9B4-85E8-B66F-C278C31CB1AB}"/>
              </a:ext>
            </a:extLst>
          </p:cNvPr>
          <p:cNvSpPr>
            <a:spLocks noGrp="1" noRot="1" noChangeAspect="1" noMove="1" noResize="1"/>
          </p:cNvSpPr>
          <p:nvPr userDrawn="1"/>
        </p:nvSpPr>
        <p:spPr bwMode="ltGray">
          <a:xfrm>
            <a:off x="0" y="0"/>
            <a:ext cx="4685211" cy="6858000"/>
          </a:xfrm>
          <a:prstGeom prst="rect">
            <a:avLst/>
          </a:prstGeom>
          <a:blipFill dpi="0" rotWithShape="1">
            <a:blip>
              <a:extLst>
                <a:ext uri="{96DAC541-7B7A-43D3-8B79-37D633B846F1}">
                  <asvg:svgBlip xmlns:asvg="http://schemas.microsoft.com/office/drawing/2016/SVG/main" r:embed="rId2"/>
                </a:ext>
              </a:extLst>
            </a:blip>
            <a:srcRect/>
            <a:stretch>
              <a:fillRect l="-126213" t="-342356" r="-375568" b="-5764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5" name="Picture Placeholder">
            <a:extLst>
              <a:ext uri="{FF2B5EF4-FFF2-40B4-BE49-F238E27FC236}">
                <a16:creationId xmlns:a16="http://schemas.microsoft.com/office/drawing/2014/main" id="{3B5F0DAA-E440-2705-048F-5000042E85F0}"/>
              </a:ext>
            </a:extLst>
          </p:cNvPr>
          <p:cNvSpPr>
            <a:spLocks noGrp="1"/>
          </p:cNvSpPr>
          <p:nvPr>
            <p:ph type="pic" sz="quarter" idx="14"/>
          </p:nvPr>
        </p:nvSpPr>
        <p:spPr>
          <a:xfrm>
            <a:off x="4755411" y="0"/>
            <a:ext cx="6139067" cy="6858001"/>
          </a:xfrm>
          <a:custGeom>
            <a:avLst/>
            <a:gdLst>
              <a:gd name="connsiteX0" fmla="*/ 2497031 w 6139067"/>
              <a:gd name="connsiteY0" fmla="*/ 0 h 6858001"/>
              <a:gd name="connsiteX1" fmla="*/ 6139067 w 6139067"/>
              <a:gd name="connsiteY1" fmla="*/ 0 h 6858001"/>
              <a:gd name="connsiteX2" fmla="*/ 3642036 w 6139067"/>
              <a:gd name="connsiteY2" fmla="*/ 6858001 h 6858001"/>
              <a:gd name="connsiteX3" fmla="*/ 0 w 6139067"/>
              <a:gd name="connsiteY3" fmla="*/ 6858001 h 6858001"/>
            </a:gdLst>
            <a:ahLst/>
            <a:cxnLst>
              <a:cxn ang="0">
                <a:pos x="connsiteX0" y="connsiteY0"/>
              </a:cxn>
              <a:cxn ang="0">
                <a:pos x="connsiteX1" y="connsiteY1"/>
              </a:cxn>
              <a:cxn ang="0">
                <a:pos x="connsiteX2" y="connsiteY2"/>
              </a:cxn>
              <a:cxn ang="0">
                <a:pos x="connsiteX3" y="connsiteY3"/>
              </a:cxn>
            </a:cxnLst>
            <a:rect l="l" t="t" r="r" b="b"/>
            <a:pathLst>
              <a:path w="6139067" h="6858001">
                <a:moveTo>
                  <a:pt x="2497031" y="0"/>
                </a:moveTo>
                <a:lnTo>
                  <a:pt x="6139067" y="0"/>
                </a:lnTo>
                <a:lnTo>
                  <a:pt x="3642036" y="6858001"/>
                </a:lnTo>
                <a:lnTo>
                  <a:pt x="0" y="6858001"/>
                </a:lnTo>
                <a:close/>
              </a:path>
            </a:pathLst>
          </a:custGeom>
          <a:solidFill>
            <a:schemeClr val="bg1">
              <a:lumMod val="75000"/>
            </a:schemeClr>
          </a:solidFill>
        </p:spPr>
        <p:txBody>
          <a:bodyPr wrap="square" anchor="ctr">
            <a:noAutofit/>
          </a:bodyPr>
          <a:lstStyle>
            <a:lvl1pPr marL="45720" indent="0" algn="ctr">
              <a:buNone/>
              <a:defRPr>
                <a:solidFill>
                  <a:schemeClr val="bg1"/>
                </a:solidFill>
              </a:defRPr>
            </a:lvl1pPr>
          </a:lstStyle>
          <a:p>
            <a:r>
              <a:rPr lang="en-US"/>
              <a:t>Click icon to add picture</a:t>
            </a:r>
          </a:p>
        </p:txBody>
      </p:sp>
      <p:sp>
        <p:nvSpPr>
          <p:cNvPr id="13" name="Title Placeholder">
            <a:extLst>
              <a:ext uri="{FF2B5EF4-FFF2-40B4-BE49-F238E27FC236}">
                <a16:creationId xmlns:a16="http://schemas.microsoft.com/office/drawing/2014/main" id="{F92A9C50-E363-2D2B-3998-E7A75C67091D}"/>
              </a:ext>
            </a:extLst>
          </p:cNvPr>
          <p:cNvSpPr>
            <a:spLocks noGrp="1"/>
          </p:cNvSpPr>
          <p:nvPr>
            <p:ph type="title" hasCustomPrompt="1"/>
          </p:nvPr>
        </p:nvSpPr>
        <p:spPr>
          <a:xfrm>
            <a:off x="457200" y="2246744"/>
            <a:ext cx="3921771" cy="1744004"/>
          </a:xfrm>
          <a:prstGeom prst="rect">
            <a:avLst/>
          </a:prstGeom>
        </p:spPr>
        <p:txBody>
          <a:bodyPr vert="horz" lIns="0" tIns="0" rIns="0" bIns="0" rtlCol="0" anchor="t">
            <a:noAutofit/>
          </a:bodyPr>
          <a:lstStyle>
            <a:lvl1pPr>
              <a:lnSpc>
                <a:spcPct val="75000"/>
              </a:lnSpc>
              <a:defRPr sz="5000" b="0" i="0">
                <a:latin typeface="+mj-lt"/>
              </a:defRPr>
            </a:lvl1pPr>
          </a:lstStyle>
          <a:p>
            <a:r>
              <a:rPr lang="en-US"/>
              <a:t>Click to write a section title in 1-3 lines</a:t>
            </a:r>
          </a:p>
        </p:txBody>
      </p:sp>
      <p:sp>
        <p:nvSpPr>
          <p:cNvPr id="14" name="Text Placeholder">
            <a:extLst>
              <a:ext uri="{FF2B5EF4-FFF2-40B4-BE49-F238E27FC236}">
                <a16:creationId xmlns:a16="http://schemas.microsoft.com/office/drawing/2014/main" id="{A4B0D6E0-C654-EA28-91D2-C5ECD5E1C683}"/>
              </a:ext>
            </a:extLst>
          </p:cNvPr>
          <p:cNvSpPr>
            <a:spLocks noGrp="1"/>
          </p:cNvSpPr>
          <p:nvPr>
            <p:ph type="body" sz="quarter" idx="13" hasCustomPrompt="1"/>
          </p:nvPr>
        </p:nvSpPr>
        <p:spPr>
          <a:xfrm>
            <a:off x="457200" y="4112892"/>
            <a:ext cx="3910284" cy="578851"/>
          </a:xfrm>
        </p:spPr>
        <p:txBody>
          <a:bodyPr rIns="0">
            <a:noAutofit/>
          </a:bodyPr>
          <a:lstStyle>
            <a:lvl1pPr marL="0" indent="0">
              <a:lnSpc>
                <a:spcPct val="100000"/>
              </a:lnSpc>
              <a:buFontTx/>
              <a:buNone/>
              <a:defRPr sz="1800">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1-2 lines long.  </a:t>
            </a:r>
          </a:p>
        </p:txBody>
      </p:sp>
    </p:spTree>
    <p:extLst>
      <p:ext uri="{BB962C8B-B14F-4D97-AF65-F5344CB8AC3E}">
        <p14:creationId xmlns:p14="http://schemas.microsoft.com/office/powerpoint/2010/main" val="2260879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C">
    <p:bg>
      <p:bgPr>
        <a:solidFill>
          <a:schemeClr val="tx2"/>
        </a:solidFill>
        <a:effectLst/>
      </p:bgPr>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7B7B67D7-5A04-1DED-99CE-7276E4D4B6DE}"/>
              </a:ext>
            </a:extLst>
          </p:cNvPr>
          <p:cNvSpPr>
            <a:spLocks noGrp="1"/>
          </p:cNvSpPr>
          <p:nvPr>
            <p:ph type="title" hasCustomPrompt="1"/>
          </p:nvPr>
        </p:nvSpPr>
        <p:spPr>
          <a:xfrm>
            <a:off x="457200" y="2246744"/>
            <a:ext cx="7196368" cy="1744004"/>
          </a:xfrm>
          <a:prstGeom prst="rect">
            <a:avLst/>
          </a:prstGeom>
        </p:spPr>
        <p:txBody>
          <a:bodyPr vert="horz" lIns="0" tIns="0" rIns="0" bIns="0" rtlCol="0" anchor="t">
            <a:noAutofit/>
          </a:bodyPr>
          <a:lstStyle>
            <a:lvl1pPr>
              <a:lnSpc>
                <a:spcPct val="75000"/>
              </a:lnSpc>
              <a:defRPr sz="5000" b="0" i="0">
                <a:solidFill>
                  <a:schemeClr val="bg1"/>
                </a:solidFill>
                <a:latin typeface="+mj-lt"/>
              </a:defRPr>
            </a:lvl1pPr>
          </a:lstStyle>
          <a:p>
            <a:r>
              <a:rPr lang="en-US"/>
              <a:t>Click to write a section title in 1-3 lines</a:t>
            </a:r>
          </a:p>
        </p:txBody>
      </p:sp>
      <p:sp>
        <p:nvSpPr>
          <p:cNvPr id="4" name="Text Placeholder ">
            <a:extLst>
              <a:ext uri="{FF2B5EF4-FFF2-40B4-BE49-F238E27FC236}">
                <a16:creationId xmlns:a16="http://schemas.microsoft.com/office/drawing/2014/main" id="{6F1CEA07-5F1C-CAB3-5B77-732A09119BEE}"/>
              </a:ext>
            </a:extLst>
          </p:cNvPr>
          <p:cNvSpPr>
            <a:spLocks noGrp="1"/>
          </p:cNvSpPr>
          <p:nvPr>
            <p:ph type="body" sz="quarter" idx="13" hasCustomPrompt="1"/>
          </p:nvPr>
        </p:nvSpPr>
        <p:spPr>
          <a:xfrm>
            <a:off x="457200" y="4112892"/>
            <a:ext cx="7175290" cy="578851"/>
          </a:xfrm>
        </p:spPr>
        <p:txBody>
          <a:bodyPr rIns="0">
            <a:noAutofit/>
          </a:bodyPr>
          <a:lstStyle>
            <a:lvl1pPr marL="0" indent="0">
              <a:lnSpc>
                <a:spcPct val="100000"/>
              </a:lnSpc>
              <a:buFontTx/>
              <a:buNone/>
              <a:defRPr sz="1800">
                <a:solidFill>
                  <a:schemeClr val="bg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1-2 lines long.  </a:t>
            </a:r>
          </a:p>
        </p:txBody>
      </p:sp>
    </p:spTree>
    <p:extLst>
      <p:ext uri="{BB962C8B-B14F-4D97-AF65-F5344CB8AC3E}">
        <p14:creationId xmlns:p14="http://schemas.microsoft.com/office/powerpoint/2010/main" val="2030664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100% Stripe">
            <a:extLst>
              <a:ext uri="{FF2B5EF4-FFF2-40B4-BE49-F238E27FC236}">
                <a16:creationId xmlns:a16="http://schemas.microsoft.com/office/drawing/2014/main" id="{5E0F7FBD-F13C-8257-9866-4ABD84856660}"/>
              </a:ext>
            </a:extLst>
          </p:cNvPr>
          <p:cNvSpPr>
            <a:spLocks noGrp="1" noRot="1" noChangeAspect="1" noMove="1" noResize="1"/>
          </p:cNvSpPr>
          <p:nvPr userDrawn="1"/>
        </p:nvSpPr>
        <p:spPr bwMode="ltGray">
          <a:xfrm>
            <a:off x="0" y="0"/>
            <a:ext cx="12192000" cy="6857845"/>
          </a:xfrm>
          <a:prstGeom prst="rect">
            <a:avLst/>
          </a:prstGeom>
          <a:blipFill dpi="0" rotWithShape="1">
            <a:blip>
              <a:extLst>
                <a:ext uri="{96DAC541-7B7A-43D3-8B79-37D633B846F1}">
                  <asvg:svgBlip xmlns:asvg="http://schemas.microsoft.com/office/drawing/2016/SVG/main" r:embed="rId2"/>
                </a:ext>
              </a:extLst>
            </a:blip>
            <a:srcRect/>
            <a:stretch>
              <a:fillRect l="67031" t="-65248" r="-2857" b="652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5" name="Footer Placeholder">
            <a:extLst>
              <a:ext uri="{FF2B5EF4-FFF2-40B4-BE49-F238E27FC236}">
                <a16:creationId xmlns:a16="http://schemas.microsoft.com/office/drawing/2014/main" id="{62C41C54-1360-2544-8A82-E26D6B8AB763}"/>
              </a:ext>
            </a:extLst>
          </p:cNvPr>
          <p:cNvSpPr>
            <a:spLocks noGrp="1"/>
          </p:cNvSpPr>
          <p:nvPr>
            <p:ph type="ftr" sz="quarter" idx="13"/>
          </p:nvPr>
        </p:nvSpPr>
        <p:spPr/>
        <p:txBody>
          <a:bodyPr/>
          <a:lstStyle/>
          <a:p>
            <a:endParaRPr lang="en-US"/>
          </a:p>
        </p:txBody>
      </p:sp>
      <p:sp>
        <p:nvSpPr>
          <p:cNvPr id="2" name="Title Placeholder">
            <a:extLst>
              <a:ext uri="{FF2B5EF4-FFF2-40B4-BE49-F238E27FC236}">
                <a16:creationId xmlns:a16="http://schemas.microsoft.com/office/drawing/2014/main" id="{6E2F0EF6-FE54-13AD-F6A1-33E947AFBDDF}"/>
              </a:ext>
            </a:extLst>
          </p:cNvPr>
          <p:cNvSpPr>
            <a:spLocks noGrp="1"/>
          </p:cNvSpPr>
          <p:nvPr>
            <p:ph type="title" hasCustomPrompt="1"/>
          </p:nvPr>
        </p:nvSpPr>
        <p:spPr>
          <a:xfrm>
            <a:off x="457200" y="1964018"/>
            <a:ext cx="8385175" cy="589841"/>
          </a:xfrm>
          <a:prstGeom prst="rect">
            <a:avLst/>
          </a:prstGeom>
        </p:spPr>
        <p:txBody>
          <a:bodyPr vert="horz" lIns="0" tIns="0" rIns="0" bIns="0" rtlCol="0" anchor="t">
            <a:noAutofit/>
          </a:bodyPr>
          <a:lstStyle>
            <a:lvl1pPr>
              <a:lnSpc>
                <a:spcPct val="75000"/>
              </a:lnSpc>
              <a:defRPr sz="5000" b="0" i="0">
                <a:latin typeface="+mj-lt"/>
              </a:defRPr>
            </a:lvl1pPr>
          </a:lstStyle>
          <a:p>
            <a:r>
              <a:rPr lang="en-US"/>
              <a:t>Agenda</a:t>
            </a:r>
          </a:p>
        </p:txBody>
      </p:sp>
      <p:sp>
        <p:nvSpPr>
          <p:cNvPr id="7" name="Content Placeholder">
            <a:extLst>
              <a:ext uri="{FF2B5EF4-FFF2-40B4-BE49-F238E27FC236}">
                <a16:creationId xmlns:a16="http://schemas.microsoft.com/office/drawing/2014/main" id="{C8E2773D-6921-CA71-1751-1C4EB6FB1716}"/>
              </a:ext>
            </a:extLst>
          </p:cNvPr>
          <p:cNvSpPr>
            <a:spLocks noGrp="1"/>
          </p:cNvSpPr>
          <p:nvPr>
            <p:ph sz="quarter" idx="14"/>
          </p:nvPr>
        </p:nvSpPr>
        <p:spPr>
          <a:xfrm>
            <a:off x="457200" y="2874259"/>
            <a:ext cx="8385175" cy="29312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28426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rge Quote">
    <p:spTree>
      <p:nvGrpSpPr>
        <p:cNvPr id="1" name=""/>
        <p:cNvGrpSpPr/>
        <p:nvPr/>
      </p:nvGrpSpPr>
      <p:grpSpPr>
        <a:xfrm>
          <a:off x="0" y="0"/>
          <a:ext cx="0" cy="0"/>
          <a:chOff x="0" y="0"/>
          <a:chExt cx="0" cy="0"/>
        </a:xfrm>
      </p:grpSpPr>
      <p:sp>
        <p:nvSpPr>
          <p:cNvPr id="3" name="100% Stripe">
            <a:extLst>
              <a:ext uri="{FF2B5EF4-FFF2-40B4-BE49-F238E27FC236}">
                <a16:creationId xmlns:a16="http://schemas.microsoft.com/office/drawing/2014/main" id="{681B4596-64F0-C548-23E7-B0230E3B9452}"/>
              </a:ext>
            </a:extLst>
          </p:cNvPr>
          <p:cNvSpPr>
            <a:spLocks noGrp="1" noRot="1" noChangeAspect="1" noMove="1" noResize="1"/>
          </p:cNvSpPr>
          <p:nvPr userDrawn="1"/>
        </p:nvSpPr>
        <p:spPr bwMode="ltGray">
          <a:xfrm>
            <a:off x="0" y="0"/>
            <a:ext cx="12192000" cy="6857845"/>
          </a:xfrm>
          <a:prstGeom prst="rect">
            <a:avLst/>
          </a:prstGeom>
          <a:blipFill dpi="0" rotWithShape="1">
            <a:blip>
              <a:extLst>
                <a:ext uri="{96DAC541-7B7A-43D3-8B79-37D633B846F1}">
                  <asvg:svgBlip xmlns:asvg="http://schemas.microsoft.com/office/drawing/2016/SVG/main" r:embed="rId2"/>
                </a:ext>
              </a:extLst>
            </a:blip>
            <a:srcRect/>
            <a:stretch>
              <a:fillRect l="56698" r="747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4" name="Title Placeholder">
            <a:extLst>
              <a:ext uri="{FF2B5EF4-FFF2-40B4-BE49-F238E27FC236}">
                <a16:creationId xmlns:a16="http://schemas.microsoft.com/office/drawing/2014/main" id="{1E7DE152-801C-8C7C-7037-239E0687157F}"/>
              </a:ext>
            </a:extLst>
          </p:cNvPr>
          <p:cNvSpPr>
            <a:spLocks noGrp="1"/>
          </p:cNvSpPr>
          <p:nvPr>
            <p:ph type="title" hasCustomPrompt="1"/>
          </p:nvPr>
        </p:nvSpPr>
        <p:spPr>
          <a:xfrm>
            <a:off x="457200" y="1021448"/>
            <a:ext cx="5864087" cy="3475247"/>
          </a:xfrm>
          <a:prstGeom prst="rect">
            <a:avLst/>
          </a:prstGeom>
        </p:spPr>
        <p:txBody>
          <a:bodyPr vert="horz" lIns="0" tIns="0" rIns="0" bIns="0" rtlCol="0" anchor="t">
            <a:noAutofit/>
          </a:bodyPr>
          <a:lstStyle>
            <a:lvl1pPr marL="731520" indent="-274320">
              <a:lnSpc>
                <a:spcPct val="75000"/>
              </a:lnSpc>
              <a:defRPr sz="5000" b="0" i="0">
                <a:latin typeface="+mj-lt"/>
              </a:defRPr>
            </a:lvl1pPr>
          </a:lstStyle>
          <a:p>
            <a:r>
              <a:rPr lang="en-US"/>
              <a:t>“We must always reject the false choice between making a profit and making a difference.”</a:t>
            </a:r>
          </a:p>
        </p:txBody>
      </p:sp>
    </p:spTree>
    <p:extLst>
      <p:ext uri="{BB962C8B-B14F-4D97-AF65-F5344CB8AC3E}">
        <p14:creationId xmlns:p14="http://schemas.microsoft.com/office/powerpoint/2010/main" val="3637460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mall Quote A">
    <p:spTree>
      <p:nvGrpSpPr>
        <p:cNvPr id="1" name=""/>
        <p:cNvGrpSpPr/>
        <p:nvPr/>
      </p:nvGrpSpPr>
      <p:grpSpPr>
        <a:xfrm>
          <a:off x="0" y="0"/>
          <a:ext cx="0" cy="0"/>
          <a:chOff x="0" y="0"/>
          <a:chExt cx="0" cy="0"/>
        </a:xfrm>
      </p:grpSpPr>
      <p:sp>
        <p:nvSpPr>
          <p:cNvPr id="4" name="100% Stripe">
            <a:extLst>
              <a:ext uri="{FF2B5EF4-FFF2-40B4-BE49-F238E27FC236}">
                <a16:creationId xmlns:a16="http://schemas.microsoft.com/office/drawing/2014/main" id="{021E49BE-73F2-F9AA-1F40-53408D214331}"/>
              </a:ext>
            </a:extLst>
          </p:cNvPr>
          <p:cNvSpPr>
            <a:spLocks noGrp="1" noRot="1" noChangeAspect="1" noMove="1" noResize="1"/>
          </p:cNvSpPr>
          <p:nvPr userDrawn="1"/>
        </p:nvSpPr>
        <p:spPr bwMode="ltGray">
          <a:xfrm>
            <a:off x="0" y="0"/>
            <a:ext cx="12192000" cy="6857845"/>
          </a:xfrm>
          <a:prstGeom prst="rect">
            <a:avLst/>
          </a:prstGeom>
          <a:blipFill dpi="0" rotWithShape="1">
            <a:blip>
              <a:extLst>
                <a:ext uri="{96DAC541-7B7A-43D3-8B79-37D633B846F1}">
                  <asvg:svgBlip xmlns:asvg="http://schemas.microsoft.com/office/drawing/2016/SVG/main" r:embed="rId2"/>
                </a:ext>
              </a:extLst>
            </a:blip>
            <a:srcRect/>
            <a:stretch>
              <a:fillRect l="6302" t="51874" r="57872" b="-5187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Picture Placeholder">
            <a:extLst>
              <a:ext uri="{FF2B5EF4-FFF2-40B4-BE49-F238E27FC236}">
                <a16:creationId xmlns:a16="http://schemas.microsoft.com/office/drawing/2014/main" id="{F1FFF74F-C724-FABF-8173-20ED9271EF81}"/>
              </a:ext>
            </a:extLst>
          </p:cNvPr>
          <p:cNvSpPr>
            <a:spLocks noGrp="1"/>
          </p:cNvSpPr>
          <p:nvPr>
            <p:ph type="pic" sz="quarter" idx="15"/>
          </p:nvPr>
        </p:nvSpPr>
        <p:spPr>
          <a:xfrm>
            <a:off x="6947883" y="404814"/>
            <a:ext cx="5244117" cy="6453187"/>
          </a:xfrm>
          <a:custGeom>
            <a:avLst/>
            <a:gdLst>
              <a:gd name="connsiteX0" fmla="*/ 2349636 w 5244117"/>
              <a:gd name="connsiteY0" fmla="*/ 0 h 6453187"/>
              <a:gd name="connsiteX1" fmla="*/ 5244117 w 5244117"/>
              <a:gd name="connsiteY1" fmla="*/ 0 h 6453187"/>
              <a:gd name="connsiteX2" fmla="*/ 5244117 w 5244117"/>
              <a:gd name="connsiteY2" fmla="*/ 6453187 h 6453187"/>
              <a:gd name="connsiteX3" fmla="*/ 0 w 5244117"/>
              <a:gd name="connsiteY3" fmla="*/ 6453187 h 6453187"/>
            </a:gdLst>
            <a:ahLst/>
            <a:cxnLst>
              <a:cxn ang="0">
                <a:pos x="connsiteX0" y="connsiteY0"/>
              </a:cxn>
              <a:cxn ang="0">
                <a:pos x="connsiteX1" y="connsiteY1"/>
              </a:cxn>
              <a:cxn ang="0">
                <a:pos x="connsiteX2" y="connsiteY2"/>
              </a:cxn>
              <a:cxn ang="0">
                <a:pos x="connsiteX3" y="connsiteY3"/>
              </a:cxn>
            </a:cxnLst>
            <a:rect l="l" t="t" r="r" b="b"/>
            <a:pathLst>
              <a:path w="5244117" h="6453187">
                <a:moveTo>
                  <a:pt x="2349636" y="0"/>
                </a:moveTo>
                <a:lnTo>
                  <a:pt x="5244117" y="0"/>
                </a:lnTo>
                <a:lnTo>
                  <a:pt x="5244117" y="6453187"/>
                </a:lnTo>
                <a:lnTo>
                  <a:pt x="0" y="6453187"/>
                </a:lnTo>
                <a:close/>
              </a:path>
            </a:pathLst>
          </a:custGeom>
          <a:solidFill>
            <a:schemeClr val="bg1">
              <a:lumMod val="75000"/>
            </a:schemeClr>
          </a:solidFill>
        </p:spPr>
        <p:txBody>
          <a:bodyPr wrap="square" anchor="ctr">
            <a:noAutofit/>
          </a:bodyPr>
          <a:lstStyle>
            <a:lvl1pPr marL="45720" indent="0" algn="ctr">
              <a:buNone/>
              <a:defRPr>
                <a:solidFill>
                  <a:schemeClr val="bg1"/>
                </a:solidFill>
              </a:defRPr>
            </a:lvl1pPr>
          </a:lstStyle>
          <a:p>
            <a:r>
              <a:rPr lang="en-US"/>
              <a:t>Click icon to add picture</a:t>
            </a:r>
          </a:p>
        </p:txBody>
      </p:sp>
      <p:sp>
        <p:nvSpPr>
          <p:cNvPr id="2" name="Title Placeholder">
            <a:extLst>
              <a:ext uri="{FF2B5EF4-FFF2-40B4-BE49-F238E27FC236}">
                <a16:creationId xmlns:a16="http://schemas.microsoft.com/office/drawing/2014/main" id="{29B288A2-FE8C-B36A-DC50-0263F10C6260}"/>
              </a:ext>
            </a:extLst>
          </p:cNvPr>
          <p:cNvSpPr>
            <a:spLocks noGrp="1"/>
          </p:cNvSpPr>
          <p:nvPr>
            <p:ph type="title" hasCustomPrompt="1"/>
          </p:nvPr>
        </p:nvSpPr>
        <p:spPr>
          <a:xfrm>
            <a:off x="457200" y="1337216"/>
            <a:ext cx="6626492" cy="1046377"/>
          </a:xfrm>
          <a:prstGeom prst="rect">
            <a:avLst/>
          </a:prstGeom>
        </p:spPr>
        <p:txBody>
          <a:bodyPr vert="horz" lIns="0" tIns="0" rIns="0" bIns="0" rtlCol="0" anchor="t">
            <a:noAutofit/>
          </a:bodyPr>
          <a:lstStyle>
            <a:lvl1pPr marL="644525" indent="-182563">
              <a:defRPr sz="3000">
                <a:solidFill>
                  <a:schemeClr val="tx1"/>
                </a:solidFill>
                <a:latin typeface="+mj-lt"/>
              </a:defRPr>
            </a:lvl1pPr>
          </a:lstStyle>
          <a:p>
            <a:r>
              <a:rPr lang="en-US"/>
              <a:t>“We must always reject the false choice between making a profit and making a difference.”</a:t>
            </a:r>
          </a:p>
        </p:txBody>
      </p:sp>
    </p:spTree>
    <p:extLst>
      <p:ext uri="{BB962C8B-B14F-4D97-AF65-F5344CB8AC3E}">
        <p14:creationId xmlns:p14="http://schemas.microsoft.com/office/powerpoint/2010/main" val="1798130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mall Quote B">
    <p:spTree>
      <p:nvGrpSpPr>
        <p:cNvPr id="1" name=""/>
        <p:cNvGrpSpPr/>
        <p:nvPr/>
      </p:nvGrpSpPr>
      <p:grpSpPr>
        <a:xfrm>
          <a:off x="0" y="0"/>
          <a:ext cx="0" cy="0"/>
          <a:chOff x="0" y="0"/>
          <a:chExt cx="0" cy="0"/>
        </a:xfrm>
      </p:grpSpPr>
      <p:sp>
        <p:nvSpPr>
          <p:cNvPr id="9" name="Picture Placeholder">
            <a:extLst>
              <a:ext uri="{FF2B5EF4-FFF2-40B4-BE49-F238E27FC236}">
                <a16:creationId xmlns:a16="http://schemas.microsoft.com/office/drawing/2014/main" id="{4D12D9B6-A634-C8DE-A06B-52BC80A22B92}"/>
              </a:ext>
            </a:extLst>
          </p:cNvPr>
          <p:cNvSpPr>
            <a:spLocks noGrp="1"/>
          </p:cNvSpPr>
          <p:nvPr>
            <p:ph type="pic" sz="quarter" idx="16"/>
          </p:nvPr>
        </p:nvSpPr>
        <p:spPr>
          <a:xfrm>
            <a:off x="0" y="0"/>
            <a:ext cx="12192000" cy="6858000"/>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4" name="HP Logo">
            <a:extLst>
              <a:ext uri="{FF2B5EF4-FFF2-40B4-BE49-F238E27FC236}">
                <a16:creationId xmlns:a16="http://schemas.microsoft.com/office/drawing/2014/main" id="{5FB3AE65-B98C-3F3E-86FD-0AA2DA0DFAB1}"/>
              </a:ext>
            </a:extLst>
          </p:cNvPr>
          <p:cNvSpPr>
            <a:spLocks noGrp="1" noRot="1" noChangeAspect="1" noMove="1" noResize="1" noEditPoints="1" noAdjustHandles="1" noChangeArrowheads="1" noChangeShapeType="1"/>
          </p:cNvSpPr>
          <p:nvPr>
            <p:ph type="clipArt" sz="quarter" idx="17" hasCustomPrompt="1"/>
          </p:nvPr>
        </p:nvSpPr>
        <p:spPr>
          <a:xfrm>
            <a:off x="446400" y="6091200"/>
            <a:ext cx="320399" cy="320400"/>
          </a:xfrm>
          <a:blipFill>
            <a:blip>
              <a:extLst>
                <a:ext uri="{96DAC541-7B7A-43D3-8B79-37D633B846F1}">
                  <asvg:svgBlip xmlns:asvg="http://schemas.microsoft.com/office/drawing/2016/SVG/main" r:embed="rId2"/>
                </a:ext>
              </a:extLst>
            </a:blip>
            <a:stretch>
              <a:fillRect/>
            </a:stretch>
          </a:blipFill>
        </p:spPr>
        <p:txBody>
          <a:bodyPr anchor="ctr"/>
          <a:lstStyle>
            <a:lvl1pPr marL="45720" indent="0" algn="ctr">
              <a:buNone/>
              <a:defRPr sz="100"/>
            </a:lvl1pPr>
          </a:lstStyle>
          <a:p>
            <a:r>
              <a:rPr lang="en-US"/>
              <a:t> </a:t>
            </a: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2" name="Footer Placeholder">
            <a:extLst>
              <a:ext uri="{FF2B5EF4-FFF2-40B4-BE49-F238E27FC236}">
                <a16:creationId xmlns:a16="http://schemas.microsoft.com/office/drawing/2014/main" id="{F14B366E-D7A8-C53E-3C00-61559A0D752E}"/>
              </a:ext>
            </a:extLst>
          </p:cNvPr>
          <p:cNvSpPr>
            <a:spLocks noGrp="1"/>
          </p:cNvSpPr>
          <p:nvPr>
            <p:ph type="ftr" sz="quarter" idx="18"/>
          </p:nvPr>
        </p:nvSpPr>
        <p:spPr/>
        <p:txBody>
          <a:bodyPr/>
          <a:lstStyle/>
          <a:p>
            <a:endParaRPr lang="en-US"/>
          </a:p>
        </p:txBody>
      </p:sp>
      <p:sp>
        <p:nvSpPr>
          <p:cNvPr id="5" name="Title Placeholder ">
            <a:extLst>
              <a:ext uri="{FF2B5EF4-FFF2-40B4-BE49-F238E27FC236}">
                <a16:creationId xmlns:a16="http://schemas.microsoft.com/office/drawing/2014/main" id="{98961E33-64A8-DAE9-6C08-03A0406C6AA1}"/>
              </a:ext>
            </a:extLst>
          </p:cNvPr>
          <p:cNvSpPr>
            <a:spLocks noGrp="1"/>
          </p:cNvSpPr>
          <p:nvPr>
            <p:ph type="title" hasCustomPrompt="1"/>
          </p:nvPr>
        </p:nvSpPr>
        <p:spPr>
          <a:xfrm>
            <a:off x="-1" y="743670"/>
            <a:ext cx="4835471" cy="1738874"/>
          </a:xfrm>
          <a:prstGeom prst="rect">
            <a:avLst/>
          </a:prstGeom>
        </p:spPr>
        <p:txBody>
          <a:bodyPr vert="horz" lIns="0" tIns="0" rIns="91440" bIns="0" rtlCol="0" anchor="t">
            <a:noAutofit/>
          </a:bodyPr>
          <a:lstStyle>
            <a:lvl1pPr marL="496888" indent="-182563">
              <a:defRPr sz="3000">
                <a:solidFill>
                  <a:schemeClr val="bg1"/>
                </a:solidFill>
                <a:latin typeface="+mj-lt"/>
              </a:defRPr>
            </a:lvl1pPr>
          </a:lstStyle>
          <a:p>
            <a:r>
              <a:rPr lang="en-US"/>
              <a:t>“We must always reject the false choice between making a profit and making a difference.”</a:t>
            </a:r>
          </a:p>
        </p:txBody>
      </p:sp>
    </p:spTree>
    <p:extLst>
      <p:ext uri="{BB962C8B-B14F-4D97-AF65-F5344CB8AC3E}">
        <p14:creationId xmlns:p14="http://schemas.microsoft.com/office/powerpoint/2010/main" val="1809134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ll Quote C">
    <p:spTree>
      <p:nvGrpSpPr>
        <p:cNvPr id="1" name=""/>
        <p:cNvGrpSpPr/>
        <p:nvPr/>
      </p:nvGrpSpPr>
      <p:grpSpPr>
        <a:xfrm>
          <a:off x="0" y="0"/>
          <a:ext cx="0" cy="0"/>
          <a:chOff x="0" y="0"/>
          <a:chExt cx="0" cy="0"/>
        </a:xfrm>
      </p:grpSpPr>
      <p:sp>
        <p:nvSpPr>
          <p:cNvPr id="3" name="100% Stripe">
            <a:extLst>
              <a:ext uri="{FF2B5EF4-FFF2-40B4-BE49-F238E27FC236}">
                <a16:creationId xmlns:a16="http://schemas.microsoft.com/office/drawing/2014/main" id="{E657F100-AB34-6DA1-4A9E-DE35E7A01AA1}"/>
              </a:ext>
            </a:extLst>
          </p:cNvPr>
          <p:cNvSpPr>
            <a:spLocks noGrp="1" noRot="1" noChangeAspect="1" noMove="1" noResize="1"/>
          </p:cNvSpPr>
          <p:nvPr userDrawn="1"/>
        </p:nvSpPr>
        <p:spPr bwMode="ltGray">
          <a:xfrm>
            <a:off x="0" y="0"/>
            <a:ext cx="12192000" cy="6857845"/>
          </a:xfrm>
          <a:prstGeom prst="rect">
            <a:avLst/>
          </a:prstGeom>
          <a:blipFill dpi="0" rotWithShape="1">
            <a:blip>
              <a:extLst>
                <a:ext uri="{96DAC541-7B7A-43D3-8B79-37D633B846F1}">
                  <asvg:svgBlip xmlns:asvg="http://schemas.microsoft.com/office/drawing/2016/SVG/main" r:embed="rId2"/>
                </a:ext>
              </a:extLst>
            </a:blip>
            <a:srcRect/>
            <a:stretch>
              <a:fillRect l="67031" t="-65248" r="-2857" b="652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Picture Placeholder">
            <a:extLst>
              <a:ext uri="{FF2B5EF4-FFF2-40B4-BE49-F238E27FC236}">
                <a16:creationId xmlns:a16="http://schemas.microsoft.com/office/drawing/2014/main" id="{6C3A5969-5292-F9EB-8F65-97724B36F189}"/>
              </a:ext>
            </a:extLst>
          </p:cNvPr>
          <p:cNvSpPr>
            <a:spLocks noGrp="1"/>
          </p:cNvSpPr>
          <p:nvPr>
            <p:ph type="pic" sz="quarter" idx="16"/>
          </p:nvPr>
        </p:nvSpPr>
        <p:spPr>
          <a:xfrm>
            <a:off x="0" y="0"/>
            <a:ext cx="6096000" cy="6858000"/>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7" name="HP Logo">
            <a:extLst>
              <a:ext uri="{FF2B5EF4-FFF2-40B4-BE49-F238E27FC236}">
                <a16:creationId xmlns:a16="http://schemas.microsoft.com/office/drawing/2014/main" id="{D212C702-2E95-3929-27AA-49DE66FCDD8C}"/>
              </a:ext>
            </a:extLst>
          </p:cNvPr>
          <p:cNvSpPr>
            <a:spLocks noGrp="1" noRot="1" noChangeAspect="1" noMove="1" noResize="1" noEditPoints="1" noAdjustHandles="1" noChangeArrowheads="1" noChangeShapeType="1"/>
          </p:cNvSpPr>
          <p:nvPr>
            <p:ph type="clipArt" sz="quarter" idx="17" hasCustomPrompt="1"/>
          </p:nvPr>
        </p:nvSpPr>
        <p:spPr>
          <a:xfrm>
            <a:off x="446400" y="6091200"/>
            <a:ext cx="320399" cy="320400"/>
          </a:xfrm>
          <a:blipFill>
            <a:blip>
              <a:extLst>
                <a:ext uri="{96DAC541-7B7A-43D3-8B79-37D633B846F1}">
                  <asvg:svgBlip xmlns:asvg="http://schemas.microsoft.com/office/drawing/2016/SVG/main" r:embed="rId3"/>
                </a:ext>
              </a:extLst>
            </a:blip>
            <a:stretch>
              <a:fillRect/>
            </a:stretch>
          </a:blipFill>
        </p:spPr>
        <p:txBody>
          <a:bodyPr anchor="ctr"/>
          <a:lstStyle>
            <a:lvl1pPr marL="45720" indent="0" algn="ctr">
              <a:buNone/>
              <a:defRPr sz="100"/>
            </a:lvl1pPr>
          </a:lstStyle>
          <a:p>
            <a:r>
              <a:rPr lang="en-US"/>
              <a:t> </a:t>
            </a: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2" name="Footer Placeholder">
            <a:extLst>
              <a:ext uri="{FF2B5EF4-FFF2-40B4-BE49-F238E27FC236}">
                <a16:creationId xmlns:a16="http://schemas.microsoft.com/office/drawing/2014/main" id="{199A4CF8-7B03-961E-3A4F-1961FD75B241}"/>
              </a:ext>
            </a:extLst>
          </p:cNvPr>
          <p:cNvSpPr>
            <a:spLocks noGrp="1"/>
          </p:cNvSpPr>
          <p:nvPr>
            <p:ph type="ftr" sz="quarter" idx="18"/>
          </p:nvPr>
        </p:nvSpPr>
        <p:spPr/>
        <p:txBody>
          <a:bodyPr/>
          <a:lstStyle/>
          <a:p>
            <a:endParaRPr lang="en-US"/>
          </a:p>
        </p:txBody>
      </p:sp>
      <p:sp>
        <p:nvSpPr>
          <p:cNvPr id="4" name="Title Placeholder">
            <a:extLst>
              <a:ext uri="{FF2B5EF4-FFF2-40B4-BE49-F238E27FC236}">
                <a16:creationId xmlns:a16="http://schemas.microsoft.com/office/drawing/2014/main" id="{B93EB844-B484-B5B6-2B97-D4ACA5266C50}"/>
              </a:ext>
            </a:extLst>
          </p:cNvPr>
          <p:cNvSpPr>
            <a:spLocks noGrp="1"/>
          </p:cNvSpPr>
          <p:nvPr>
            <p:ph type="title" hasCustomPrompt="1"/>
          </p:nvPr>
        </p:nvSpPr>
        <p:spPr>
          <a:xfrm>
            <a:off x="5990490" y="3259201"/>
            <a:ext cx="4540571" cy="2399200"/>
          </a:xfrm>
          <a:prstGeom prst="rect">
            <a:avLst/>
          </a:prstGeom>
        </p:spPr>
        <p:txBody>
          <a:bodyPr vert="horz" lIns="0" tIns="0" rIns="91440" bIns="0" rtlCol="0" anchor="t">
            <a:noAutofit/>
          </a:bodyPr>
          <a:lstStyle>
            <a:lvl1pPr marL="731520" indent="-182880">
              <a:defRPr sz="3000">
                <a:solidFill>
                  <a:schemeClr val="tx1"/>
                </a:solidFill>
                <a:latin typeface="+mj-lt"/>
              </a:defRPr>
            </a:lvl1pPr>
          </a:lstStyle>
          <a:p>
            <a:r>
              <a:rPr lang="en-US"/>
              <a:t>“We must always reject the false choice between making a profit and making a difference.”</a:t>
            </a:r>
          </a:p>
        </p:txBody>
      </p:sp>
    </p:spTree>
    <p:extLst>
      <p:ext uri="{BB962C8B-B14F-4D97-AF65-F5344CB8AC3E}">
        <p14:creationId xmlns:p14="http://schemas.microsoft.com/office/powerpoint/2010/main" val="4283907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pecial Content A">
    <p:spTree>
      <p:nvGrpSpPr>
        <p:cNvPr id="1" name=""/>
        <p:cNvGrpSpPr/>
        <p:nvPr/>
      </p:nvGrpSpPr>
      <p:grpSpPr>
        <a:xfrm>
          <a:off x="0" y="0"/>
          <a:ext cx="0" cy="0"/>
          <a:chOff x="0" y="0"/>
          <a:chExt cx="0" cy="0"/>
        </a:xfrm>
      </p:grpSpPr>
      <p:sp>
        <p:nvSpPr>
          <p:cNvPr id="3" name="100% Stripe">
            <a:extLst>
              <a:ext uri="{FF2B5EF4-FFF2-40B4-BE49-F238E27FC236}">
                <a16:creationId xmlns:a16="http://schemas.microsoft.com/office/drawing/2014/main" id="{191E74A0-4844-8EBF-1400-9934EE0A390D}"/>
              </a:ext>
            </a:extLst>
          </p:cNvPr>
          <p:cNvSpPr>
            <a:spLocks noGrp="1" noRot="1" noChangeAspect="1" noMove="1" noResize="1"/>
          </p:cNvSpPr>
          <p:nvPr userDrawn="1"/>
        </p:nvSpPr>
        <p:spPr bwMode="ltGray">
          <a:xfrm>
            <a:off x="0" y="0"/>
            <a:ext cx="12192000" cy="6857845"/>
          </a:xfrm>
          <a:prstGeom prst="rect">
            <a:avLst/>
          </a:prstGeom>
          <a:blipFill dpi="0" rotWithShape="1">
            <a:blip>
              <a:extLst>
                <a:ext uri="{96DAC541-7B7A-43D3-8B79-37D633B846F1}">
                  <asvg:svgBlip xmlns:asvg="http://schemas.microsoft.com/office/drawing/2016/SVG/main" r:embed="rId2"/>
                </a:ext>
              </a:extLst>
            </a:blip>
            <a:srcRect/>
            <a:stretch>
              <a:fillRect l="67031" t="-65248" r="-2857" b="652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Picture Placeholder">
            <a:extLst>
              <a:ext uri="{FF2B5EF4-FFF2-40B4-BE49-F238E27FC236}">
                <a16:creationId xmlns:a16="http://schemas.microsoft.com/office/drawing/2014/main" id="{55001DE8-22B1-16BC-1B27-1E369A89A454}"/>
              </a:ext>
            </a:extLst>
          </p:cNvPr>
          <p:cNvSpPr>
            <a:spLocks noGrp="1" noRot="1" noMove="1" noResize="1" noEditPoints="1" noAdjustHandles="1" noChangeArrowheads="1" noChangeShapeType="1"/>
          </p:cNvSpPr>
          <p:nvPr>
            <p:ph type="pic" sz="quarter" idx="16"/>
          </p:nvPr>
        </p:nvSpPr>
        <p:spPr>
          <a:xfrm>
            <a:off x="0" y="0"/>
            <a:ext cx="6096000" cy="6858000"/>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5" name="HP Logo">
            <a:extLst>
              <a:ext uri="{FF2B5EF4-FFF2-40B4-BE49-F238E27FC236}">
                <a16:creationId xmlns:a16="http://schemas.microsoft.com/office/drawing/2014/main" id="{DEC9E220-FB18-31FF-0BAA-E2449246F04A}"/>
              </a:ext>
            </a:extLst>
          </p:cNvPr>
          <p:cNvSpPr>
            <a:spLocks noGrp="1" noRot="1" noChangeAspect="1" noMove="1" noResize="1" noEditPoints="1" noAdjustHandles="1" noChangeArrowheads="1" noChangeShapeType="1"/>
          </p:cNvSpPr>
          <p:nvPr>
            <p:ph type="clipArt" sz="quarter" idx="17" hasCustomPrompt="1"/>
          </p:nvPr>
        </p:nvSpPr>
        <p:spPr>
          <a:xfrm>
            <a:off x="446400" y="6091200"/>
            <a:ext cx="320399" cy="320400"/>
          </a:xfrm>
          <a:blipFill>
            <a:blip>
              <a:extLst>
                <a:ext uri="{96DAC541-7B7A-43D3-8B79-37D633B846F1}">
                  <asvg:svgBlip xmlns:asvg="http://schemas.microsoft.com/office/drawing/2016/SVG/main" r:embed="rId3"/>
                </a:ext>
              </a:extLst>
            </a:blip>
            <a:stretch>
              <a:fillRect/>
            </a:stretch>
          </a:blipFill>
        </p:spPr>
        <p:txBody>
          <a:bodyPr anchor="ctr"/>
          <a:lstStyle>
            <a:lvl1pPr marL="45720" indent="0" algn="ctr">
              <a:buNone/>
              <a:defRPr sz="100"/>
            </a:lvl1pPr>
          </a:lstStyle>
          <a:p>
            <a:r>
              <a:rPr lang="en-US"/>
              <a:t> </a:t>
            </a: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2" name="Footer Placeholder">
            <a:extLst>
              <a:ext uri="{FF2B5EF4-FFF2-40B4-BE49-F238E27FC236}">
                <a16:creationId xmlns:a16="http://schemas.microsoft.com/office/drawing/2014/main" id="{2C3BDEDA-EDDE-6EB0-985F-EF086273C6CD}"/>
              </a:ext>
            </a:extLst>
          </p:cNvPr>
          <p:cNvSpPr>
            <a:spLocks noGrp="1"/>
          </p:cNvSpPr>
          <p:nvPr>
            <p:ph type="ftr" sz="quarter" idx="20"/>
          </p:nvPr>
        </p:nvSpPr>
        <p:spPr/>
        <p:txBody>
          <a:bodyPr/>
          <a:lstStyle/>
          <a:p>
            <a:endParaRPr lang="en-US"/>
          </a:p>
        </p:txBody>
      </p:sp>
      <p:sp>
        <p:nvSpPr>
          <p:cNvPr id="10" name="Text Placeholder Section Title">
            <a:extLst>
              <a:ext uri="{FF2B5EF4-FFF2-40B4-BE49-F238E27FC236}">
                <a16:creationId xmlns:a16="http://schemas.microsoft.com/office/drawing/2014/main" id="{6938044E-C214-ABE6-6B9D-DFE447959D0D}"/>
              </a:ext>
            </a:extLst>
          </p:cNvPr>
          <p:cNvSpPr>
            <a:spLocks noGrp="1"/>
          </p:cNvSpPr>
          <p:nvPr>
            <p:ph type="body" sz="quarter" idx="14" hasCustomPrompt="1"/>
          </p:nvPr>
        </p:nvSpPr>
        <p:spPr>
          <a:xfrm>
            <a:off x="6553939" y="1341582"/>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8" name="Title Placeholder">
            <a:extLst>
              <a:ext uri="{FF2B5EF4-FFF2-40B4-BE49-F238E27FC236}">
                <a16:creationId xmlns:a16="http://schemas.microsoft.com/office/drawing/2014/main" id="{06341798-CAA7-F4C7-8DE2-464168DE8E53}"/>
              </a:ext>
            </a:extLst>
          </p:cNvPr>
          <p:cNvSpPr>
            <a:spLocks noGrp="1"/>
          </p:cNvSpPr>
          <p:nvPr>
            <p:ph type="title" hasCustomPrompt="1"/>
          </p:nvPr>
        </p:nvSpPr>
        <p:spPr>
          <a:xfrm>
            <a:off x="6553939" y="1643781"/>
            <a:ext cx="2849272" cy="1068485"/>
          </a:xfrm>
          <a:prstGeom prst="rect">
            <a:avLst/>
          </a:prstGeom>
        </p:spPr>
        <p:txBody>
          <a:bodyPr vert="horz" lIns="0" tIns="0" rIns="0" bIns="0" rtlCol="0" anchor="t">
            <a:noAutofit/>
          </a:bodyPr>
          <a:lstStyle>
            <a:lvl1pPr>
              <a:defRPr sz="3000">
                <a:latin typeface="+mj-lt"/>
              </a:defRPr>
            </a:lvl1pPr>
          </a:lstStyle>
          <a:p>
            <a:r>
              <a:rPr lang="en-US"/>
              <a:t>Click to write a slide title that fits in 3 lines.</a:t>
            </a:r>
          </a:p>
        </p:txBody>
      </p:sp>
      <p:sp>
        <p:nvSpPr>
          <p:cNvPr id="9" name="Text Placeholder Subtitle">
            <a:extLst>
              <a:ext uri="{FF2B5EF4-FFF2-40B4-BE49-F238E27FC236}">
                <a16:creationId xmlns:a16="http://schemas.microsoft.com/office/drawing/2014/main" id="{34FD35AA-BE4E-E5C8-E9D6-3B9224D800BA}"/>
              </a:ext>
            </a:extLst>
          </p:cNvPr>
          <p:cNvSpPr>
            <a:spLocks noGrp="1"/>
          </p:cNvSpPr>
          <p:nvPr>
            <p:ph type="body" sz="quarter" idx="13" hasCustomPrompt="1"/>
          </p:nvPr>
        </p:nvSpPr>
        <p:spPr>
          <a:xfrm>
            <a:off x="6553939" y="2798664"/>
            <a:ext cx="2849272" cy="539847"/>
          </a:xfrm>
        </p:spPr>
        <p:txBody>
          <a:bodyPr rIns="0">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1-2 lines long. </a:t>
            </a:r>
          </a:p>
        </p:txBody>
      </p:sp>
      <p:sp>
        <p:nvSpPr>
          <p:cNvPr id="7" name="Text Placeholder Body">
            <a:extLst>
              <a:ext uri="{FF2B5EF4-FFF2-40B4-BE49-F238E27FC236}">
                <a16:creationId xmlns:a16="http://schemas.microsoft.com/office/drawing/2014/main" id="{06FA3C8C-1901-9B5B-2195-E59A86AAE21F}"/>
              </a:ext>
            </a:extLst>
          </p:cNvPr>
          <p:cNvSpPr>
            <a:spLocks noGrp="1"/>
          </p:cNvSpPr>
          <p:nvPr>
            <p:ph type="body" sz="quarter" idx="19"/>
          </p:nvPr>
        </p:nvSpPr>
        <p:spPr>
          <a:xfrm>
            <a:off x="6553939" y="3576638"/>
            <a:ext cx="2851200" cy="2228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6228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pecial Content A.2">
    <p:spTree>
      <p:nvGrpSpPr>
        <p:cNvPr id="1" name=""/>
        <p:cNvGrpSpPr/>
        <p:nvPr/>
      </p:nvGrpSpPr>
      <p:grpSpPr>
        <a:xfrm>
          <a:off x="0" y="0"/>
          <a:ext cx="0" cy="0"/>
          <a:chOff x="0" y="0"/>
          <a:chExt cx="0" cy="0"/>
        </a:xfrm>
      </p:grpSpPr>
      <p:sp>
        <p:nvSpPr>
          <p:cNvPr id="2" name="100% Stripe">
            <a:extLst>
              <a:ext uri="{FF2B5EF4-FFF2-40B4-BE49-F238E27FC236}">
                <a16:creationId xmlns:a16="http://schemas.microsoft.com/office/drawing/2014/main" id="{FC96B1B6-1981-3C53-7AA9-AF55E7B94953}"/>
              </a:ext>
            </a:extLst>
          </p:cNvPr>
          <p:cNvSpPr>
            <a:spLocks noGrp="1" noRot="1" noChangeAspect="1" noMove="1" noResize="1"/>
          </p:cNvSpPr>
          <p:nvPr userDrawn="1"/>
        </p:nvSpPr>
        <p:spPr bwMode="ltGray">
          <a:xfrm>
            <a:off x="0" y="0"/>
            <a:ext cx="12192000" cy="6857845"/>
          </a:xfrm>
          <a:prstGeom prst="rect">
            <a:avLst/>
          </a:prstGeom>
          <a:blipFill dpi="0" rotWithShape="1">
            <a:blip>
              <a:extLst>
                <a:ext uri="{96DAC541-7B7A-43D3-8B79-37D633B846F1}">
                  <asvg:svgBlip xmlns:asvg="http://schemas.microsoft.com/office/drawing/2016/SVG/main" r:embed="rId2"/>
                </a:ext>
              </a:extLst>
            </a:blip>
            <a:srcRect/>
            <a:stretch>
              <a:fillRect l="17148" t="-65285" r="47026" b="6528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Picture Placeholder">
            <a:extLst>
              <a:ext uri="{FF2B5EF4-FFF2-40B4-BE49-F238E27FC236}">
                <a16:creationId xmlns:a16="http://schemas.microsoft.com/office/drawing/2014/main" id="{55001DE8-22B1-16BC-1B27-1E369A89A454}"/>
              </a:ext>
            </a:extLst>
          </p:cNvPr>
          <p:cNvSpPr>
            <a:spLocks noGrp="1" noRot="1" noMove="1" noResize="1" noEditPoints="1" noAdjustHandles="1" noChangeArrowheads="1" noChangeShapeType="1"/>
          </p:cNvSpPr>
          <p:nvPr>
            <p:ph type="pic" sz="quarter" idx="16"/>
          </p:nvPr>
        </p:nvSpPr>
        <p:spPr>
          <a:xfrm>
            <a:off x="6096000" y="0"/>
            <a:ext cx="6096000" cy="6858000"/>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5" name="Footer Placeholder">
            <a:extLst>
              <a:ext uri="{FF2B5EF4-FFF2-40B4-BE49-F238E27FC236}">
                <a16:creationId xmlns:a16="http://schemas.microsoft.com/office/drawing/2014/main" id="{ED6FBF79-816D-C990-285B-C912F724608B}"/>
              </a:ext>
            </a:extLst>
          </p:cNvPr>
          <p:cNvSpPr>
            <a:spLocks noGrp="1"/>
          </p:cNvSpPr>
          <p:nvPr>
            <p:ph type="ftr" sz="quarter" idx="20"/>
          </p:nvPr>
        </p:nvSpPr>
        <p:spPr/>
        <p:txBody>
          <a:bodyPr/>
          <a:lstStyle/>
          <a:p>
            <a:endParaRPr lang="en-US"/>
          </a:p>
        </p:txBody>
      </p:sp>
      <p:sp>
        <p:nvSpPr>
          <p:cNvPr id="10" name="Text Placeholder Section Title">
            <a:extLst>
              <a:ext uri="{FF2B5EF4-FFF2-40B4-BE49-F238E27FC236}">
                <a16:creationId xmlns:a16="http://schemas.microsoft.com/office/drawing/2014/main" id="{6938044E-C214-ABE6-6B9D-DFE447959D0D}"/>
              </a:ext>
            </a:extLst>
          </p:cNvPr>
          <p:cNvSpPr>
            <a:spLocks noGrp="1"/>
          </p:cNvSpPr>
          <p:nvPr>
            <p:ph type="body" sz="quarter" idx="14" hasCustomPrompt="1"/>
          </p:nvPr>
        </p:nvSpPr>
        <p:spPr>
          <a:xfrm>
            <a:off x="457199" y="1341582"/>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8" name="Title Placeholder">
            <a:extLst>
              <a:ext uri="{FF2B5EF4-FFF2-40B4-BE49-F238E27FC236}">
                <a16:creationId xmlns:a16="http://schemas.microsoft.com/office/drawing/2014/main" id="{06341798-CAA7-F4C7-8DE2-464168DE8E53}"/>
              </a:ext>
            </a:extLst>
          </p:cNvPr>
          <p:cNvSpPr>
            <a:spLocks noGrp="1"/>
          </p:cNvSpPr>
          <p:nvPr>
            <p:ph type="title" hasCustomPrompt="1"/>
          </p:nvPr>
        </p:nvSpPr>
        <p:spPr>
          <a:xfrm>
            <a:off x="457199" y="1643781"/>
            <a:ext cx="2849272" cy="1068485"/>
          </a:xfrm>
          <a:prstGeom prst="rect">
            <a:avLst/>
          </a:prstGeom>
        </p:spPr>
        <p:txBody>
          <a:bodyPr vert="horz" lIns="0" tIns="0" rIns="0" bIns="0" rtlCol="0" anchor="t">
            <a:noAutofit/>
          </a:bodyPr>
          <a:lstStyle>
            <a:lvl1pPr>
              <a:defRPr sz="3000">
                <a:latin typeface="+mj-lt"/>
              </a:defRPr>
            </a:lvl1pPr>
          </a:lstStyle>
          <a:p>
            <a:r>
              <a:rPr lang="en-US"/>
              <a:t>Click to write a slide title that fits in 3 lines.</a:t>
            </a:r>
          </a:p>
        </p:txBody>
      </p:sp>
      <p:sp>
        <p:nvSpPr>
          <p:cNvPr id="9" name="Text Placeholder Subtitle">
            <a:extLst>
              <a:ext uri="{FF2B5EF4-FFF2-40B4-BE49-F238E27FC236}">
                <a16:creationId xmlns:a16="http://schemas.microsoft.com/office/drawing/2014/main" id="{34FD35AA-BE4E-E5C8-E9D6-3B9224D800BA}"/>
              </a:ext>
            </a:extLst>
          </p:cNvPr>
          <p:cNvSpPr>
            <a:spLocks noGrp="1"/>
          </p:cNvSpPr>
          <p:nvPr>
            <p:ph type="body" sz="quarter" idx="13" hasCustomPrompt="1"/>
          </p:nvPr>
        </p:nvSpPr>
        <p:spPr>
          <a:xfrm>
            <a:off x="457199" y="2798664"/>
            <a:ext cx="2849272" cy="539847"/>
          </a:xfrm>
        </p:spPr>
        <p:txBody>
          <a:bodyPr rIns="0">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1-2 lines long. </a:t>
            </a:r>
          </a:p>
        </p:txBody>
      </p:sp>
      <p:sp>
        <p:nvSpPr>
          <p:cNvPr id="4" name="Text Placeholder Body">
            <a:extLst>
              <a:ext uri="{FF2B5EF4-FFF2-40B4-BE49-F238E27FC236}">
                <a16:creationId xmlns:a16="http://schemas.microsoft.com/office/drawing/2014/main" id="{42C507F9-AB83-08EB-6A55-4EC9B0BE6ED4}"/>
              </a:ext>
            </a:extLst>
          </p:cNvPr>
          <p:cNvSpPr>
            <a:spLocks noGrp="1"/>
          </p:cNvSpPr>
          <p:nvPr>
            <p:ph type="body" sz="quarter" idx="19"/>
          </p:nvPr>
        </p:nvSpPr>
        <p:spPr>
          <a:xfrm>
            <a:off x="463500" y="3576638"/>
            <a:ext cx="2851200" cy="2228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2089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pecial Content B">
    <p:spTree>
      <p:nvGrpSpPr>
        <p:cNvPr id="1" name=""/>
        <p:cNvGrpSpPr/>
        <p:nvPr/>
      </p:nvGrpSpPr>
      <p:grpSpPr>
        <a:xfrm>
          <a:off x="0" y="0"/>
          <a:ext cx="0" cy="0"/>
          <a:chOff x="0" y="0"/>
          <a:chExt cx="0" cy="0"/>
        </a:xfrm>
      </p:grpSpPr>
      <p:sp>
        <p:nvSpPr>
          <p:cNvPr id="4" name="100% Stripe">
            <a:extLst>
              <a:ext uri="{FF2B5EF4-FFF2-40B4-BE49-F238E27FC236}">
                <a16:creationId xmlns:a16="http://schemas.microsoft.com/office/drawing/2014/main" id="{6C3F682B-0019-6735-A7EA-478E48D8DD05}"/>
              </a:ext>
            </a:extLst>
          </p:cNvPr>
          <p:cNvSpPr>
            <a:spLocks noGrp="1" noRot="1" noChangeAspect="1" noMove="1" noResize="1"/>
          </p:cNvSpPr>
          <p:nvPr userDrawn="1"/>
        </p:nvSpPr>
        <p:spPr bwMode="ltGray">
          <a:xfrm>
            <a:off x="0" y="0"/>
            <a:ext cx="12192000" cy="6857845"/>
          </a:xfrm>
          <a:prstGeom prst="rect">
            <a:avLst/>
          </a:prstGeom>
          <a:blipFill dpi="0" rotWithShape="1">
            <a:blip>
              <a:extLst>
                <a:ext uri="{96DAC541-7B7A-43D3-8B79-37D633B846F1}">
                  <asvg:svgBlip xmlns:asvg="http://schemas.microsoft.com/office/drawing/2016/SVG/main" r:embed="rId2"/>
                </a:ext>
              </a:extLst>
            </a:blip>
            <a:srcRect/>
            <a:stretch>
              <a:fillRect l="56698" r="747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27" name="Text Placeholder Section Title">
            <a:extLst>
              <a:ext uri="{FF2B5EF4-FFF2-40B4-BE49-F238E27FC236}">
                <a16:creationId xmlns:a16="http://schemas.microsoft.com/office/drawing/2014/main" id="{4F4ADB8E-CC00-AFB7-C822-46F24E2B3A25}"/>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25" name="Title Placeholder">
            <a:extLst>
              <a:ext uri="{FF2B5EF4-FFF2-40B4-BE49-F238E27FC236}">
                <a16:creationId xmlns:a16="http://schemas.microsoft.com/office/drawing/2014/main" id="{E8FC39EE-5F3F-F1AA-7202-5CF7DF01BC5E}"/>
              </a:ext>
            </a:extLst>
          </p:cNvPr>
          <p:cNvSpPr>
            <a:spLocks noGrp="1"/>
          </p:cNvSpPr>
          <p:nvPr>
            <p:ph type="title" hasCustomPrompt="1"/>
          </p:nvPr>
        </p:nvSpPr>
        <p:spPr>
          <a:xfrm>
            <a:off x="457200" y="743670"/>
            <a:ext cx="6000720" cy="1068485"/>
          </a:xfrm>
          <a:prstGeom prst="rect">
            <a:avLst/>
          </a:prstGeom>
        </p:spPr>
        <p:txBody>
          <a:bodyPr vert="horz" lIns="0" tIns="0" rIns="0" bIns="0" rtlCol="0" anchor="t">
            <a:noAutofit/>
          </a:bodyPr>
          <a:lstStyle>
            <a:lvl1pPr>
              <a:defRPr sz="3000"/>
            </a:lvl1pPr>
          </a:lstStyle>
          <a:p>
            <a:r>
              <a:rPr lang="en-US"/>
              <a:t>Click to write a slide title that fits in 3 lines.</a:t>
            </a:r>
          </a:p>
        </p:txBody>
      </p:sp>
      <p:sp>
        <p:nvSpPr>
          <p:cNvPr id="26" name="Text PlaceholderSubtitle">
            <a:extLst>
              <a:ext uri="{FF2B5EF4-FFF2-40B4-BE49-F238E27FC236}">
                <a16:creationId xmlns:a16="http://schemas.microsoft.com/office/drawing/2014/main" id="{E90FED71-744C-64E5-EAB3-06FE2A33FFB1}"/>
              </a:ext>
            </a:extLst>
          </p:cNvPr>
          <p:cNvSpPr>
            <a:spLocks noGrp="1"/>
          </p:cNvSpPr>
          <p:nvPr>
            <p:ph type="body" sz="quarter" idx="13" hasCustomPrompt="1"/>
          </p:nvPr>
        </p:nvSpPr>
        <p:spPr>
          <a:xfrm>
            <a:off x="457200" y="1898553"/>
            <a:ext cx="6000720" cy="539847"/>
          </a:xfrm>
        </p:spPr>
        <p:txBody>
          <a:bodyPr rIns="0">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1-2 lines long. </a:t>
            </a:r>
          </a:p>
        </p:txBody>
      </p:sp>
      <p:sp>
        <p:nvSpPr>
          <p:cNvPr id="30" name="Text Placeholder Body 1">
            <a:extLst>
              <a:ext uri="{FF2B5EF4-FFF2-40B4-BE49-F238E27FC236}">
                <a16:creationId xmlns:a16="http://schemas.microsoft.com/office/drawing/2014/main" id="{BA687A48-0B3C-7B75-FCD0-73249615EE41}"/>
              </a:ext>
            </a:extLst>
          </p:cNvPr>
          <p:cNvSpPr>
            <a:spLocks noGrp="1"/>
          </p:cNvSpPr>
          <p:nvPr>
            <p:ph type="body" sz="quarter" idx="15" hasCustomPrompt="1"/>
          </p:nvPr>
        </p:nvSpPr>
        <p:spPr>
          <a:xfrm>
            <a:off x="457200" y="2691502"/>
            <a:ext cx="2855159" cy="3113986"/>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31" name="Text Placeholder Body 2">
            <a:extLst>
              <a:ext uri="{FF2B5EF4-FFF2-40B4-BE49-F238E27FC236}">
                <a16:creationId xmlns:a16="http://schemas.microsoft.com/office/drawing/2014/main" id="{7C32423F-8905-366D-596D-51841B5B85EE}"/>
              </a:ext>
            </a:extLst>
          </p:cNvPr>
          <p:cNvSpPr>
            <a:spLocks noGrp="1"/>
          </p:cNvSpPr>
          <p:nvPr>
            <p:ph type="body" sz="quarter" idx="16" hasCustomPrompt="1"/>
          </p:nvPr>
        </p:nvSpPr>
        <p:spPr>
          <a:xfrm>
            <a:off x="3609008" y="2691502"/>
            <a:ext cx="2854800" cy="3113986"/>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3924125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pecial Content C">
    <p:spTree>
      <p:nvGrpSpPr>
        <p:cNvPr id="1" name=""/>
        <p:cNvGrpSpPr/>
        <p:nvPr/>
      </p:nvGrpSpPr>
      <p:grpSpPr>
        <a:xfrm>
          <a:off x="0" y="0"/>
          <a:ext cx="0" cy="0"/>
          <a:chOff x="0" y="0"/>
          <a:chExt cx="0" cy="0"/>
        </a:xfrm>
      </p:grpSpPr>
      <p:sp>
        <p:nvSpPr>
          <p:cNvPr id="2" name="100% Stripe">
            <a:extLst>
              <a:ext uri="{FF2B5EF4-FFF2-40B4-BE49-F238E27FC236}">
                <a16:creationId xmlns:a16="http://schemas.microsoft.com/office/drawing/2014/main" id="{768D5808-0601-CFA1-ECB4-20EE91E32236}"/>
              </a:ext>
            </a:extLst>
          </p:cNvPr>
          <p:cNvSpPr>
            <a:spLocks noGrp="1" noRot="1" noChangeAspect="1" noMove="1" noResize="1"/>
          </p:cNvSpPr>
          <p:nvPr userDrawn="1"/>
        </p:nvSpPr>
        <p:spPr bwMode="ltGray">
          <a:xfrm>
            <a:off x="0" y="0"/>
            <a:ext cx="12192000" cy="6857845"/>
          </a:xfrm>
          <a:prstGeom prst="rect">
            <a:avLst/>
          </a:prstGeom>
          <a:blipFill dpi="0" rotWithShape="1">
            <a:blip>
              <a:extLst>
                <a:ext uri="{96DAC541-7B7A-43D3-8B79-37D633B846F1}">
                  <asvg:svgBlip xmlns:asvg="http://schemas.microsoft.com/office/drawing/2016/SVG/main" r:embed="rId2"/>
                </a:ext>
              </a:extLst>
            </a:blip>
            <a:srcRect/>
            <a:stretch>
              <a:fillRect l="3814" r="6036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4" name="Footer Placeholder 3">
            <a:extLst>
              <a:ext uri="{FF2B5EF4-FFF2-40B4-BE49-F238E27FC236}">
                <a16:creationId xmlns:a16="http://schemas.microsoft.com/office/drawing/2014/main" id="{787E730E-F1FA-57DE-B7B0-B35D6B07D75A}"/>
              </a:ext>
            </a:extLst>
          </p:cNvPr>
          <p:cNvSpPr>
            <a:spLocks noGrp="1"/>
          </p:cNvSpPr>
          <p:nvPr>
            <p:ph type="ftr" sz="quarter" idx="16"/>
          </p:nvPr>
        </p:nvSpPr>
        <p:spPr/>
        <p:txBody>
          <a:bodyPr/>
          <a:lstStyle/>
          <a:p>
            <a:endParaRPr lang="en-US"/>
          </a:p>
        </p:txBody>
      </p:sp>
      <p:sp>
        <p:nvSpPr>
          <p:cNvPr id="27" name="Text Placeholder Section Title">
            <a:extLst>
              <a:ext uri="{FF2B5EF4-FFF2-40B4-BE49-F238E27FC236}">
                <a16:creationId xmlns:a16="http://schemas.microsoft.com/office/drawing/2014/main" id="{4F4ADB8E-CC00-AFB7-C822-46F24E2B3A25}"/>
              </a:ext>
            </a:extLst>
          </p:cNvPr>
          <p:cNvSpPr>
            <a:spLocks noGrp="1"/>
          </p:cNvSpPr>
          <p:nvPr>
            <p:ph type="body" sz="quarter" idx="14" hasCustomPrompt="1"/>
          </p:nvPr>
        </p:nvSpPr>
        <p:spPr>
          <a:xfrm>
            <a:off x="6169626"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25" name="Title Placeholder">
            <a:extLst>
              <a:ext uri="{FF2B5EF4-FFF2-40B4-BE49-F238E27FC236}">
                <a16:creationId xmlns:a16="http://schemas.microsoft.com/office/drawing/2014/main" id="{E8FC39EE-5F3F-F1AA-7202-5CF7DF01BC5E}"/>
              </a:ext>
            </a:extLst>
          </p:cNvPr>
          <p:cNvSpPr>
            <a:spLocks noGrp="1"/>
          </p:cNvSpPr>
          <p:nvPr>
            <p:ph type="title" hasCustomPrompt="1"/>
          </p:nvPr>
        </p:nvSpPr>
        <p:spPr>
          <a:xfrm>
            <a:off x="6169626" y="743670"/>
            <a:ext cx="2858486" cy="1068485"/>
          </a:xfrm>
          <a:prstGeom prst="rect">
            <a:avLst/>
          </a:prstGeom>
        </p:spPr>
        <p:txBody>
          <a:bodyPr vert="horz" lIns="0" tIns="0" rIns="0" bIns="0" rtlCol="0" anchor="t">
            <a:noAutofit/>
          </a:bodyPr>
          <a:lstStyle>
            <a:lvl1pPr>
              <a:defRPr sz="3000"/>
            </a:lvl1pPr>
          </a:lstStyle>
          <a:p>
            <a:r>
              <a:rPr lang="en-US"/>
              <a:t>Click to write a slide title that fits in 3 lines.</a:t>
            </a:r>
          </a:p>
        </p:txBody>
      </p:sp>
      <p:sp>
        <p:nvSpPr>
          <p:cNvPr id="26" name="Text Placeholder Subtitle">
            <a:extLst>
              <a:ext uri="{FF2B5EF4-FFF2-40B4-BE49-F238E27FC236}">
                <a16:creationId xmlns:a16="http://schemas.microsoft.com/office/drawing/2014/main" id="{E90FED71-744C-64E5-EAB3-06FE2A33FFB1}"/>
              </a:ext>
            </a:extLst>
          </p:cNvPr>
          <p:cNvSpPr>
            <a:spLocks noGrp="1"/>
          </p:cNvSpPr>
          <p:nvPr>
            <p:ph type="body" sz="quarter" idx="13" hasCustomPrompt="1"/>
          </p:nvPr>
        </p:nvSpPr>
        <p:spPr>
          <a:xfrm>
            <a:off x="6169626" y="1898553"/>
            <a:ext cx="2858486" cy="539847"/>
          </a:xfrm>
        </p:spPr>
        <p:txBody>
          <a:bodyPr rIns="0">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1-2 lines long. </a:t>
            </a:r>
          </a:p>
        </p:txBody>
      </p:sp>
      <p:sp>
        <p:nvSpPr>
          <p:cNvPr id="30" name="Text Placeholder Body">
            <a:extLst>
              <a:ext uri="{FF2B5EF4-FFF2-40B4-BE49-F238E27FC236}">
                <a16:creationId xmlns:a16="http://schemas.microsoft.com/office/drawing/2014/main" id="{BA687A48-0B3C-7B75-FCD0-73249615EE41}"/>
              </a:ext>
            </a:extLst>
          </p:cNvPr>
          <p:cNvSpPr>
            <a:spLocks noGrp="1"/>
          </p:cNvSpPr>
          <p:nvPr>
            <p:ph type="body" sz="quarter" idx="15" hasCustomPrompt="1"/>
          </p:nvPr>
        </p:nvSpPr>
        <p:spPr>
          <a:xfrm>
            <a:off x="6169627" y="2691502"/>
            <a:ext cx="2858486" cy="3113986"/>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4027224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pecial Content D">
    <p:spTree>
      <p:nvGrpSpPr>
        <p:cNvPr id="1" name=""/>
        <p:cNvGrpSpPr/>
        <p:nvPr/>
      </p:nvGrpSpPr>
      <p:grpSpPr>
        <a:xfrm>
          <a:off x="0" y="0"/>
          <a:ext cx="0" cy="0"/>
          <a:chOff x="0" y="0"/>
          <a:chExt cx="0" cy="0"/>
        </a:xfrm>
      </p:grpSpPr>
      <p:sp>
        <p:nvSpPr>
          <p:cNvPr id="7" name="100% Stripe">
            <a:extLst>
              <a:ext uri="{FF2B5EF4-FFF2-40B4-BE49-F238E27FC236}">
                <a16:creationId xmlns:a16="http://schemas.microsoft.com/office/drawing/2014/main" id="{715FE892-E39A-E260-BEF0-443B9DB3D43B}"/>
              </a:ext>
            </a:extLst>
          </p:cNvPr>
          <p:cNvSpPr>
            <a:spLocks noGrp="1" noRot="1" noChangeAspect="1" noMove="1" noResize="1"/>
          </p:cNvSpPr>
          <p:nvPr userDrawn="1"/>
        </p:nvSpPr>
        <p:spPr bwMode="ltGray">
          <a:xfrm>
            <a:off x="0" y="0"/>
            <a:ext cx="12192000" cy="6857845"/>
          </a:xfrm>
          <a:prstGeom prst="rect">
            <a:avLst/>
          </a:prstGeom>
          <a:blipFill dpi="0" rotWithShape="1">
            <a:blip>
              <a:extLst>
                <a:ext uri="{96DAC541-7B7A-43D3-8B79-37D633B846F1}">
                  <asvg:svgBlip xmlns:asvg="http://schemas.microsoft.com/office/drawing/2016/SVG/main" r:embed="rId2"/>
                </a:ext>
              </a:extLst>
            </a:blip>
            <a:srcRect/>
            <a:stretch>
              <a:fillRect l="67031" t="-65248" r="-2857" b="652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5" name="Footer Placeholder">
            <a:extLst>
              <a:ext uri="{FF2B5EF4-FFF2-40B4-BE49-F238E27FC236}">
                <a16:creationId xmlns:a16="http://schemas.microsoft.com/office/drawing/2014/main" id="{1A30408C-AF8B-8A3A-0162-ECD54E547FB6}"/>
              </a:ext>
            </a:extLst>
          </p:cNvPr>
          <p:cNvSpPr>
            <a:spLocks noGrp="1"/>
          </p:cNvSpPr>
          <p:nvPr>
            <p:ph type="ftr" sz="quarter" idx="40"/>
          </p:nvPr>
        </p:nvSpPr>
        <p:spPr/>
        <p:txBody>
          <a:bodyPr/>
          <a:lstStyle/>
          <a:p>
            <a:endParaRPr lang="en-US"/>
          </a:p>
        </p:txBody>
      </p:sp>
      <p:sp>
        <p:nvSpPr>
          <p:cNvPr id="8" name="Text Placeholder Section Title">
            <a:extLst>
              <a:ext uri="{FF2B5EF4-FFF2-40B4-BE49-F238E27FC236}">
                <a16:creationId xmlns:a16="http://schemas.microsoft.com/office/drawing/2014/main" id="{597050B1-A26B-B348-EFC5-17E814BA79A0}"/>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3" name="Title Placeholder">
            <a:extLst>
              <a:ext uri="{FF2B5EF4-FFF2-40B4-BE49-F238E27FC236}">
                <a16:creationId xmlns:a16="http://schemas.microsoft.com/office/drawing/2014/main" id="{9D8678CA-682B-979C-CD30-A10F07F5B684}"/>
              </a:ext>
            </a:extLst>
          </p:cNvPr>
          <p:cNvSpPr>
            <a:spLocks noGrp="1"/>
          </p:cNvSpPr>
          <p:nvPr>
            <p:ph type="title" hasCustomPrompt="1"/>
          </p:nvPr>
        </p:nvSpPr>
        <p:spPr>
          <a:xfrm>
            <a:off x="457200" y="743670"/>
            <a:ext cx="9166825" cy="1068485"/>
          </a:xfrm>
          <a:prstGeom prst="rect">
            <a:avLst/>
          </a:prstGeom>
        </p:spPr>
        <p:txBody>
          <a:bodyPr vert="horz" lIns="0" tIns="0" rIns="0" bIns="0" rtlCol="0" anchor="t">
            <a:noAutofit/>
          </a:bodyPr>
          <a:lstStyle>
            <a:lvl1pPr>
              <a:defRPr sz="3000"/>
            </a:lvl1pPr>
          </a:lstStyle>
          <a:p>
            <a:r>
              <a:rPr lang="en-US"/>
              <a:t>Click to write a slide title that fits in 3 lines.</a:t>
            </a:r>
          </a:p>
        </p:txBody>
      </p:sp>
      <p:sp>
        <p:nvSpPr>
          <p:cNvPr id="4" name="Text Placeholder Subtitle">
            <a:extLst>
              <a:ext uri="{FF2B5EF4-FFF2-40B4-BE49-F238E27FC236}">
                <a16:creationId xmlns:a16="http://schemas.microsoft.com/office/drawing/2014/main" id="{589BAA20-F6BF-9B17-CC05-EDEA542E0A3E}"/>
              </a:ext>
            </a:extLst>
          </p:cNvPr>
          <p:cNvSpPr>
            <a:spLocks noGrp="1"/>
          </p:cNvSpPr>
          <p:nvPr>
            <p:ph type="body" sz="quarter" idx="13" hasCustomPrompt="1"/>
          </p:nvPr>
        </p:nvSpPr>
        <p:spPr>
          <a:xfrm>
            <a:off x="457200" y="1898553"/>
            <a:ext cx="9166825" cy="539847"/>
          </a:xfrm>
        </p:spPr>
        <p:txBody>
          <a:bodyPr rIns="0">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1-2 lines long. </a:t>
            </a:r>
          </a:p>
        </p:txBody>
      </p:sp>
      <p:sp>
        <p:nvSpPr>
          <p:cNvPr id="10" name="Text Placeholder Subhead 1">
            <a:extLst>
              <a:ext uri="{FF2B5EF4-FFF2-40B4-BE49-F238E27FC236}">
                <a16:creationId xmlns:a16="http://schemas.microsoft.com/office/drawing/2014/main" id="{8F45DC4B-E54A-7DD6-5DCE-8AA495009164}"/>
              </a:ext>
            </a:extLst>
          </p:cNvPr>
          <p:cNvSpPr>
            <a:spLocks noGrp="1"/>
          </p:cNvSpPr>
          <p:nvPr>
            <p:ph type="body" sz="quarter" idx="29" hasCustomPrompt="1"/>
          </p:nvPr>
        </p:nvSpPr>
        <p:spPr>
          <a:xfrm>
            <a:off x="457200" y="2934502"/>
            <a:ext cx="1718278" cy="246221"/>
          </a:xfrm>
        </p:spPr>
        <p:txBody>
          <a:bodyPr>
            <a:noAutofit/>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subtitle</a:t>
            </a:r>
          </a:p>
        </p:txBody>
      </p:sp>
      <p:sp>
        <p:nvSpPr>
          <p:cNvPr id="9" name="Text Placeholder Body 1">
            <a:extLst>
              <a:ext uri="{FF2B5EF4-FFF2-40B4-BE49-F238E27FC236}">
                <a16:creationId xmlns:a16="http://schemas.microsoft.com/office/drawing/2014/main" id="{C22A7759-7B08-66FA-EEB8-23B82B0EDDCA}"/>
              </a:ext>
            </a:extLst>
          </p:cNvPr>
          <p:cNvSpPr>
            <a:spLocks noGrp="1"/>
          </p:cNvSpPr>
          <p:nvPr>
            <p:ph type="body" sz="quarter" idx="28" hasCustomPrompt="1"/>
          </p:nvPr>
        </p:nvSpPr>
        <p:spPr>
          <a:xfrm>
            <a:off x="457200" y="3276227"/>
            <a:ext cx="1718278" cy="2232398"/>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Subhead 2">
            <a:extLst>
              <a:ext uri="{FF2B5EF4-FFF2-40B4-BE49-F238E27FC236}">
                <a16:creationId xmlns:a16="http://schemas.microsoft.com/office/drawing/2014/main" id="{6C90B9F2-F4CA-2849-AC01-CE6EB6808B36}"/>
              </a:ext>
            </a:extLst>
          </p:cNvPr>
          <p:cNvSpPr>
            <a:spLocks noGrp="1"/>
          </p:cNvSpPr>
          <p:nvPr>
            <p:ph type="body" sz="quarter" idx="31" hasCustomPrompt="1"/>
          </p:nvPr>
        </p:nvSpPr>
        <p:spPr>
          <a:xfrm>
            <a:off x="2369064" y="2934502"/>
            <a:ext cx="1718278" cy="246221"/>
          </a:xfrm>
        </p:spPr>
        <p:txBody>
          <a:bodyPr vert="horz" lIns="0" tIns="0" rIns="0" bIns="0" rtlCol="0">
            <a:noAutofit/>
          </a:bodyPr>
          <a:lstStyle>
            <a:lvl1pPr>
              <a:defRPr lang="en-US" sz="1600" b="1">
                <a:latin typeface="+mj-lt"/>
              </a:defRPr>
            </a:lvl1pPr>
          </a:lstStyle>
          <a:p>
            <a:pPr lvl="0"/>
            <a:r>
              <a:rPr lang="en-US"/>
              <a:t>Body subtitle</a:t>
            </a:r>
          </a:p>
        </p:txBody>
      </p:sp>
      <p:sp>
        <p:nvSpPr>
          <p:cNvPr id="11" name="Text Placeholder Body 2">
            <a:extLst>
              <a:ext uri="{FF2B5EF4-FFF2-40B4-BE49-F238E27FC236}">
                <a16:creationId xmlns:a16="http://schemas.microsoft.com/office/drawing/2014/main" id="{251EB063-6D50-B534-0000-A85587FEBB9A}"/>
              </a:ext>
            </a:extLst>
          </p:cNvPr>
          <p:cNvSpPr>
            <a:spLocks noGrp="1"/>
          </p:cNvSpPr>
          <p:nvPr>
            <p:ph type="body" sz="quarter" idx="30" hasCustomPrompt="1"/>
          </p:nvPr>
        </p:nvSpPr>
        <p:spPr>
          <a:xfrm>
            <a:off x="2369064" y="3276227"/>
            <a:ext cx="1718278" cy="223239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Subhead 3">
            <a:extLst>
              <a:ext uri="{FF2B5EF4-FFF2-40B4-BE49-F238E27FC236}">
                <a16:creationId xmlns:a16="http://schemas.microsoft.com/office/drawing/2014/main" id="{C747A4E7-9EF8-AAE5-FF17-97DB6068C7D2}"/>
              </a:ext>
            </a:extLst>
          </p:cNvPr>
          <p:cNvSpPr>
            <a:spLocks noGrp="1"/>
          </p:cNvSpPr>
          <p:nvPr>
            <p:ph type="body" sz="quarter" idx="33" hasCustomPrompt="1"/>
          </p:nvPr>
        </p:nvSpPr>
        <p:spPr>
          <a:xfrm>
            <a:off x="4280928" y="2934502"/>
            <a:ext cx="1718278" cy="246221"/>
          </a:xfrm>
        </p:spPr>
        <p:txBody>
          <a:bodyPr vert="horz" lIns="0" tIns="0" rIns="0" bIns="0" rtlCol="0">
            <a:noAutofit/>
          </a:bodyPr>
          <a:lstStyle>
            <a:lvl1pPr>
              <a:defRPr lang="en-US" sz="1600" b="1">
                <a:latin typeface="+mj-lt"/>
              </a:defRPr>
            </a:lvl1pPr>
          </a:lstStyle>
          <a:p>
            <a:pPr lvl="0"/>
            <a:r>
              <a:rPr lang="en-US"/>
              <a:t>Body subtitle</a:t>
            </a:r>
          </a:p>
        </p:txBody>
      </p:sp>
      <p:sp>
        <p:nvSpPr>
          <p:cNvPr id="13" name="Text Placeholder Body 3">
            <a:extLst>
              <a:ext uri="{FF2B5EF4-FFF2-40B4-BE49-F238E27FC236}">
                <a16:creationId xmlns:a16="http://schemas.microsoft.com/office/drawing/2014/main" id="{EE3EC1B5-FF10-E813-D713-EF4595D59F17}"/>
              </a:ext>
            </a:extLst>
          </p:cNvPr>
          <p:cNvSpPr>
            <a:spLocks noGrp="1"/>
          </p:cNvSpPr>
          <p:nvPr>
            <p:ph type="body" sz="quarter" idx="32" hasCustomPrompt="1"/>
          </p:nvPr>
        </p:nvSpPr>
        <p:spPr>
          <a:xfrm>
            <a:off x="4280928" y="3276227"/>
            <a:ext cx="1718278" cy="223239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Subhead 4">
            <a:extLst>
              <a:ext uri="{FF2B5EF4-FFF2-40B4-BE49-F238E27FC236}">
                <a16:creationId xmlns:a16="http://schemas.microsoft.com/office/drawing/2014/main" id="{5E74D773-1F99-3E88-5950-B9BC6B4AF2D1}"/>
              </a:ext>
            </a:extLst>
          </p:cNvPr>
          <p:cNvSpPr>
            <a:spLocks noGrp="1"/>
          </p:cNvSpPr>
          <p:nvPr>
            <p:ph type="body" sz="quarter" idx="35" hasCustomPrompt="1"/>
          </p:nvPr>
        </p:nvSpPr>
        <p:spPr>
          <a:xfrm>
            <a:off x="6192792" y="2934502"/>
            <a:ext cx="1718278" cy="246221"/>
          </a:xfrm>
        </p:spPr>
        <p:txBody>
          <a:bodyPr vert="horz" lIns="0" tIns="0" rIns="0" bIns="0" rtlCol="0">
            <a:noAutofit/>
          </a:bodyPr>
          <a:lstStyle>
            <a:lvl1pPr>
              <a:defRPr lang="en-US" sz="1600" b="1">
                <a:latin typeface="+mj-lt"/>
              </a:defRPr>
            </a:lvl1pPr>
          </a:lstStyle>
          <a:p>
            <a:pPr lvl="0"/>
            <a:r>
              <a:rPr lang="en-US"/>
              <a:t>Body subtitle</a:t>
            </a:r>
          </a:p>
        </p:txBody>
      </p:sp>
      <p:sp>
        <p:nvSpPr>
          <p:cNvPr id="15" name="Text Placeholder Body 4">
            <a:extLst>
              <a:ext uri="{FF2B5EF4-FFF2-40B4-BE49-F238E27FC236}">
                <a16:creationId xmlns:a16="http://schemas.microsoft.com/office/drawing/2014/main" id="{915FBD73-F4E4-6C3D-EEDE-6E116F5C9504}"/>
              </a:ext>
            </a:extLst>
          </p:cNvPr>
          <p:cNvSpPr>
            <a:spLocks noGrp="1"/>
          </p:cNvSpPr>
          <p:nvPr>
            <p:ph type="body" sz="quarter" idx="34" hasCustomPrompt="1"/>
          </p:nvPr>
        </p:nvSpPr>
        <p:spPr>
          <a:xfrm>
            <a:off x="6192792" y="3276227"/>
            <a:ext cx="1718278" cy="223239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8" name="Text Placeholder Subhead 5">
            <a:extLst>
              <a:ext uri="{FF2B5EF4-FFF2-40B4-BE49-F238E27FC236}">
                <a16:creationId xmlns:a16="http://schemas.microsoft.com/office/drawing/2014/main" id="{8716AFDE-E8C9-F809-747F-198849EC9B67}"/>
              </a:ext>
            </a:extLst>
          </p:cNvPr>
          <p:cNvSpPr>
            <a:spLocks noGrp="1"/>
          </p:cNvSpPr>
          <p:nvPr>
            <p:ph type="body" sz="quarter" idx="37" hasCustomPrompt="1"/>
          </p:nvPr>
        </p:nvSpPr>
        <p:spPr>
          <a:xfrm>
            <a:off x="8104656" y="2934502"/>
            <a:ext cx="1718278" cy="246221"/>
          </a:xfrm>
        </p:spPr>
        <p:txBody>
          <a:bodyPr vert="horz" lIns="0" tIns="0" rIns="0" bIns="0" rtlCol="0">
            <a:noAutofit/>
          </a:bodyPr>
          <a:lstStyle>
            <a:lvl1pPr>
              <a:defRPr lang="en-US" sz="1600" b="1">
                <a:latin typeface="+mj-lt"/>
              </a:defRPr>
            </a:lvl1pPr>
          </a:lstStyle>
          <a:p>
            <a:pPr lvl="0"/>
            <a:r>
              <a:rPr lang="en-US"/>
              <a:t>Body subtitle</a:t>
            </a:r>
          </a:p>
        </p:txBody>
      </p:sp>
      <p:sp>
        <p:nvSpPr>
          <p:cNvPr id="17" name="Text Placeholder Body 5">
            <a:extLst>
              <a:ext uri="{FF2B5EF4-FFF2-40B4-BE49-F238E27FC236}">
                <a16:creationId xmlns:a16="http://schemas.microsoft.com/office/drawing/2014/main" id="{626B2A26-145B-2E8A-4F16-C4166C060AA1}"/>
              </a:ext>
            </a:extLst>
          </p:cNvPr>
          <p:cNvSpPr>
            <a:spLocks noGrp="1"/>
          </p:cNvSpPr>
          <p:nvPr>
            <p:ph type="body" sz="quarter" idx="36" hasCustomPrompt="1"/>
          </p:nvPr>
        </p:nvSpPr>
        <p:spPr>
          <a:xfrm>
            <a:off x="8104656" y="3276227"/>
            <a:ext cx="1718278" cy="223239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20" name="Text Placeholder Subhead 6">
            <a:extLst>
              <a:ext uri="{FF2B5EF4-FFF2-40B4-BE49-F238E27FC236}">
                <a16:creationId xmlns:a16="http://schemas.microsoft.com/office/drawing/2014/main" id="{7C8BE245-A0B3-6520-D60A-4F997AD7B657}"/>
              </a:ext>
            </a:extLst>
          </p:cNvPr>
          <p:cNvSpPr>
            <a:spLocks noGrp="1"/>
          </p:cNvSpPr>
          <p:nvPr>
            <p:ph type="body" sz="quarter" idx="39" hasCustomPrompt="1"/>
          </p:nvPr>
        </p:nvSpPr>
        <p:spPr>
          <a:xfrm>
            <a:off x="10016522" y="2934502"/>
            <a:ext cx="1718278" cy="246221"/>
          </a:xfrm>
        </p:spPr>
        <p:txBody>
          <a:bodyPr vert="horz" lIns="0" tIns="0" rIns="0" bIns="0" rtlCol="0">
            <a:noAutofit/>
          </a:bodyPr>
          <a:lstStyle>
            <a:lvl1pPr>
              <a:defRPr lang="en-US" sz="1600" b="1">
                <a:latin typeface="+mj-lt"/>
              </a:defRPr>
            </a:lvl1pPr>
          </a:lstStyle>
          <a:p>
            <a:pPr lvl="0"/>
            <a:r>
              <a:rPr lang="en-US"/>
              <a:t>Body subtitle</a:t>
            </a:r>
          </a:p>
        </p:txBody>
      </p:sp>
      <p:sp>
        <p:nvSpPr>
          <p:cNvPr id="19" name="Text Placeholder Body 6">
            <a:extLst>
              <a:ext uri="{FF2B5EF4-FFF2-40B4-BE49-F238E27FC236}">
                <a16:creationId xmlns:a16="http://schemas.microsoft.com/office/drawing/2014/main" id="{E846F70D-A193-A749-9126-DB8F619981C8}"/>
              </a:ext>
            </a:extLst>
          </p:cNvPr>
          <p:cNvSpPr>
            <a:spLocks noGrp="1"/>
          </p:cNvSpPr>
          <p:nvPr>
            <p:ph type="body" sz="quarter" idx="38" hasCustomPrompt="1"/>
          </p:nvPr>
        </p:nvSpPr>
        <p:spPr>
          <a:xfrm>
            <a:off x="10016522" y="3276227"/>
            <a:ext cx="1718278" cy="223239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3039788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3" name="1000% Stripe">
            <a:extLst>
              <a:ext uri="{FF2B5EF4-FFF2-40B4-BE49-F238E27FC236}">
                <a16:creationId xmlns:a16="http://schemas.microsoft.com/office/drawing/2014/main" id="{88316B89-6DD6-DFE0-993F-2BD268336069}"/>
              </a:ext>
            </a:extLst>
          </p:cNvPr>
          <p:cNvSpPr>
            <a:spLocks noGrp="1" noRot="1" noChangeAspect="1" noMove="1" noResize="1"/>
          </p:cNvSpPr>
          <p:nvPr userDrawn="1"/>
        </p:nvSpPr>
        <p:spPr bwMode="ltGray">
          <a:xfrm>
            <a:off x="0" y="0"/>
            <a:ext cx="12192000" cy="6858000"/>
          </a:xfrm>
          <a:prstGeom prst="rect">
            <a:avLst/>
          </a:prstGeom>
          <a:blipFill>
            <a:blip>
              <a:extLst>
                <a:ext uri="{96DAC541-7B7A-43D3-8B79-37D633B846F1}">
                  <asvg:svgBlip xmlns:asvg="http://schemas.microsoft.com/office/drawing/2016/SVG/main" r:embed="rId2"/>
                </a:ext>
              </a:extLst>
            </a:blip>
            <a:stretch>
              <a:fillRect l="-131069" t="14918" r="-10585" b="-69239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Title Placeholder">
            <a:extLst>
              <a:ext uri="{FF2B5EF4-FFF2-40B4-BE49-F238E27FC236}">
                <a16:creationId xmlns:a16="http://schemas.microsoft.com/office/drawing/2014/main" id="{D6872559-2221-7948-988C-BD799DA81A68}"/>
              </a:ext>
            </a:extLst>
          </p:cNvPr>
          <p:cNvSpPr>
            <a:spLocks noGrp="1"/>
          </p:cNvSpPr>
          <p:nvPr>
            <p:ph type="title" hasCustomPrompt="1"/>
          </p:nvPr>
        </p:nvSpPr>
        <p:spPr>
          <a:xfrm>
            <a:off x="6210301" y="2949677"/>
            <a:ext cx="5524499" cy="953682"/>
          </a:xfrm>
          <a:prstGeom prst="rect">
            <a:avLst/>
          </a:prstGeom>
        </p:spPr>
        <p:txBody>
          <a:bodyPr vert="horz" lIns="0" tIns="0" rIns="0" bIns="0" rtlCol="0" anchor="b">
            <a:noAutofit/>
          </a:bodyPr>
          <a:lstStyle>
            <a:lvl1pPr>
              <a:lnSpc>
                <a:spcPct val="75000"/>
              </a:lnSpc>
              <a:defRPr sz="6200" b="1" i="0">
                <a:latin typeface="+mj-lt"/>
              </a:defRPr>
            </a:lvl1pPr>
          </a:lstStyle>
          <a:p>
            <a:r>
              <a:rPr lang="en-US"/>
              <a:t>Thank You</a:t>
            </a:r>
          </a:p>
        </p:txBody>
      </p:sp>
    </p:spTree>
    <p:extLst>
      <p:ext uri="{BB962C8B-B14F-4D97-AF65-F5344CB8AC3E}">
        <p14:creationId xmlns:p14="http://schemas.microsoft.com/office/powerpoint/2010/main" val="1917422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Logo End Slide">
    <p:spTree>
      <p:nvGrpSpPr>
        <p:cNvPr id="1" name=""/>
        <p:cNvGrpSpPr/>
        <p:nvPr/>
      </p:nvGrpSpPr>
      <p:grpSpPr>
        <a:xfrm>
          <a:off x="0" y="0"/>
          <a:ext cx="0" cy="0"/>
          <a:chOff x="0" y="0"/>
          <a:chExt cx="0" cy="0"/>
        </a:xfrm>
      </p:grpSpPr>
      <p:sp>
        <p:nvSpPr>
          <p:cNvPr id="5" name="1000% Stripe">
            <a:extLst>
              <a:ext uri="{FF2B5EF4-FFF2-40B4-BE49-F238E27FC236}">
                <a16:creationId xmlns:a16="http://schemas.microsoft.com/office/drawing/2014/main" id="{D95A311B-A27A-3299-76E4-EEB8C4FF1BF7}"/>
              </a:ext>
            </a:extLst>
          </p:cNvPr>
          <p:cNvSpPr>
            <a:spLocks noGrp="1" noRot="1" noChangeAspect="1" noMove="1" noResize="1"/>
          </p:cNvSpPr>
          <p:nvPr userDrawn="1"/>
        </p:nvSpPr>
        <p:spPr bwMode="ltGray">
          <a:xfrm>
            <a:off x="0" y="0"/>
            <a:ext cx="12192000" cy="6858000"/>
          </a:xfrm>
          <a:prstGeom prst="rect">
            <a:avLst/>
          </a:prstGeom>
          <a:blipFill>
            <a:blip>
              <a:extLst>
                <a:ext uri="{96DAC541-7B7A-43D3-8B79-37D633B846F1}">
                  <asvg:svgBlip xmlns:asvg="http://schemas.microsoft.com/office/drawing/2016/SVG/main" r:embed="rId2"/>
                </a:ext>
              </a:extLst>
            </a:blip>
            <a:stretch>
              <a:fillRect l="-131069" t="14918" r="-10585" b="-69239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8" name="HP Logo">
            <a:extLst>
              <a:ext uri="{FF2B5EF4-FFF2-40B4-BE49-F238E27FC236}">
                <a16:creationId xmlns:a16="http://schemas.microsoft.com/office/drawing/2014/main" id="{A3BFCA15-BE7A-64C7-6EB6-9BE14A87C7B0}"/>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6167210" y="3418998"/>
            <a:ext cx="919655" cy="919655"/>
          </a:xfrm>
          <a:prstGeom prst="rect">
            <a:avLst/>
          </a:prstGeom>
        </p:spPr>
      </p:pic>
    </p:spTree>
    <p:extLst>
      <p:ext uri="{BB962C8B-B14F-4D97-AF65-F5344CB8AC3E}">
        <p14:creationId xmlns:p14="http://schemas.microsoft.com/office/powerpoint/2010/main" val="3184602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A">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7" name="Footer Placeholder">
            <a:extLst>
              <a:ext uri="{FF2B5EF4-FFF2-40B4-BE49-F238E27FC236}">
                <a16:creationId xmlns:a16="http://schemas.microsoft.com/office/drawing/2014/main" id="{BB7C1AC3-524E-8C33-270F-E7C99278D2E7}"/>
              </a:ext>
            </a:extLst>
          </p:cNvPr>
          <p:cNvSpPr>
            <a:spLocks noGrp="1"/>
          </p:cNvSpPr>
          <p:nvPr>
            <p:ph type="ftr" sz="quarter" idx="15"/>
          </p:nvPr>
        </p:nvSpPr>
        <p:spPr/>
        <p:txBody>
          <a:bodyPr/>
          <a:lstStyle/>
          <a:p>
            <a:endParaRPr lang="en-US"/>
          </a:p>
        </p:txBody>
      </p:sp>
      <p:sp>
        <p:nvSpPr>
          <p:cNvPr id="5" name="Text Placeholder Section Title">
            <a:extLst>
              <a:ext uri="{FF2B5EF4-FFF2-40B4-BE49-F238E27FC236}">
                <a16:creationId xmlns:a16="http://schemas.microsoft.com/office/drawing/2014/main" id="{0902B79E-E8A3-1BAE-158B-16C1F7CF3581}"/>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4" name="Title Placeholder">
            <a:extLst>
              <a:ext uri="{FF2B5EF4-FFF2-40B4-BE49-F238E27FC236}">
                <a16:creationId xmlns:a16="http://schemas.microsoft.com/office/drawing/2014/main" id="{75188F2D-77F8-2852-93EB-92CC83AE8CA0}"/>
              </a:ext>
            </a:extLst>
          </p:cNvPr>
          <p:cNvSpPr>
            <a:spLocks noGrp="1"/>
          </p:cNvSpPr>
          <p:nvPr>
            <p:ph type="title" hasCustomPrompt="1"/>
          </p:nvPr>
        </p:nvSpPr>
        <p:spPr>
          <a:xfrm>
            <a:off x="457200" y="743671"/>
            <a:ext cx="11279734" cy="393300"/>
          </a:xfrm>
          <a:prstGeom prst="rect">
            <a:avLst/>
          </a:prstGeom>
        </p:spPr>
        <p:txBody>
          <a:bodyPr vert="horz" lIns="0" tIns="0" rIns="0" bIns="0" rtlCol="0" anchor="t">
            <a:noAutofit/>
          </a:bodyPr>
          <a:lstStyle>
            <a:lvl1pPr>
              <a:defRPr sz="3000"/>
            </a:lvl1pPr>
          </a:lstStyle>
          <a:p>
            <a:r>
              <a:rPr lang="en-US"/>
              <a:t>Click to write a slide title that fits in 1 line</a:t>
            </a:r>
          </a:p>
        </p:txBody>
      </p:sp>
      <p:sp>
        <p:nvSpPr>
          <p:cNvPr id="3" name="Content Placeholder">
            <a:extLst>
              <a:ext uri="{FF2B5EF4-FFF2-40B4-BE49-F238E27FC236}">
                <a16:creationId xmlns:a16="http://schemas.microsoft.com/office/drawing/2014/main" id="{27B96E57-9D49-C002-D5FE-433D28189E86}"/>
              </a:ext>
            </a:extLst>
          </p:cNvPr>
          <p:cNvSpPr>
            <a:spLocks noGrp="1"/>
          </p:cNvSpPr>
          <p:nvPr>
            <p:ph sz="quarter" idx="13"/>
          </p:nvPr>
        </p:nvSpPr>
        <p:spPr>
          <a:xfrm>
            <a:off x="457200" y="1790700"/>
            <a:ext cx="5491163" cy="4014788"/>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vl6pPr>
              <a:defRPr lang="en-US" dirty="0"/>
            </a:lvl6pPr>
            <a:lvl7pPr>
              <a:defRPr lang="en-US" dirty="0"/>
            </a:lvl7pPr>
            <a:lvl8pPr>
              <a:defRPr/>
            </a:lvl8pPr>
            <a:lvl9pPr>
              <a:lnSpc>
                <a:spcPct val="90000"/>
              </a:lnSpc>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9156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B">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5" name="Footer Placeholder">
            <a:extLst>
              <a:ext uri="{FF2B5EF4-FFF2-40B4-BE49-F238E27FC236}">
                <a16:creationId xmlns:a16="http://schemas.microsoft.com/office/drawing/2014/main" id="{00421F85-12B9-6441-D6A9-97835AF76DCD}"/>
              </a:ext>
            </a:extLst>
          </p:cNvPr>
          <p:cNvSpPr>
            <a:spLocks noGrp="1"/>
          </p:cNvSpPr>
          <p:nvPr>
            <p:ph type="ftr" sz="quarter" idx="17"/>
          </p:nvPr>
        </p:nvSpPr>
        <p:spPr/>
        <p:txBody>
          <a:bodyPr/>
          <a:lstStyle/>
          <a:p>
            <a:endParaRPr lang="en-US"/>
          </a:p>
        </p:txBody>
      </p:sp>
      <p:sp>
        <p:nvSpPr>
          <p:cNvPr id="9" name="Text Placeholder Section Title">
            <a:extLst>
              <a:ext uri="{FF2B5EF4-FFF2-40B4-BE49-F238E27FC236}">
                <a16:creationId xmlns:a16="http://schemas.microsoft.com/office/drawing/2014/main" id="{45A8C35D-FEC5-EA44-C336-68090247F4F8}"/>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8" name="Title Placeholder">
            <a:extLst>
              <a:ext uri="{FF2B5EF4-FFF2-40B4-BE49-F238E27FC236}">
                <a16:creationId xmlns:a16="http://schemas.microsoft.com/office/drawing/2014/main" id="{BBA1204C-2645-E356-4F3D-1EF7904D4D9C}"/>
              </a:ext>
            </a:extLst>
          </p:cNvPr>
          <p:cNvSpPr>
            <a:spLocks noGrp="1"/>
          </p:cNvSpPr>
          <p:nvPr>
            <p:ph type="title" hasCustomPrompt="1"/>
          </p:nvPr>
        </p:nvSpPr>
        <p:spPr>
          <a:xfrm>
            <a:off x="457200" y="743671"/>
            <a:ext cx="11278800" cy="393300"/>
          </a:xfrm>
          <a:prstGeom prst="rect">
            <a:avLst/>
          </a:prstGeom>
        </p:spPr>
        <p:txBody>
          <a:bodyPr vert="horz" lIns="0" tIns="0" rIns="0" bIns="0" rtlCol="0" anchor="t">
            <a:noAutofit/>
          </a:bodyPr>
          <a:lstStyle>
            <a:lvl1pPr>
              <a:defRPr sz="3000"/>
            </a:lvl1pPr>
          </a:lstStyle>
          <a:p>
            <a:r>
              <a:rPr lang="en-US"/>
              <a:t>Click to write a slide title that fits in 1 line</a:t>
            </a:r>
          </a:p>
        </p:txBody>
      </p:sp>
      <p:sp>
        <p:nvSpPr>
          <p:cNvPr id="4" name="Text Placeholder Subtitle">
            <a:extLst>
              <a:ext uri="{FF2B5EF4-FFF2-40B4-BE49-F238E27FC236}">
                <a16:creationId xmlns:a16="http://schemas.microsoft.com/office/drawing/2014/main" id="{F39E5016-CC21-E5AE-DD36-FC1CA650571C}"/>
              </a:ext>
            </a:extLst>
          </p:cNvPr>
          <p:cNvSpPr>
            <a:spLocks noGrp="1"/>
          </p:cNvSpPr>
          <p:nvPr>
            <p:ph type="body" sz="quarter" idx="13" hasCustomPrompt="1"/>
          </p:nvPr>
        </p:nvSpPr>
        <p:spPr>
          <a:xfrm>
            <a:off x="458730" y="1136970"/>
            <a:ext cx="11278800" cy="295967"/>
          </a:xfrm>
        </p:spPr>
        <p:txBody>
          <a:bodyPr rIns="0">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3" name="Content Placeholder">
            <a:extLst>
              <a:ext uri="{FF2B5EF4-FFF2-40B4-BE49-F238E27FC236}">
                <a16:creationId xmlns:a16="http://schemas.microsoft.com/office/drawing/2014/main" id="{099B6F11-4885-0DE9-0E99-3B9E79CC6DC5}"/>
              </a:ext>
            </a:extLst>
          </p:cNvPr>
          <p:cNvSpPr>
            <a:spLocks noGrp="1"/>
          </p:cNvSpPr>
          <p:nvPr>
            <p:ph sz="quarter" idx="16"/>
          </p:nvPr>
        </p:nvSpPr>
        <p:spPr>
          <a:xfrm>
            <a:off x="457200" y="1790700"/>
            <a:ext cx="5491163" cy="4014788"/>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vl6pPr>
              <a:defRPr lang="en-US" dirty="0"/>
            </a:lvl6pPr>
            <a:lvl7pPr>
              <a:defRPr lang="en-US" dirty="0"/>
            </a:lvl7pPr>
            <a:lvl8pPr>
              <a:defRPr/>
            </a:lvl8pPr>
            <a:lvl9pPr>
              <a:lnSpc>
                <a:spcPct val="90000"/>
              </a:lnSpc>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0429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C">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8" name="Footer Placeholder">
            <a:extLst>
              <a:ext uri="{FF2B5EF4-FFF2-40B4-BE49-F238E27FC236}">
                <a16:creationId xmlns:a16="http://schemas.microsoft.com/office/drawing/2014/main" id="{05B0E2F6-24DE-0884-D261-519B68A97307}"/>
              </a:ext>
            </a:extLst>
          </p:cNvPr>
          <p:cNvSpPr>
            <a:spLocks noGrp="1"/>
          </p:cNvSpPr>
          <p:nvPr>
            <p:ph type="ftr" sz="quarter" idx="17"/>
          </p:nvPr>
        </p:nvSpPr>
        <p:spPr/>
        <p:txBody>
          <a:bodyPr/>
          <a:lstStyle/>
          <a:p>
            <a:endParaRPr lang="en-US"/>
          </a:p>
        </p:txBody>
      </p:sp>
      <p:sp>
        <p:nvSpPr>
          <p:cNvPr id="5" name="Text Placeholder Section Title">
            <a:extLst>
              <a:ext uri="{FF2B5EF4-FFF2-40B4-BE49-F238E27FC236}">
                <a16:creationId xmlns:a16="http://schemas.microsoft.com/office/drawing/2014/main" id="{7C39A41C-2A31-66E4-F679-EB0D2040C54A}"/>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HP Forma DJR Office" pitchFamily="2" charset="77"/>
              </a:defRPr>
            </a:lvl1pPr>
          </a:lstStyle>
          <a:p>
            <a:pPr lvl="0"/>
            <a:r>
              <a:rPr lang="en-US"/>
              <a:t>Section Title</a:t>
            </a:r>
          </a:p>
        </p:txBody>
      </p:sp>
      <p:sp>
        <p:nvSpPr>
          <p:cNvPr id="3" name="Title Placeholder">
            <a:extLst>
              <a:ext uri="{FF2B5EF4-FFF2-40B4-BE49-F238E27FC236}">
                <a16:creationId xmlns:a16="http://schemas.microsoft.com/office/drawing/2014/main" id="{08AC38AE-33C4-2144-8AE8-E321E9BA52A9}"/>
              </a:ext>
            </a:extLst>
          </p:cNvPr>
          <p:cNvSpPr>
            <a:spLocks noGrp="1"/>
          </p:cNvSpPr>
          <p:nvPr>
            <p:ph type="title" hasCustomPrompt="1"/>
          </p:nvPr>
        </p:nvSpPr>
        <p:spPr>
          <a:xfrm>
            <a:off x="457200" y="743671"/>
            <a:ext cx="11278800" cy="620180"/>
          </a:xfrm>
          <a:prstGeom prst="rect">
            <a:avLst/>
          </a:prstGeom>
        </p:spPr>
        <p:txBody>
          <a:bodyPr vert="horz" lIns="0" tIns="0" rIns="0" bIns="0" rtlCol="0" anchor="t">
            <a:noAutofit/>
          </a:bodyPr>
          <a:lstStyle>
            <a:lvl1pPr>
              <a:defRPr sz="3000"/>
            </a:lvl1pPr>
          </a:lstStyle>
          <a:p>
            <a:r>
              <a:rPr lang="en-US"/>
              <a:t>Click to write a slide title that fits in 2 lines if you need more space to explain your idea.</a:t>
            </a:r>
          </a:p>
        </p:txBody>
      </p:sp>
      <p:sp>
        <p:nvSpPr>
          <p:cNvPr id="2" name="Text Placeholder Subtitle">
            <a:extLst>
              <a:ext uri="{FF2B5EF4-FFF2-40B4-BE49-F238E27FC236}">
                <a16:creationId xmlns:a16="http://schemas.microsoft.com/office/drawing/2014/main" id="{AB164EB7-64B7-6185-24C3-8199AED2D51F}"/>
              </a:ext>
            </a:extLst>
          </p:cNvPr>
          <p:cNvSpPr>
            <a:spLocks noGrp="1"/>
          </p:cNvSpPr>
          <p:nvPr>
            <p:ph type="body" sz="quarter" idx="13" hasCustomPrompt="1"/>
          </p:nvPr>
        </p:nvSpPr>
        <p:spPr>
          <a:xfrm>
            <a:off x="458729" y="1489708"/>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7" name="Content Placeholder">
            <a:extLst>
              <a:ext uri="{FF2B5EF4-FFF2-40B4-BE49-F238E27FC236}">
                <a16:creationId xmlns:a16="http://schemas.microsoft.com/office/drawing/2014/main" id="{193E429C-2EF8-B9CB-A477-44FA6A73F094}"/>
              </a:ext>
            </a:extLst>
          </p:cNvPr>
          <p:cNvSpPr>
            <a:spLocks noGrp="1"/>
          </p:cNvSpPr>
          <p:nvPr>
            <p:ph sz="quarter" idx="16"/>
          </p:nvPr>
        </p:nvSpPr>
        <p:spPr>
          <a:xfrm>
            <a:off x="457200" y="2207622"/>
            <a:ext cx="5491163" cy="3597865"/>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vl6pPr>
              <a:defRPr lang="en-US" dirty="0"/>
            </a:lvl6pPr>
            <a:lvl7pPr>
              <a:defRPr lang="en-US" dirty="0"/>
            </a:lvl7pPr>
            <a:lvl8pPr>
              <a:defRPr/>
            </a:lvl8pPr>
            <a:lvl9pPr>
              <a:lnSpc>
                <a:spcPct val="90000"/>
              </a:lnSpc>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6584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5" name="Footer Placeholder">
            <a:extLst>
              <a:ext uri="{FF2B5EF4-FFF2-40B4-BE49-F238E27FC236}">
                <a16:creationId xmlns:a16="http://schemas.microsoft.com/office/drawing/2014/main" id="{037A497F-4224-2320-B8F7-09AB5609A8F8}"/>
              </a:ext>
            </a:extLst>
          </p:cNvPr>
          <p:cNvSpPr>
            <a:spLocks noGrp="1"/>
          </p:cNvSpPr>
          <p:nvPr>
            <p:ph type="ftr" sz="quarter" idx="18"/>
          </p:nvPr>
        </p:nvSpPr>
        <p:spPr/>
        <p:txBody>
          <a:bodyPr/>
          <a:lstStyle/>
          <a:p>
            <a:endParaRPr lang="en-US"/>
          </a:p>
        </p:txBody>
      </p:sp>
      <p:sp>
        <p:nvSpPr>
          <p:cNvPr id="9" name="Text Placeholder Section Title">
            <a:extLst>
              <a:ext uri="{FF2B5EF4-FFF2-40B4-BE49-F238E27FC236}">
                <a16:creationId xmlns:a16="http://schemas.microsoft.com/office/drawing/2014/main" id="{45A8C35D-FEC5-EA44-C336-68090247F4F8}"/>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HP Forma DJR Office" pitchFamily="2" charset="77"/>
              </a:defRPr>
            </a:lvl1pPr>
          </a:lstStyle>
          <a:p>
            <a:pPr lvl="0"/>
            <a:r>
              <a:rPr lang="en-US"/>
              <a:t>Section Title</a:t>
            </a:r>
          </a:p>
        </p:txBody>
      </p:sp>
      <p:sp>
        <p:nvSpPr>
          <p:cNvPr id="8" name="Title Placeholder">
            <a:extLst>
              <a:ext uri="{FF2B5EF4-FFF2-40B4-BE49-F238E27FC236}">
                <a16:creationId xmlns:a16="http://schemas.microsoft.com/office/drawing/2014/main" id="{BBA1204C-2645-E356-4F3D-1EF7904D4D9C}"/>
              </a:ext>
            </a:extLst>
          </p:cNvPr>
          <p:cNvSpPr>
            <a:spLocks noGrp="1"/>
          </p:cNvSpPr>
          <p:nvPr>
            <p:ph type="title" hasCustomPrompt="1"/>
          </p:nvPr>
        </p:nvSpPr>
        <p:spPr>
          <a:xfrm>
            <a:off x="457200" y="743671"/>
            <a:ext cx="11278800" cy="393300"/>
          </a:xfrm>
          <a:prstGeom prst="rect">
            <a:avLst/>
          </a:prstGeom>
        </p:spPr>
        <p:txBody>
          <a:bodyPr vert="horz" lIns="0" tIns="0" rIns="0" bIns="0" rtlCol="0" anchor="t">
            <a:noAutofit/>
          </a:bodyPr>
          <a:lstStyle>
            <a:lvl1pPr>
              <a:defRPr sz="3000"/>
            </a:lvl1pPr>
          </a:lstStyle>
          <a:p>
            <a:r>
              <a:rPr lang="en-US"/>
              <a:t>Click to write a slide title that fits in 1 line</a:t>
            </a:r>
          </a:p>
        </p:txBody>
      </p:sp>
      <p:sp>
        <p:nvSpPr>
          <p:cNvPr id="7" name="Text Placeholder Subtitle">
            <a:extLst>
              <a:ext uri="{FF2B5EF4-FFF2-40B4-BE49-F238E27FC236}">
                <a16:creationId xmlns:a16="http://schemas.microsoft.com/office/drawing/2014/main" id="{348E0F53-7312-3463-2CB1-A370E828A961}"/>
              </a:ext>
            </a:extLst>
          </p:cNvPr>
          <p:cNvSpPr>
            <a:spLocks noGrp="1"/>
          </p:cNvSpPr>
          <p:nvPr>
            <p:ph type="body" sz="quarter" idx="13" hasCustomPrompt="1"/>
          </p:nvPr>
        </p:nvSpPr>
        <p:spPr>
          <a:xfrm>
            <a:off x="457200"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3" name="Text Placeholder Subhead">
            <a:extLst>
              <a:ext uri="{FF2B5EF4-FFF2-40B4-BE49-F238E27FC236}">
                <a16:creationId xmlns:a16="http://schemas.microsoft.com/office/drawing/2014/main" id="{74BBF8D5-D0AE-13E9-5DEC-29503C9F67F5}"/>
              </a:ext>
            </a:extLst>
          </p:cNvPr>
          <p:cNvSpPr>
            <a:spLocks noGrp="1"/>
          </p:cNvSpPr>
          <p:nvPr>
            <p:ph type="body" sz="quarter" idx="17" hasCustomPrompt="1"/>
          </p:nvPr>
        </p:nvSpPr>
        <p:spPr>
          <a:xfrm>
            <a:off x="457200" y="1760400"/>
            <a:ext cx="3562350" cy="217476"/>
          </a:xfrm>
        </p:spPr>
        <p:txBody>
          <a:bodyPr rIns="147600"/>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that fits in one line</a:t>
            </a:r>
          </a:p>
        </p:txBody>
      </p:sp>
      <p:sp>
        <p:nvSpPr>
          <p:cNvPr id="2" name="Text Placeholder Body">
            <a:extLst>
              <a:ext uri="{FF2B5EF4-FFF2-40B4-BE49-F238E27FC236}">
                <a16:creationId xmlns:a16="http://schemas.microsoft.com/office/drawing/2014/main" id="{8596D0EC-D6DF-3830-B23E-3670D2ECC720}"/>
              </a:ext>
            </a:extLst>
          </p:cNvPr>
          <p:cNvSpPr>
            <a:spLocks noGrp="1"/>
          </p:cNvSpPr>
          <p:nvPr>
            <p:ph type="body" sz="quarter" idx="15" hasCustomPrompt="1"/>
          </p:nvPr>
        </p:nvSpPr>
        <p:spPr>
          <a:xfrm>
            <a:off x="457200" y="2098800"/>
            <a:ext cx="3562350" cy="3706688"/>
          </a:xfrm>
        </p:spPr>
        <p:txBody>
          <a:bodyPr vert="horz" lIns="0" tIns="0" rIns="14760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1016021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E">
    <p:spTree>
      <p:nvGrpSpPr>
        <p:cNvPr id="1" name=""/>
        <p:cNvGrpSpPr/>
        <p:nvPr/>
      </p:nvGrpSpPr>
      <p:grpSpPr>
        <a:xfrm>
          <a:off x="0" y="0"/>
          <a:ext cx="0" cy="0"/>
          <a:chOff x="0" y="0"/>
          <a:chExt cx="0" cy="0"/>
        </a:xfrm>
      </p:grpSpPr>
      <p:sp>
        <p:nvSpPr>
          <p:cNvPr id="14" name="Picture Placeholder">
            <a:extLst>
              <a:ext uri="{FF2B5EF4-FFF2-40B4-BE49-F238E27FC236}">
                <a16:creationId xmlns:a16="http://schemas.microsoft.com/office/drawing/2014/main" id="{AF298246-878D-BA5B-62D1-6214A5835080}"/>
              </a:ext>
            </a:extLst>
          </p:cNvPr>
          <p:cNvSpPr>
            <a:spLocks noGrp="1" noRot="1" noMove="1" noResize="1" noEditPoints="1" noAdjustHandles="1" noChangeArrowheads="1" noChangeShapeType="1"/>
          </p:cNvSpPr>
          <p:nvPr>
            <p:ph type="pic" sz="quarter" idx="16"/>
          </p:nvPr>
        </p:nvSpPr>
        <p:spPr>
          <a:xfrm>
            <a:off x="457200" y="1793876"/>
            <a:ext cx="5491163" cy="4008732"/>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16" name="Footer Placeholder">
            <a:extLst>
              <a:ext uri="{FF2B5EF4-FFF2-40B4-BE49-F238E27FC236}">
                <a16:creationId xmlns:a16="http://schemas.microsoft.com/office/drawing/2014/main" id="{AB4CEFF3-4703-70F8-96B0-BF8AB4C22C8B}"/>
              </a:ext>
            </a:extLst>
          </p:cNvPr>
          <p:cNvSpPr>
            <a:spLocks noGrp="1"/>
          </p:cNvSpPr>
          <p:nvPr>
            <p:ph type="ftr" sz="quarter" idx="34"/>
          </p:nvPr>
        </p:nvSpPr>
        <p:spPr/>
        <p:txBody>
          <a:bodyPr/>
          <a:lstStyle/>
          <a:p>
            <a:endParaRPr lang="en-US"/>
          </a:p>
        </p:txBody>
      </p:sp>
      <p:sp>
        <p:nvSpPr>
          <p:cNvPr id="8" name="Text Placeholder Section Title">
            <a:extLst>
              <a:ext uri="{FF2B5EF4-FFF2-40B4-BE49-F238E27FC236}">
                <a16:creationId xmlns:a16="http://schemas.microsoft.com/office/drawing/2014/main" id="{B3F36132-EF79-2728-C551-EFAB7FF45F1C}"/>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5" name="Title Placeholder">
            <a:extLst>
              <a:ext uri="{FF2B5EF4-FFF2-40B4-BE49-F238E27FC236}">
                <a16:creationId xmlns:a16="http://schemas.microsoft.com/office/drawing/2014/main" id="{BDB3EA29-5ECB-38B3-A159-887F3DA477C2}"/>
              </a:ext>
            </a:extLst>
          </p:cNvPr>
          <p:cNvSpPr>
            <a:spLocks noGrp="1"/>
          </p:cNvSpPr>
          <p:nvPr>
            <p:ph type="title" hasCustomPrompt="1"/>
          </p:nvPr>
        </p:nvSpPr>
        <p:spPr>
          <a:xfrm>
            <a:off x="457200" y="743671"/>
            <a:ext cx="11278800" cy="393300"/>
          </a:xfrm>
          <a:prstGeom prst="rect">
            <a:avLst/>
          </a:prstGeom>
        </p:spPr>
        <p:txBody>
          <a:bodyPr vert="horz" lIns="0" tIns="0" rIns="0" bIns="0" rtlCol="0" anchor="t">
            <a:noAutofit/>
          </a:bodyPr>
          <a:lstStyle>
            <a:lvl1pPr>
              <a:defRPr sz="3000"/>
            </a:lvl1pPr>
          </a:lstStyle>
          <a:p>
            <a:r>
              <a:rPr lang="en-US"/>
              <a:t>Click to write a slide title that fits in 1 line</a:t>
            </a:r>
          </a:p>
        </p:txBody>
      </p:sp>
      <p:sp>
        <p:nvSpPr>
          <p:cNvPr id="28" name="Text Placeholder Subtitle">
            <a:extLst>
              <a:ext uri="{FF2B5EF4-FFF2-40B4-BE49-F238E27FC236}">
                <a16:creationId xmlns:a16="http://schemas.microsoft.com/office/drawing/2014/main" id="{BFEF618A-5698-C4E8-4397-B91D1B92D2EB}"/>
              </a:ext>
            </a:extLst>
          </p:cNvPr>
          <p:cNvSpPr>
            <a:spLocks noGrp="1"/>
          </p:cNvSpPr>
          <p:nvPr>
            <p:ph type="body" sz="quarter" idx="13" hasCustomPrompt="1"/>
          </p:nvPr>
        </p:nvSpPr>
        <p:spPr>
          <a:xfrm>
            <a:off x="457199"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3" name="Text Placeholder Subhead 1">
            <a:extLst>
              <a:ext uri="{FF2B5EF4-FFF2-40B4-BE49-F238E27FC236}">
                <a16:creationId xmlns:a16="http://schemas.microsoft.com/office/drawing/2014/main" id="{F41E4278-8CE3-B68C-9891-D2BCD228A372}"/>
              </a:ext>
            </a:extLst>
          </p:cNvPr>
          <p:cNvSpPr>
            <a:spLocks noGrp="1"/>
          </p:cNvSpPr>
          <p:nvPr>
            <p:ph type="body" sz="quarter" idx="23" hasCustomPrompt="1"/>
          </p:nvPr>
        </p:nvSpPr>
        <p:spPr>
          <a:xfrm>
            <a:off x="6243639" y="1758587"/>
            <a:ext cx="1633536"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subtitle</a:t>
            </a:r>
          </a:p>
        </p:txBody>
      </p:sp>
      <p:sp>
        <p:nvSpPr>
          <p:cNvPr id="2" name="Text Placeholder Body 1">
            <a:extLst>
              <a:ext uri="{FF2B5EF4-FFF2-40B4-BE49-F238E27FC236}">
                <a16:creationId xmlns:a16="http://schemas.microsoft.com/office/drawing/2014/main" id="{6D9F4D9B-D6EB-9569-E5A9-3DA4161B27BC}"/>
              </a:ext>
            </a:extLst>
          </p:cNvPr>
          <p:cNvSpPr>
            <a:spLocks noGrp="1"/>
          </p:cNvSpPr>
          <p:nvPr>
            <p:ph type="body" sz="quarter" idx="22" hasCustomPrompt="1"/>
          </p:nvPr>
        </p:nvSpPr>
        <p:spPr>
          <a:xfrm>
            <a:off x="6243639" y="2096885"/>
            <a:ext cx="1633536" cy="1544924"/>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7" name="Text Placeholder Subhead 2">
            <a:extLst>
              <a:ext uri="{FF2B5EF4-FFF2-40B4-BE49-F238E27FC236}">
                <a16:creationId xmlns:a16="http://schemas.microsoft.com/office/drawing/2014/main" id="{E6779A25-9066-206D-6BF3-99E5AB410CB7}"/>
              </a:ext>
            </a:extLst>
          </p:cNvPr>
          <p:cNvSpPr>
            <a:spLocks noGrp="1"/>
          </p:cNvSpPr>
          <p:nvPr>
            <p:ph type="body" sz="quarter" idx="25" hasCustomPrompt="1"/>
          </p:nvPr>
        </p:nvSpPr>
        <p:spPr>
          <a:xfrm>
            <a:off x="8172452" y="1758587"/>
            <a:ext cx="1633536" cy="217476"/>
          </a:xfrm>
        </p:spPr>
        <p:txBody>
          <a:bodyPr vert="horz" lIns="0" tIns="0" rIns="0" bIns="0" rtlCol="0">
            <a:noAutofit/>
          </a:bodyPr>
          <a:lstStyle>
            <a:lvl1pPr>
              <a:defRPr lang="en-US" sz="1600" b="1">
                <a:latin typeface="+mj-lt"/>
              </a:defRPr>
            </a:lvl1pPr>
          </a:lstStyle>
          <a:p>
            <a:pPr lvl="0"/>
            <a:r>
              <a:rPr lang="en-US"/>
              <a:t>Body subtitle</a:t>
            </a:r>
          </a:p>
        </p:txBody>
      </p:sp>
      <p:sp>
        <p:nvSpPr>
          <p:cNvPr id="4" name="Text Placeholder Body 2">
            <a:extLst>
              <a:ext uri="{FF2B5EF4-FFF2-40B4-BE49-F238E27FC236}">
                <a16:creationId xmlns:a16="http://schemas.microsoft.com/office/drawing/2014/main" id="{535664BA-E1D4-1639-AE7D-DD8AABD305AF}"/>
              </a:ext>
            </a:extLst>
          </p:cNvPr>
          <p:cNvSpPr>
            <a:spLocks noGrp="1"/>
          </p:cNvSpPr>
          <p:nvPr>
            <p:ph type="body" sz="quarter" idx="24" hasCustomPrompt="1"/>
          </p:nvPr>
        </p:nvSpPr>
        <p:spPr>
          <a:xfrm>
            <a:off x="8172452" y="2096885"/>
            <a:ext cx="1633536" cy="1544924"/>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0" name="Text Placeholder Subhead 3">
            <a:extLst>
              <a:ext uri="{FF2B5EF4-FFF2-40B4-BE49-F238E27FC236}">
                <a16:creationId xmlns:a16="http://schemas.microsoft.com/office/drawing/2014/main" id="{665376A9-97DC-795D-7763-9CA2D8CCD6DD}"/>
              </a:ext>
            </a:extLst>
          </p:cNvPr>
          <p:cNvSpPr>
            <a:spLocks noGrp="1"/>
          </p:cNvSpPr>
          <p:nvPr>
            <p:ph type="body" sz="quarter" idx="27" hasCustomPrompt="1"/>
          </p:nvPr>
        </p:nvSpPr>
        <p:spPr>
          <a:xfrm>
            <a:off x="10101263" y="1758587"/>
            <a:ext cx="1633536" cy="217476"/>
          </a:xfrm>
        </p:spPr>
        <p:txBody>
          <a:bodyPr vert="horz" lIns="0" tIns="0" rIns="0" bIns="0" rtlCol="0">
            <a:noAutofit/>
          </a:bodyPr>
          <a:lstStyle>
            <a:lvl1pPr>
              <a:defRPr lang="en-US" sz="1600" b="1">
                <a:latin typeface="+mj-lt"/>
              </a:defRPr>
            </a:lvl1pPr>
          </a:lstStyle>
          <a:p>
            <a:pPr lvl="0"/>
            <a:r>
              <a:rPr lang="en-US"/>
              <a:t>Body subtitle</a:t>
            </a:r>
          </a:p>
        </p:txBody>
      </p:sp>
      <p:sp>
        <p:nvSpPr>
          <p:cNvPr id="9" name="Text Placeholder Body 3">
            <a:extLst>
              <a:ext uri="{FF2B5EF4-FFF2-40B4-BE49-F238E27FC236}">
                <a16:creationId xmlns:a16="http://schemas.microsoft.com/office/drawing/2014/main" id="{6B52A46E-3260-F849-9C0F-5DB160986C42}"/>
              </a:ext>
            </a:extLst>
          </p:cNvPr>
          <p:cNvSpPr>
            <a:spLocks noGrp="1"/>
          </p:cNvSpPr>
          <p:nvPr>
            <p:ph type="body" sz="quarter" idx="26" hasCustomPrompt="1"/>
          </p:nvPr>
        </p:nvSpPr>
        <p:spPr>
          <a:xfrm>
            <a:off x="10101263" y="2096885"/>
            <a:ext cx="1633536" cy="1544924"/>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Subhead 4">
            <a:extLst>
              <a:ext uri="{FF2B5EF4-FFF2-40B4-BE49-F238E27FC236}">
                <a16:creationId xmlns:a16="http://schemas.microsoft.com/office/drawing/2014/main" id="{D3946EC2-38F5-78CF-2DF0-BBF07E9E6B40}"/>
              </a:ext>
            </a:extLst>
          </p:cNvPr>
          <p:cNvSpPr>
            <a:spLocks noGrp="1"/>
          </p:cNvSpPr>
          <p:nvPr>
            <p:ph type="body" sz="quarter" idx="29" hasCustomPrompt="1"/>
          </p:nvPr>
        </p:nvSpPr>
        <p:spPr>
          <a:xfrm>
            <a:off x="6243639" y="3919386"/>
            <a:ext cx="1633536" cy="217476"/>
          </a:xfrm>
        </p:spPr>
        <p:txBody>
          <a:bodyPr vert="horz" lIns="0" tIns="0" rIns="0" bIns="0" rtlCol="0">
            <a:noAutofit/>
          </a:bodyPr>
          <a:lstStyle>
            <a:lvl1pPr>
              <a:defRPr lang="en-US" sz="1600" b="1">
                <a:latin typeface="+mj-lt"/>
              </a:defRPr>
            </a:lvl1pPr>
          </a:lstStyle>
          <a:p>
            <a:pPr lvl="0"/>
            <a:r>
              <a:rPr lang="en-US"/>
              <a:t>Body subtitle</a:t>
            </a:r>
          </a:p>
        </p:txBody>
      </p:sp>
      <p:sp>
        <p:nvSpPr>
          <p:cNvPr id="11" name="Text Placeholder Body 4">
            <a:extLst>
              <a:ext uri="{FF2B5EF4-FFF2-40B4-BE49-F238E27FC236}">
                <a16:creationId xmlns:a16="http://schemas.microsoft.com/office/drawing/2014/main" id="{3421E364-6AC5-46CA-54BB-2E7C589EC2FB}"/>
              </a:ext>
            </a:extLst>
          </p:cNvPr>
          <p:cNvSpPr>
            <a:spLocks noGrp="1"/>
          </p:cNvSpPr>
          <p:nvPr>
            <p:ph type="body" sz="quarter" idx="28" hasCustomPrompt="1"/>
          </p:nvPr>
        </p:nvSpPr>
        <p:spPr>
          <a:xfrm>
            <a:off x="6243639" y="4257684"/>
            <a:ext cx="1633536" cy="1544924"/>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27" name="Text Placeholder Subhead 5">
            <a:extLst>
              <a:ext uri="{FF2B5EF4-FFF2-40B4-BE49-F238E27FC236}">
                <a16:creationId xmlns:a16="http://schemas.microsoft.com/office/drawing/2014/main" id="{0FBA1A53-4A19-104C-5B3B-94AC2412EA0D}"/>
              </a:ext>
            </a:extLst>
          </p:cNvPr>
          <p:cNvSpPr>
            <a:spLocks noGrp="1"/>
          </p:cNvSpPr>
          <p:nvPr>
            <p:ph type="body" sz="quarter" idx="31" hasCustomPrompt="1"/>
          </p:nvPr>
        </p:nvSpPr>
        <p:spPr>
          <a:xfrm>
            <a:off x="8172452" y="3919386"/>
            <a:ext cx="1633536" cy="217476"/>
          </a:xfrm>
        </p:spPr>
        <p:txBody>
          <a:bodyPr vert="horz" lIns="0" tIns="0" rIns="0" bIns="0" rtlCol="0">
            <a:noAutofit/>
          </a:bodyPr>
          <a:lstStyle>
            <a:lvl1pPr>
              <a:defRPr lang="en-US" sz="1600" b="1">
                <a:latin typeface="+mj-lt"/>
              </a:defRPr>
            </a:lvl1pPr>
          </a:lstStyle>
          <a:p>
            <a:pPr lvl="0"/>
            <a:r>
              <a:rPr lang="en-US"/>
              <a:t>Body subtitle</a:t>
            </a:r>
          </a:p>
        </p:txBody>
      </p:sp>
      <p:sp>
        <p:nvSpPr>
          <p:cNvPr id="13" name="Text Placeholder Body 5">
            <a:extLst>
              <a:ext uri="{FF2B5EF4-FFF2-40B4-BE49-F238E27FC236}">
                <a16:creationId xmlns:a16="http://schemas.microsoft.com/office/drawing/2014/main" id="{262F0E29-8654-ECA5-18B1-DAD3CB560C7B}"/>
              </a:ext>
            </a:extLst>
          </p:cNvPr>
          <p:cNvSpPr>
            <a:spLocks noGrp="1"/>
          </p:cNvSpPr>
          <p:nvPr>
            <p:ph type="body" sz="quarter" idx="30" hasCustomPrompt="1"/>
          </p:nvPr>
        </p:nvSpPr>
        <p:spPr>
          <a:xfrm>
            <a:off x="8172452" y="4257684"/>
            <a:ext cx="1633536" cy="1544924"/>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0" name="Text Placeholder Subhead 6">
            <a:extLst>
              <a:ext uri="{FF2B5EF4-FFF2-40B4-BE49-F238E27FC236}">
                <a16:creationId xmlns:a16="http://schemas.microsoft.com/office/drawing/2014/main" id="{B7B4F202-C8EF-7975-D17F-85E0E8AE4BDC}"/>
              </a:ext>
            </a:extLst>
          </p:cNvPr>
          <p:cNvSpPr>
            <a:spLocks noGrp="1"/>
          </p:cNvSpPr>
          <p:nvPr>
            <p:ph type="body" sz="quarter" idx="33" hasCustomPrompt="1"/>
          </p:nvPr>
        </p:nvSpPr>
        <p:spPr>
          <a:xfrm>
            <a:off x="10101263" y="3919386"/>
            <a:ext cx="1633536" cy="217476"/>
          </a:xfrm>
        </p:spPr>
        <p:txBody>
          <a:bodyPr vert="horz" lIns="0" tIns="0" rIns="0" bIns="0" rtlCol="0">
            <a:noAutofit/>
          </a:bodyPr>
          <a:lstStyle>
            <a:lvl1pPr>
              <a:defRPr lang="en-US" sz="1600" b="1">
                <a:latin typeface="+mj-lt"/>
              </a:defRPr>
            </a:lvl1pPr>
          </a:lstStyle>
          <a:p>
            <a:pPr lvl="0"/>
            <a:r>
              <a:rPr lang="en-US"/>
              <a:t>Body subtitle</a:t>
            </a:r>
          </a:p>
        </p:txBody>
      </p:sp>
      <p:sp>
        <p:nvSpPr>
          <p:cNvPr id="29" name="Text Placeholder Body 6">
            <a:extLst>
              <a:ext uri="{FF2B5EF4-FFF2-40B4-BE49-F238E27FC236}">
                <a16:creationId xmlns:a16="http://schemas.microsoft.com/office/drawing/2014/main" id="{FB60F6A8-DFEB-349C-213B-23B9B7ABC49B}"/>
              </a:ext>
            </a:extLst>
          </p:cNvPr>
          <p:cNvSpPr>
            <a:spLocks noGrp="1"/>
          </p:cNvSpPr>
          <p:nvPr>
            <p:ph type="body" sz="quarter" idx="32" hasCustomPrompt="1"/>
          </p:nvPr>
        </p:nvSpPr>
        <p:spPr>
          <a:xfrm>
            <a:off x="10101263" y="4257684"/>
            <a:ext cx="1633536" cy="1544924"/>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408410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F">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3" name="Footer Placeholder">
            <a:extLst>
              <a:ext uri="{FF2B5EF4-FFF2-40B4-BE49-F238E27FC236}">
                <a16:creationId xmlns:a16="http://schemas.microsoft.com/office/drawing/2014/main" id="{A189DCF0-04FE-7110-FA5B-E473EE0F5487}"/>
              </a:ext>
            </a:extLst>
          </p:cNvPr>
          <p:cNvSpPr>
            <a:spLocks noGrp="1"/>
          </p:cNvSpPr>
          <p:nvPr>
            <p:ph type="ftr" sz="quarter" idx="53"/>
          </p:nvPr>
        </p:nvSpPr>
        <p:spPr/>
        <p:txBody>
          <a:bodyPr/>
          <a:lstStyle/>
          <a:p>
            <a:endParaRPr lang="en-US"/>
          </a:p>
        </p:txBody>
      </p:sp>
      <p:sp>
        <p:nvSpPr>
          <p:cNvPr id="11" name="Title Placeholder">
            <a:extLst>
              <a:ext uri="{FF2B5EF4-FFF2-40B4-BE49-F238E27FC236}">
                <a16:creationId xmlns:a16="http://schemas.microsoft.com/office/drawing/2014/main" id="{8E0EBA0D-2160-4EAA-484C-FEDAEB66653C}"/>
              </a:ext>
            </a:extLst>
          </p:cNvPr>
          <p:cNvSpPr>
            <a:spLocks noGrp="1"/>
          </p:cNvSpPr>
          <p:nvPr>
            <p:ph type="title" hasCustomPrompt="1"/>
          </p:nvPr>
        </p:nvSpPr>
        <p:spPr>
          <a:xfrm>
            <a:off x="457200" y="743671"/>
            <a:ext cx="11278800" cy="393300"/>
          </a:xfrm>
          <a:prstGeom prst="rect">
            <a:avLst/>
          </a:prstGeom>
        </p:spPr>
        <p:txBody>
          <a:bodyPr vert="horz" lIns="0" tIns="0" rIns="0" bIns="0" rtlCol="0" anchor="t">
            <a:noAutofit/>
          </a:bodyPr>
          <a:lstStyle>
            <a:lvl1pPr>
              <a:defRPr sz="3000"/>
            </a:lvl1pPr>
          </a:lstStyle>
          <a:p>
            <a:r>
              <a:rPr lang="en-US"/>
              <a:t>Click to write a slide title that fits in 1 line</a:t>
            </a:r>
          </a:p>
        </p:txBody>
      </p:sp>
      <p:sp>
        <p:nvSpPr>
          <p:cNvPr id="12" name="Text Placeholder Section Title">
            <a:extLst>
              <a:ext uri="{FF2B5EF4-FFF2-40B4-BE49-F238E27FC236}">
                <a16:creationId xmlns:a16="http://schemas.microsoft.com/office/drawing/2014/main" id="{04DFCA9F-55D2-8A8B-4521-6284641C4128}"/>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46" name="Text Placeholder Subtitle">
            <a:extLst>
              <a:ext uri="{FF2B5EF4-FFF2-40B4-BE49-F238E27FC236}">
                <a16:creationId xmlns:a16="http://schemas.microsoft.com/office/drawing/2014/main" id="{64CBA579-76CF-8EA2-BF00-E6605F2EAE64}"/>
              </a:ext>
            </a:extLst>
          </p:cNvPr>
          <p:cNvSpPr>
            <a:spLocks noGrp="1"/>
          </p:cNvSpPr>
          <p:nvPr>
            <p:ph type="body" sz="quarter" idx="13" hasCustomPrompt="1"/>
          </p:nvPr>
        </p:nvSpPr>
        <p:spPr>
          <a:xfrm>
            <a:off x="457199"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48" name="Text Placeholder Subhead 1">
            <a:extLst>
              <a:ext uri="{FF2B5EF4-FFF2-40B4-BE49-F238E27FC236}">
                <a16:creationId xmlns:a16="http://schemas.microsoft.com/office/drawing/2014/main" id="{05E45D0E-FAD1-9C48-3F63-24893ADABB20}"/>
              </a:ext>
            </a:extLst>
          </p:cNvPr>
          <p:cNvSpPr>
            <a:spLocks noGrp="1"/>
          </p:cNvSpPr>
          <p:nvPr>
            <p:ph type="body" sz="quarter" idx="42" hasCustomPrompt="1"/>
          </p:nvPr>
        </p:nvSpPr>
        <p:spPr>
          <a:xfrm>
            <a:off x="457199" y="1758587"/>
            <a:ext cx="1633539"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subtitle</a:t>
            </a:r>
          </a:p>
        </p:txBody>
      </p:sp>
      <p:sp>
        <p:nvSpPr>
          <p:cNvPr id="47" name="Text Placeholder Body 1">
            <a:extLst>
              <a:ext uri="{FF2B5EF4-FFF2-40B4-BE49-F238E27FC236}">
                <a16:creationId xmlns:a16="http://schemas.microsoft.com/office/drawing/2014/main" id="{3EB862C2-5B5F-68DE-BF11-24F5E8E9A295}"/>
              </a:ext>
            </a:extLst>
          </p:cNvPr>
          <p:cNvSpPr>
            <a:spLocks noGrp="1"/>
          </p:cNvSpPr>
          <p:nvPr>
            <p:ph type="body" sz="quarter" idx="41" hasCustomPrompt="1"/>
          </p:nvPr>
        </p:nvSpPr>
        <p:spPr>
          <a:xfrm>
            <a:off x="457199" y="2096885"/>
            <a:ext cx="1633539" cy="1544924"/>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50" name="Text Placeholder Subhead 2">
            <a:extLst>
              <a:ext uri="{FF2B5EF4-FFF2-40B4-BE49-F238E27FC236}">
                <a16:creationId xmlns:a16="http://schemas.microsoft.com/office/drawing/2014/main" id="{DF5B1B65-1A7B-C645-F7D0-DA8769288E53}"/>
              </a:ext>
            </a:extLst>
          </p:cNvPr>
          <p:cNvSpPr>
            <a:spLocks noGrp="1"/>
          </p:cNvSpPr>
          <p:nvPr>
            <p:ph type="body" sz="quarter" idx="44" hasCustomPrompt="1"/>
          </p:nvPr>
        </p:nvSpPr>
        <p:spPr>
          <a:xfrm>
            <a:off x="2384435" y="1758587"/>
            <a:ext cx="1633539" cy="217476"/>
          </a:xfrm>
        </p:spPr>
        <p:txBody>
          <a:bodyPr vert="horz" lIns="0" tIns="0" rIns="0" bIns="0" rtlCol="0">
            <a:noAutofit/>
          </a:bodyPr>
          <a:lstStyle>
            <a:lvl1pPr>
              <a:defRPr lang="en-US" sz="1600" b="1">
                <a:latin typeface="+mj-lt"/>
              </a:defRPr>
            </a:lvl1pPr>
          </a:lstStyle>
          <a:p>
            <a:pPr lvl="0"/>
            <a:r>
              <a:rPr lang="en-US"/>
              <a:t>Body subtitle</a:t>
            </a:r>
          </a:p>
        </p:txBody>
      </p:sp>
      <p:sp>
        <p:nvSpPr>
          <p:cNvPr id="49" name="Text Placeholder Body 2">
            <a:extLst>
              <a:ext uri="{FF2B5EF4-FFF2-40B4-BE49-F238E27FC236}">
                <a16:creationId xmlns:a16="http://schemas.microsoft.com/office/drawing/2014/main" id="{BB0A18CE-5619-177C-1C35-C22227BECDE0}"/>
              </a:ext>
            </a:extLst>
          </p:cNvPr>
          <p:cNvSpPr>
            <a:spLocks noGrp="1"/>
          </p:cNvSpPr>
          <p:nvPr>
            <p:ph type="body" sz="quarter" idx="43" hasCustomPrompt="1"/>
          </p:nvPr>
        </p:nvSpPr>
        <p:spPr>
          <a:xfrm>
            <a:off x="2384435" y="2096885"/>
            <a:ext cx="1633539" cy="1544924"/>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52" name="Text Placeholder Subhead 3">
            <a:extLst>
              <a:ext uri="{FF2B5EF4-FFF2-40B4-BE49-F238E27FC236}">
                <a16:creationId xmlns:a16="http://schemas.microsoft.com/office/drawing/2014/main" id="{893D1B72-FFB4-2FBE-A855-2EB4D506D194}"/>
              </a:ext>
            </a:extLst>
          </p:cNvPr>
          <p:cNvSpPr>
            <a:spLocks noGrp="1"/>
          </p:cNvSpPr>
          <p:nvPr>
            <p:ph type="body" sz="quarter" idx="46" hasCustomPrompt="1"/>
          </p:nvPr>
        </p:nvSpPr>
        <p:spPr>
          <a:xfrm>
            <a:off x="4314825" y="1758587"/>
            <a:ext cx="1633539" cy="217476"/>
          </a:xfrm>
        </p:spPr>
        <p:txBody>
          <a:bodyPr vert="horz" lIns="0" tIns="0" rIns="0" bIns="0" rtlCol="0">
            <a:noAutofit/>
          </a:bodyPr>
          <a:lstStyle>
            <a:lvl1pPr>
              <a:defRPr lang="en-US" sz="1600" b="1">
                <a:latin typeface="+mj-lt"/>
              </a:defRPr>
            </a:lvl1pPr>
          </a:lstStyle>
          <a:p>
            <a:pPr lvl="0"/>
            <a:r>
              <a:rPr lang="en-US"/>
              <a:t>Body subtitle</a:t>
            </a:r>
          </a:p>
        </p:txBody>
      </p:sp>
      <p:sp>
        <p:nvSpPr>
          <p:cNvPr id="51" name="Text Placeholder Body 3">
            <a:extLst>
              <a:ext uri="{FF2B5EF4-FFF2-40B4-BE49-F238E27FC236}">
                <a16:creationId xmlns:a16="http://schemas.microsoft.com/office/drawing/2014/main" id="{363796DF-FF84-E6DC-2CA6-3E8D06C8B58B}"/>
              </a:ext>
            </a:extLst>
          </p:cNvPr>
          <p:cNvSpPr>
            <a:spLocks noGrp="1"/>
          </p:cNvSpPr>
          <p:nvPr>
            <p:ph type="body" sz="quarter" idx="45" hasCustomPrompt="1"/>
          </p:nvPr>
        </p:nvSpPr>
        <p:spPr>
          <a:xfrm>
            <a:off x="4314825" y="2096885"/>
            <a:ext cx="1633539" cy="1544924"/>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27" name="Text Placeholder Subhead 4">
            <a:extLst>
              <a:ext uri="{FF2B5EF4-FFF2-40B4-BE49-F238E27FC236}">
                <a16:creationId xmlns:a16="http://schemas.microsoft.com/office/drawing/2014/main" id="{40A490C7-CC7B-8F06-D77F-0E5787298F69}"/>
              </a:ext>
            </a:extLst>
          </p:cNvPr>
          <p:cNvSpPr>
            <a:spLocks noGrp="1"/>
          </p:cNvSpPr>
          <p:nvPr>
            <p:ph type="body" sz="quarter" idx="23" hasCustomPrompt="1"/>
          </p:nvPr>
        </p:nvSpPr>
        <p:spPr>
          <a:xfrm>
            <a:off x="6243638" y="1758587"/>
            <a:ext cx="1633539"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subtitle</a:t>
            </a:r>
          </a:p>
        </p:txBody>
      </p:sp>
      <p:sp>
        <p:nvSpPr>
          <p:cNvPr id="26" name="Text Placeholder Body 4">
            <a:extLst>
              <a:ext uri="{FF2B5EF4-FFF2-40B4-BE49-F238E27FC236}">
                <a16:creationId xmlns:a16="http://schemas.microsoft.com/office/drawing/2014/main" id="{0FC5BBB7-042E-6709-3DDD-753ACC0C9D48}"/>
              </a:ext>
            </a:extLst>
          </p:cNvPr>
          <p:cNvSpPr>
            <a:spLocks noGrp="1"/>
          </p:cNvSpPr>
          <p:nvPr>
            <p:ph type="body" sz="quarter" idx="22" hasCustomPrompt="1"/>
          </p:nvPr>
        </p:nvSpPr>
        <p:spPr>
          <a:xfrm>
            <a:off x="6243638" y="2096885"/>
            <a:ext cx="1633539" cy="1544924"/>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29" name="Text Placeholder Subhead 5">
            <a:extLst>
              <a:ext uri="{FF2B5EF4-FFF2-40B4-BE49-F238E27FC236}">
                <a16:creationId xmlns:a16="http://schemas.microsoft.com/office/drawing/2014/main" id="{9A53B5F2-EBB6-5CE9-7B3A-CEE19704B19C}"/>
              </a:ext>
            </a:extLst>
          </p:cNvPr>
          <p:cNvSpPr>
            <a:spLocks noGrp="1"/>
          </p:cNvSpPr>
          <p:nvPr>
            <p:ph type="body" sz="quarter" idx="25" hasCustomPrompt="1"/>
          </p:nvPr>
        </p:nvSpPr>
        <p:spPr>
          <a:xfrm>
            <a:off x="8172451" y="1758587"/>
            <a:ext cx="1633539" cy="217476"/>
          </a:xfrm>
        </p:spPr>
        <p:txBody>
          <a:bodyPr vert="horz" lIns="0" tIns="0" rIns="0" bIns="0" rtlCol="0">
            <a:noAutofit/>
          </a:bodyPr>
          <a:lstStyle>
            <a:lvl1pPr>
              <a:defRPr lang="en-US" sz="1600" b="1">
                <a:latin typeface="+mj-lt"/>
              </a:defRPr>
            </a:lvl1pPr>
          </a:lstStyle>
          <a:p>
            <a:pPr lvl="0"/>
            <a:r>
              <a:rPr lang="en-US"/>
              <a:t>Body subtitle</a:t>
            </a:r>
          </a:p>
        </p:txBody>
      </p:sp>
      <p:sp>
        <p:nvSpPr>
          <p:cNvPr id="28" name="Text Placeholder Body 5">
            <a:extLst>
              <a:ext uri="{FF2B5EF4-FFF2-40B4-BE49-F238E27FC236}">
                <a16:creationId xmlns:a16="http://schemas.microsoft.com/office/drawing/2014/main" id="{5254FDF7-4630-8CC2-C032-EE8877C4A844}"/>
              </a:ext>
            </a:extLst>
          </p:cNvPr>
          <p:cNvSpPr>
            <a:spLocks noGrp="1"/>
          </p:cNvSpPr>
          <p:nvPr>
            <p:ph type="body" sz="quarter" idx="24" hasCustomPrompt="1"/>
          </p:nvPr>
        </p:nvSpPr>
        <p:spPr>
          <a:xfrm>
            <a:off x="8172451" y="2096885"/>
            <a:ext cx="1633539" cy="1544924"/>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Subhead 6">
            <a:extLst>
              <a:ext uri="{FF2B5EF4-FFF2-40B4-BE49-F238E27FC236}">
                <a16:creationId xmlns:a16="http://schemas.microsoft.com/office/drawing/2014/main" id="{4E0BC98E-D36F-1C01-A8D9-930B3FD81ACC}"/>
              </a:ext>
            </a:extLst>
          </p:cNvPr>
          <p:cNvSpPr>
            <a:spLocks noGrp="1"/>
          </p:cNvSpPr>
          <p:nvPr>
            <p:ph type="body" sz="quarter" idx="27" hasCustomPrompt="1"/>
          </p:nvPr>
        </p:nvSpPr>
        <p:spPr>
          <a:xfrm>
            <a:off x="10101264" y="1758587"/>
            <a:ext cx="1633539" cy="217476"/>
          </a:xfrm>
        </p:spPr>
        <p:txBody>
          <a:bodyPr vert="horz" lIns="0" tIns="0" rIns="0" bIns="0" rtlCol="0">
            <a:noAutofit/>
          </a:bodyPr>
          <a:lstStyle>
            <a:lvl1pPr>
              <a:defRPr lang="en-US" sz="1600" b="1">
                <a:latin typeface="+mj-lt"/>
              </a:defRPr>
            </a:lvl1pPr>
          </a:lstStyle>
          <a:p>
            <a:pPr lvl="0"/>
            <a:r>
              <a:rPr lang="en-US"/>
              <a:t>Body subtitle</a:t>
            </a:r>
          </a:p>
        </p:txBody>
      </p:sp>
      <p:sp>
        <p:nvSpPr>
          <p:cNvPr id="30" name="Text Placeholder Body 6">
            <a:extLst>
              <a:ext uri="{FF2B5EF4-FFF2-40B4-BE49-F238E27FC236}">
                <a16:creationId xmlns:a16="http://schemas.microsoft.com/office/drawing/2014/main" id="{197CBA45-70A9-A0BD-21BD-B0A0503C4895}"/>
              </a:ext>
            </a:extLst>
          </p:cNvPr>
          <p:cNvSpPr>
            <a:spLocks noGrp="1"/>
          </p:cNvSpPr>
          <p:nvPr>
            <p:ph type="body" sz="quarter" idx="26" hasCustomPrompt="1"/>
          </p:nvPr>
        </p:nvSpPr>
        <p:spPr>
          <a:xfrm>
            <a:off x="10101264" y="2096885"/>
            <a:ext cx="1633539" cy="1544924"/>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54" name="Text Placeholder Subhead 7">
            <a:extLst>
              <a:ext uri="{FF2B5EF4-FFF2-40B4-BE49-F238E27FC236}">
                <a16:creationId xmlns:a16="http://schemas.microsoft.com/office/drawing/2014/main" id="{AFA46116-7C2C-7633-DF4F-B58BA6DE2F19}"/>
              </a:ext>
            </a:extLst>
          </p:cNvPr>
          <p:cNvSpPr>
            <a:spLocks noGrp="1"/>
          </p:cNvSpPr>
          <p:nvPr>
            <p:ph type="body" sz="quarter" idx="48" hasCustomPrompt="1"/>
          </p:nvPr>
        </p:nvSpPr>
        <p:spPr>
          <a:xfrm>
            <a:off x="457199" y="3919386"/>
            <a:ext cx="1633539" cy="217476"/>
          </a:xfrm>
        </p:spPr>
        <p:txBody>
          <a:bodyPr vert="horz" lIns="0" tIns="0" rIns="0" bIns="0" rtlCol="0">
            <a:noAutofit/>
          </a:bodyPr>
          <a:lstStyle>
            <a:lvl1pPr>
              <a:defRPr lang="en-US" sz="1600" b="1">
                <a:latin typeface="+mj-lt"/>
              </a:defRPr>
            </a:lvl1pPr>
          </a:lstStyle>
          <a:p>
            <a:pPr lvl="0"/>
            <a:r>
              <a:rPr lang="en-US"/>
              <a:t>Body subtitle</a:t>
            </a:r>
          </a:p>
        </p:txBody>
      </p:sp>
      <p:sp>
        <p:nvSpPr>
          <p:cNvPr id="53" name="Text Placeholder Body 7">
            <a:extLst>
              <a:ext uri="{FF2B5EF4-FFF2-40B4-BE49-F238E27FC236}">
                <a16:creationId xmlns:a16="http://schemas.microsoft.com/office/drawing/2014/main" id="{8D7183CB-D173-A589-589C-442075BF000B}"/>
              </a:ext>
            </a:extLst>
          </p:cNvPr>
          <p:cNvSpPr>
            <a:spLocks noGrp="1"/>
          </p:cNvSpPr>
          <p:nvPr>
            <p:ph type="body" sz="quarter" idx="47" hasCustomPrompt="1"/>
          </p:nvPr>
        </p:nvSpPr>
        <p:spPr>
          <a:xfrm>
            <a:off x="457199" y="4257684"/>
            <a:ext cx="1633539" cy="1544924"/>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56" name="Text Placeholder Subhead 8">
            <a:extLst>
              <a:ext uri="{FF2B5EF4-FFF2-40B4-BE49-F238E27FC236}">
                <a16:creationId xmlns:a16="http://schemas.microsoft.com/office/drawing/2014/main" id="{3DC74516-2172-D2A5-7D88-312920125BFC}"/>
              </a:ext>
            </a:extLst>
          </p:cNvPr>
          <p:cNvSpPr>
            <a:spLocks noGrp="1"/>
          </p:cNvSpPr>
          <p:nvPr>
            <p:ph type="body" sz="quarter" idx="50" hasCustomPrompt="1"/>
          </p:nvPr>
        </p:nvSpPr>
        <p:spPr>
          <a:xfrm>
            <a:off x="2384435" y="3919386"/>
            <a:ext cx="1633539" cy="217476"/>
          </a:xfrm>
        </p:spPr>
        <p:txBody>
          <a:bodyPr vert="horz" lIns="0" tIns="0" rIns="0" bIns="0" rtlCol="0">
            <a:noAutofit/>
          </a:bodyPr>
          <a:lstStyle>
            <a:lvl1pPr>
              <a:defRPr lang="en-US" sz="1600" b="1">
                <a:latin typeface="+mj-lt"/>
              </a:defRPr>
            </a:lvl1pPr>
          </a:lstStyle>
          <a:p>
            <a:pPr lvl="0"/>
            <a:r>
              <a:rPr lang="en-US"/>
              <a:t>Body subtitle</a:t>
            </a:r>
          </a:p>
        </p:txBody>
      </p:sp>
      <p:sp>
        <p:nvSpPr>
          <p:cNvPr id="55" name="Text Placeholder Body 8">
            <a:extLst>
              <a:ext uri="{FF2B5EF4-FFF2-40B4-BE49-F238E27FC236}">
                <a16:creationId xmlns:a16="http://schemas.microsoft.com/office/drawing/2014/main" id="{186263C1-4672-42EA-2413-445735BE57E7}"/>
              </a:ext>
            </a:extLst>
          </p:cNvPr>
          <p:cNvSpPr>
            <a:spLocks noGrp="1"/>
          </p:cNvSpPr>
          <p:nvPr>
            <p:ph type="body" sz="quarter" idx="49" hasCustomPrompt="1"/>
          </p:nvPr>
        </p:nvSpPr>
        <p:spPr>
          <a:xfrm>
            <a:off x="2384435" y="4257684"/>
            <a:ext cx="1633539" cy="1544924"/>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58" name="Text Placeholder Subhead 9">
            <a:extLst>
              <a:ext uri="{FF2B5EF4-FFF2-40B4-BE49-F238E27FC236}">
                <a16:creationId xmlns:a16="http://schemas.microsoft.com/office/drawing/2014/main" id="{C71007DD-1C4E-04E8-2DD2-2C9EAE00FF19}"/>
              </a:ext>
            </a:extLst>
          </p:cNvPr>
          <p:cNvSpPr>
            <a:spLocks noGrp="1"/>
          </p:cNvSpPr>
          <p:nvPr>
            <p:ph type="body" sz="quarter" idx="52" hasCustomPrompt="1"/>
          </p:nvPr>
        </p:nvSpPr>
        <p:spPr>
          <a:xfrm>
            <a:off x="4314825" y="3919386"/>
            <a:ext cx="1633539" cy="217476"/>
          </a:xfrm>
        </p:spPr>
        <p:txBody>
          <a:bodyPr vert="horz" lIns="0" tIns="0" rIns="0" bIns="0" rtlCol="0">
            <a:noAutofit/>
          </a:bodyPr>
          <a:lstStyle>
            <a:lvl1pPr>
              <a:defRPr lang="en-US" sz="1600" b="1">
                <a:latin typeface="+mj-lt"/>
              </a:defRPr>
            </a:lvl1pPr>
          </a:lstStyle>
          <a:p>
            <a:pPr lvl="0"/>
            <a:r>
              <a:rPr lang="en-US"/>
              <a:t>Body subtitle</a:t>
            </a:r>
          </a:p>
        </p:txBody>
      </p:sp>
      <p:sp>
        <p:nvSpPr>
          <p:cNvPr id="57" name="Text Placeholder Body 9">
            <a:extLst>
              <a:ext uri="{FF2B5EF4-FFF2-40B4-BE49-F238E27FC236}">
                <a16:creationId xmlns:a16="http://schemas.microsoft.com/office/drawing/2014/main" id="{8AF842DA-B357-EB33-892E-A8A351D1AD66}"/>
              </a:ext>
            </a:extLst>
          </p:cNvPr>
          <p:cNvSpPr>
            <a:spLocks noGrp="1"/>
          </p:cNvSpPr>
          <p:nvPr>
            <p:ph type="body" sz="quarter" idx="51" hasCustomPrompt="1"/>
          </p:nvPr>
        </p:nvSpPr>
        <p:spPr>
          <a:xfrm>
            <a:off x="4314825" y="4257684"/>
            <a:ext cx="1633539" cy="1544924"/>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Subhead 10">
            <a:extLst>
              <a:ext uri="{FF2B5EF4-FFF2-40B4-BE49-F238E27FC236}">
                <a16:creationId xmlns:a16="http://schemas.microsoft.com/office/drawing/2014/main" id="{8E484D84-132E-71EF-0A5C-1B713AD00002}"/>
              </a:ext>
            </a:extLst>
          </p:cNvPr>
          <p:cNvSpPr>
            <a:spLocks noGrp="1"/>
          </p:cNvSpPr>
          <p:nvPr>
            <p:ph type="body" sz="quarter" idx="29" hasCustomPrompt="1"/>
          </p:nvPr>
        </p:nvSpPr>
        <p:spPr>
          <a:xfrm>
            <a:off x="6243638" y="3919386"/>
            <a:ext cx="1633539" cy="217476"/>
          </a:xfrm>
        </p:spPr>
        <p:txBody>
          <a:bodyPr vert="horz" lIns="0" tIns="0" rIns="0" bIns="0" rtlCol="0">
            <a:noAutofit/>
          </a:bodyPr>
          <a:lstStyle>
            <a:lvl1pPr>
              <a:defRPr lang="en-US" sz="1600" b="1">
                <a:latin typeface="+mj-lt"/>
              </a:defRPr>
            </a:lvl1pPr>
          </a:lstStyle>
          <a:p>
            <a:pPr lvl="0"/>
            <a:r>
              <a:rPr lang="en-US"/>
              <a:t>Body subtitle</a:t>
            </a:r>
          </a:p>
        </p:txBody>
      </p:sp>
      <p:sp>
        <p:nvSpPr>
          <p:cNvPr id="32" name="Text Placeholder Body 10">
            <a:extLst>
              <a:ext uri="{FF2B5EF4-FFF2-40B4-BE49-F238E27FC236}">
                <a16:creationId xmlns:a16="http://schemas.microsoft.com/office/drawing/2014/main" id="{9A4A6DC2-0154-7415-E980-C05AA6062A27}"/>
              </a:ext>
            </a:extLst>
          </p:cNvPr>
          <p:cNvSpPr>
            <a:spLocks noGrp="1"/>
          </p:cNvSpPr>
          <p:nvPr>
            <p:ph type="body" sz="quarter" idx="28" hasCustomPrompt="1"/>
          </p:nvPr>
        </p:nvSpPr>
        <p:spPr>
          <a:xfrm>
            <a:off x="6243638" y="4257684"/>
            <a:ext cx="1633539" cy="1544924"/>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Subhead 11">
            <a:extLst>
              <a:ext uri="{FF2B5EF4-FFF2-40B4-BE49-F238E27FC236}">
                <a16:creationId xmlns:a16="http://schemas.microsoft.com/office/drawing/2014/main" id="{0CC5B1D5-3C25-E672-0317-41553EE697F8}"/>
              </a:ext>
            </a:extLst>
          </p:cNvPr>
          <p:cNvSpPr>
            <a:spLocks noGrp="1"/>
          </p:cNvSpPr>
          <p:nvPr>
            <p:ph type="body" sz="quarter" idx="31" hasCustomPrompt="1"/>
          </p:nvPr>
        </p:nvSpPr>
        <p:spPr>
          <a:xfrm>
            <a:off x="8172451" y="3919386"/>
            <a:ext cx="1633539" cy="217476"/>
          </a:xfrm>
        </p:spPr>
        <p:txBody>
          <a:bodyPr vert="horz" lIns="0" tIns="0" rIns="0" bIns="0" rtlCol="0">
            <a:noAutofit/>
          </a:bodyPr>
          <a:lstStyle>
            <a:lvl1pPr>
              <a:defRPr lang="en-US" sz="1600" b="1">
                <a:latin typeface="+mj-lt"/>
              </a:defRPr>
            </a:lvl1pPr>
          </a:lstStyle>
          <a:p>
            <a:pPr lvl="0"/>
            <a:r>
              <a:rPr lang="en-US"/>
              <a:t>Body subtitle</a:t>
            </a:r>
          </a:p>
        </p:txBody>
      </p:sp>
      <p:sp>
        <p:nvSpPr>
          <p:cNvPr id="34" name="Text Placeholder Body 11">
            <a:extLst>
              <a:ext uri="{FF2B5EF4-FFF2-40B4-BE49-F238E27FC236}">
                <a16:creationId xmlns:a16="http://schemas.microsoft.com/office/drawing/2014/main" id="{5CBE3926-059E-5097-032A-D392DBF3A562}"/>
              </a:ext>
            </a:extLst>
          </p:cNvPr>
          <p:cNvSpPr>
            <a:spLocks noGrp="1"/>
          </p:cNvSpPr>
          <p:nvPr>
            <p:ph type="body" sz="quarter" idx="30" hasCustomPrompt="1"/>
          </p:nvPr>
        </p:nvSpPr>
        <p:spPr>
          <a:xfrm>
            <a:off x="8172451" y="4257684"/>
            <a:ext cx="1633539" cy="1544924"/>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45" name="Text Placeholder Subhead 12">
            <a:extLst>
              <a:ext uri="{FF2B5EF4-FFF2-40B4-BE49-F238E27FC236}">
                <a16:creationId xmlns:a16="http://schemas.microsoft.com/office/drawing/2014/main" id="{24BC0FFA-90C9-DDA9-CEBD-38376F36EF67}"/>
              </a:ext>
            </a:extLst>
          </p:cNvPr>
          <p:cNvSpPr>
            <a:spLocks noGrp="1"/>
          </p:cNvSpPr>
          <p:nvPr>
            <p:ph type="body" sz="quarter" idx="33" hasCustomPrompt="1"/>
          </p:nvPr>
        </p:nvSpPr>
        <p:spPr>
          <a:xfrm>
            <a:off x="10101264" y="3919386"/>
            <a:ext cx="1633539" cy="217476"/>
          </a:xfrm>
        </p:spPr>
        <p:txBody>
          <a:bodyPr vert="horz" lIns="0" tIns="0" rIns="0" bIns="0" rtlCol="0">
            <a:noAutofit/>
          </a:bodyPr>
          <a:lstStyle>
            <a:lvl1pPr>
              <a:defRPr lang="en-US" sz="1600" b="1">
                <a:latin typeface="+mj-lt"/>
              </a:defRPr>
            </a:lvl1pPr>
          </a:lstStyle>
          <a:p>
            <a:pPr lvl="0"/>
            <a:r>
              <a:rPr lang="en-US"/>
              <a:t>Body subtitle</a:t>
            </a:r>
          </a:p>
        </p:txBody>
      </p:sp>
      <p:sp>
        <p:nvSpPr>
          <p:cNvPr id="36" name="Text Placeholder Body 12">
            <a:extLst>
              <a:ext uri="{FF2B5EF4-FFF2-40B4-BE49-F238E27FC236}">
                <a16:creationId xmlns:a16="http://schemas.microsoft.com/office/drawing/2014/main" id="{2AD0E6F5-6EE4-9AD4-5A3A-5E0CCBD95D73}"/>
              </a:ext>
            </a:extLst>
          </p:cNvPr>
          <p:cNvSpPr>
            <a:spLocks noGrp="1"/>
          </p:cNvSpPr>
          <p:nvPr>
            <p:ph type="body" sz="quarter" idx="32" hasCustomPrompt="1"/>
          </p:nvPr>
        </p:nvSpPr>
        <p:spPr>
          <a:xfrm>
            <a:off x="10101264" y="4257684"/>
            <a:ext cx="1633539" cy="1544924"/>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2997567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G">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4" name="Footer Placeholder">
            <a:extLst>
              <a:ext uri="{FF2B5EF4-FFF2-40B4-BE49-F238E27FC236}">
                <a16:creationId xmlns:a16="http://schemas.microsoft.com/office/drawing/2014/main" id="{2C2F812E-CC73-A441-8A91-4D97340C8AFE}"/>
              </a:ext>
            </a:extLst>
          </p:cNvPr>
          <p:cNvSpPr>
            <a:spLocks noGrp="1"/>
          </p:cNvSpPr>
          <p:nvPr>
            <p:ph type="ftr" sz="quarter" idx="22"/>
          </p:nvPr>
        </p:nvSpPr>
        <p:spPr/>
        <p:txBody>
          <a:bodyPr/>
          <a:lstStyle/>
          <a:p>
            <a:endParaRPr lang="en-US"/>
          </a:p>
        </p:txBody>
      </p:sp>
      <p:sp>
        <p:nvSpPr>
          <p:cNvPr id="12" name="Text Placeholder Section Title">
            <a:extLst>
              <a:ext uri="{FF2B5EF4-FFF2-40B4-BE49-F238E27FC236}">
                <a16:creationId xmlns:a16="http://schemas.microsoft.com/office/drawing/2014/main" id="{0E1EA1C5-4F42-4B9F-176F-574F81B60FDE}"/>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11" name="Title Placeholder">
            <a:extLst>
              <a:ext uri="{FF2B5EF4-FFF2-40B4-BE49-F238E27FC236}">
                <a16:creationId xmlns:a16="http://schemas.microsoft.com/office/drawing/2014/main" id="{FACDE84F-7286-AC50-DFD3-1E8D43C30BB8}"/>
              </a:ext>
            </a:extLst>
          </p:cNvPr>
          <p:cNvSpPr>
            <a:spLocks noGrp="1"/>
          </p:cNvSpPr>
          <p:nvPr>
            <p:ph type="title" hasCustomPrompt="1"/>
          </p:nvPr>
        </p:nvSpPr>
        <p:spPr>
          <a:xfrm>
            <a:off x="457200" y="743671"/>
            <a:ext cx="11278800" cy="393300"/>
          </a:xfrm>
          <a:prstGeom prst="rect">
            <a:avLst/>
          </a:prstGeom>
        </p:spPr>
        <p:txBody>
          <a:bodyPr vert="horz" lIns="0" tIns="0" rIns="0" bIns="0" rtlCol="0" anchor="t">
            <a:noAutofit/>
          </a:bodyPr>
          <a:lstStyle>
            <a:lvl1pPr>
              <a:defRPr sz="3000"/>
            </a:lvl1pPr>
          </a:lstStyle>
          <a:p>
            <a:r>
              <a:rPr lang="en-US"/>
              <a:t>Click to write a slide title that fits in 1 line</a:t>
            </a:r>
          </a:p>
        </p:txBody>
      </p:sp>
      <p:sp>
        <p:nvSpPr>
          <p:cNvPr id="16" name="Text Placeholder Subtitle">
            <a:extLst>
              <a:ext uri="{FF2B5EF4-FFF2-40B4-BE49-F238E27FC236}">
                <a16:creationId xmlns:a16="http://schemas.microsoft.com/office/drawing/2014/main" id="{B33FC74B-CF3D-ABDB-8445-AA036B3E9FAA}"/>
              </a:ext>
            </a:extLst>
          </p:cNvPr>
          <p:cNvSpPr>
            <a:spLocks noGrp="1"/>
          </p:cNvSpPr>
          <p:nvPr>
            <p:ph type="body" sz="quarter" idx="13" hasCustomPrompt="1"/>
          </p:nvPr>
        </p:nvSpPr>
        <p:spPr>
          <a:xfrm>
            <a:off x="457199"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9" name="Text Placeholder Subhead 1">
            <a:extLst>
              <a:ext uri="{FF2B5EF4-FFF2-40B4-BE49-F238E27FC236}">
                <a16:creationId xmlns:a16="http://schemas.microsoft.com/office/drawing/2014/main" id="{D79D6C8B-3EC9-05CE-50E2-A49CC8B27ED5}"/>
              </a:ext>
            </a:extLst>
          </p:cNvPr>
          <p:cNvSpPr>
            <a:spLocks noGrp="1"/>
          </p:cNvSpPr>
          <p:nvPr>
            <p:ph type="body" sz="quarter" idx="17" hasCustomPrompt="1"/>
          </p:nvPr>
        </p:nvSpPr>
        <p:spPr>
          <a:xfrm>
            <a:off x="457200" y="1760400"/>
            <a:ext cx="3562350"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that fits in one line</a:t>
            </a:r>
          </a:p>
        </p:txBody>
      </p:sp>
      <p:sp>
        <p:nvSpPr>
          <p:cNvPr id="3" name="Text Placeholder Body 1">
            <a:extLst>
              <a:ext uri="{FF2B5EF4-FFF2-40B4-BE49-F238E27FC236}">
                <a16:creationId xmlns:a16="http://schemas.microsoft.com/office/drawing/2014/main" id="{E6E9789E-133F-A211-8758-2396EF431F25}"/>
              </a:ext>
            </a:extLst>
          </p:cNvPr>
          <p:cNvSpPr>
            <a:spLocks noGrp="1"/>
          </p:cNvSpPr>
          <p:nvPr>
            <p:ph type="body" sz="quarter" idx="15" hasCustomPrompt="1"/>
          </p:nvPr>
        </p:nvSpPr>
        <p:spPr>
          <a:xfrm>
            <a:off x="457200" y="2098800"/>
            <a:ext cx="3562350" cy="3706687"/>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0" name="Text Placeholder Subhead 2">
            <a:extLst>
              <a:ext uri="{FF2B5EF4-FFF2-40B4-BE49-F238E27FC236}">
                <a16:creationId xmlns:a16="http://schemas.microsoft.com/office/drawing/2014/main" id="{4D15D9AA-E85E-CE54-8231-BE7F802F8B59}"/>
              </a:ext>
            </a:extLst>
          </p:cNvPr>
          <p:cNvSpPr>
            <a:spLocks noGrp="1"/>
          </p:cNvSpPr>
          <p:nvPr>
            <p:ph type="body" sz="quarter" idx="19" hasCustomPrompt="1"/>
          </p:nvPr>
        </p:nvSpPr>
        <p:spPr>
          <a:xfrm>
            <a:off x="4314825" y="1760400"/>
            <a:ext cx="3562350"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that fits in one line</a:t>
            </a:r>
          </a:p>
        </p:txBody>
      </p:sp>
      <p:sp>
        <p:nvSpPr>
          <p:cNvPr id="5" name="Text Placeholder Body 2">
            <a:extLst>
              <a:ext uri="{FF2B5EF4-FFF2-40B4-BE49-F238E27FC236}">
                <a16:creationId xmlns:a16="http://schemas.microsoft.com/office/drawing/2014/main" id="{C9BDFBF2-77EA-F8A5-9AC1-EAEA56E90E38}"/>
              </a:ext>
            </a:extLst>
          </p:cNvPr>
          <p:cNvSpPr>
            <a:spLocks noGrp="1"/>
          </p:cNvSpPr>
          <p:nvPr>
            <p:ph type="body" sz="quarter" idx="18" hasCustomPrompt="1"/>
          </p:nvPr>
        </p:nvSpPr>
        <p:spPr>
          <a:xfrm>
            <a:off x="4314825" y="2098800"/>
            <a:ext cx="3562350" cy="3706687"/>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4" name="Text Placeholder Subhead 3">
            <a:extLst>
              <a:ext uri="{FF2B5EF4-FFF2-40B4-BE49-F238E27FC236}">
                <a16:creationId xmlns:a16="http://schemas.microsoft.com/office/drawing/2014/main" id="{847CBC9A-67EF-7E8B-FCAE-4BA2369122EE}"/>
              </a:ext>
            </a:extLst>
          </p:cNvPr>
          <p:cNvSpPr>
            <a:spLocks noGrp="1"/>
          </p:cNvSpPr>
          <p:nvPr>
            <p:ph type="body" sz="quarter" idx="21" hasCustomPrompt="1"/>
          </p:nvPr>
        </p:nvSpPr>
        <p:spPr>
          <a:xfrm>
            <a:off x="8172450" y="1760400"/>
            <a:ext cx="3562350"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that fits in one line</a:t>
            </a:r>
          </a:p>
        </p:txBody>
      </p:sp>
      <p:sp>
        <p:nvSpPr>
          <p:cNvPr id="13" name="Text Placeholder Body 3">
            <a:extLst>
              <a:ext uri="{FF2B5EF4-FFF2-40B4-BE49-F238E27FC236}">
                <a16:creationId xmlns:a16="http://schemas.microsoft.com/office/drawing/2014/main" id="{2E5AD560-532D-C293-3A5B-C1D8DC86D199}"/>
              </a:ext>
            </a:extLst>
          </p:cNvPr>
          <p:cNvSpPr>
            <a:spLocks noGrp="1"/>
          </p:cNvSpPr>
          <p:nvPr>
            <p:ph type="body" sz="quarter" idx="20" hasCustomPrompt="1"/>
          </p:nvPr>
        </p:nvSpPr>
        <p:spPr>
          <a:xfrm>
            <a:off x="8172450" y="2098800"/>
            <a:ext cx="3562350" cy="3706687"/>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3348594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H">
    <p:spTree>
      <p:nvGrpSpPr>
        <p:cNvPr id="1" name=""/>
        <p:cNvGrpSpPr/>
        <p:nvPr/>
      </p:nvGrpSpPr>
      <p:grpSpPr>
        <a:xfrm>
          <a:off x="0" y="0"/>
          <a:ext cx="0" cy="0"/>
          <a:chOff x="0" y="0"/>
          <a:chExt cx="0" cy="0"/>
        </a:xfrm>
      </p:grpSpPr>
      <p:sp>
        <p:nvSpPr>
          <p:cNvPr id="5" name="Picture Placeholder">
            <a:extLst>
              <a:ext uri="{FF2B5EF4-FFF2-40B4-BE49-F238E27FC236}">
                <a16:creationId xmlns:a16="http://schemas.microsoft.com/office/drawing/2014/main" id="{1411EF45-CE65-4A79-C73D-3FDEB40BFC77}"/>
              </a:ext>
            </a:extLst>
          </p:cNvPr>
          <p:cNvSpPr>
            <a:spLocks noGrp="1" noRot="1" noMove="1" noResize="1" noEditPoints="1" noAdjustHandles="1" noChangeArrowheads="1" noChangeShapeType="1"/>
          </p:cNvSpPr>
          <p:nvPr>
            <p:ph type="pic" sz="quarter" idx="16"/>
          </p:nvPr>
        </p:nvSpPr>
        <p:spPr>
          <a:xfrm>
            <a:off x="464958" y="1793876"/>
            <a:ext cx="5483405" cy="4011612"/>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4" name="Footer Placeholder">
            <a:extLst>
              <a:ext uri="{FF2B5EF4-FFF2-40B4-BE49-F238E27FC236}">
                <a16:creationId xmlns:a16="http://schemas.microsoft.com/office/drawing/2014/main" id="{248E67AC-9672-5888-385A-39D58004A786}"/>
              </a:ext>
            </a:extLst>
          </p:cNvPr>
          <p:cNvSpPr>
            <a:spLocks noGrp="1"/>
          </p:cNvSpPr>
          <p:nvPr>
            <p:ph type="ftr" sz="quarter" idx="24"/>
          </p:nvPr>
        </p:nvSpPr>
        <p:spPr/>
        <p:txBody>
          <a:bodyPr/>
          <a:lstStyle/>
          <a:p>
            <a:endParaRPr lang="en-US"/>
          </a:p>
        </p:txBody>
      </p:sp>
      <p:sp>
        <p:nvSpPr>
          <p:cNvPr id="12" name="Text Placeholder Section Title">
            <a:extLst>
              <a:ext uri="{FF2B5EF4-FFF2-40B4-BE49-F238E27FC236}">
                <a16:creationId xmlns:a16="http://schemas.microsoft.com/office/drawing/2014/main" id="{7D6AE0A4-9859-6988-83CE-F7B4FEFFB86C}"/>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11" name="Title Placeholder">
            <a:extLst>
              <a:ext uri="{FF2B5EF4-FFF2-40B4-BE49-F238E27FC236}">
                <a16:creationId xmlns:a16="http://schemas.microsoft.com/office/drawing/2014/main" id="{6F4FDF7F-2EC5-5DFE-9985-43FF747EB0D7}"/>
              </a:ext>
            </a:extLst>
          </p:cNvPr>
          <p:cNvSpPr>
            <a:spLocks noGrp="1"/>
          </p:cNvSpPr>
          <p:nvPr>
            <p:ph type="title" hasCustomPrompt="1"/>
          </p:nvPr>
        </p:nvSpPr>
        <p:spPr>
          <a:xfrm>
            <a:off x="457200" y="743671"/>
            <a:ext cx="11278800" cy="393300"/>
          </a:xfrm>
          <a:prstGeom prst="rect">
            <a:avLst/>
          </a:prstGeom>
        </p:spPr>
        <p:txBody>
          <a:bodyPr vert="horz" lIns="0" tIns="0" rIns="0" bIns="0" rtlCol="0" anchor="t">
            <a:noAutofit/>
          </a:bodyPr>
          <a:lstStyle>
            <a:lvl1pPr>
              <a:defRPr sz="3000"/>
            </a:lvl1pPr>
          </a:lstStyle>
          <a:p>
            <a:r>
              <a:rPr lang="en-US"/>
              <a:t>Click to write a slide title that fits in 1 line</a:t>
            </a:r>
          </a:p>
        </p:txBody>
      </p:sp>
      <p:sp>
        <p:nvSpPr>
          <p:cNvPr id="16" name="Text Placeholder Subtitle">
            <a:extLst>
              <a:ext uri="{FF2B5EF4-FFF2-40B4-BE49-F238E27FC236}">
                <a16:creationId xmlns:a16="http://schemas.microsoft.com/office/drawing/2014/main" id="{D641B31D-E6D1-04A4-BE3F-B71BED6220A2}"/>
              </a:ext>
            </a:extLst>
          </p:cNvPr>
          <p:cNvSpPr>
            <a:spLocks noGrp="1"/>
          </p:cNvSpPr>
          <p:nvPr>
            <p:ph type="body" sz="quarter" idx="13" hasCustomPrompt="1"/>
          </p:nvPr>
        </p:nvSpPr>
        <p:spPr>
          <a:xfrm>
            <a:off x="457199"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9" name="Text Placeholder Subhead 1">
            <a:extLst>
              <a:ext uri="{FF2B5EF4-FFF2-40B4-BE49-F238E27FC236}">
                <a16:creationId xmlns:a16="http://schemas.microsoft.com/office/drawing/2014/main" id="{6588801F-2D2E-D646-FAFD-A03401D4A061}"/>
              </a:ext>
            </a:extLst>
          </p:cNvPr>
          <p:cNvSpPr>
            <a:spLocks noGrp="1"/>
          </p:cNvSpPr>
          <p:nvPr>
            <p:ph type="body" sz="quarter" idx="21" hasCustomPrompt="1"/>
          </p:nvPr>
        </p:nvSpPr>
        <p:spPr>
          <a:xfrm>
            <a:off x="6236142" y="1760400"/>
            <a:ext cx="2598737"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3" name="Text Placeholder Body 1">
            <a:extLst>
              <a:ext uri="{FF2B5EF4-FFF2-40B4-BE49-F238E27FC236}">
                <a16:creationId xmlns:a16="http://schemas.microsoft.com/office/drawing/2014/main" id="{8FF1A7E0-28DC-B659-73E4-C1482FC07FB9}"/>
              </a:ext>
            </a:extLst>
          </p:cNvPr>
          <p:cNvSpPr>
            <a:spLocks noGrp="1"/>
          </p:cNvSpPr>
          <p:nvPr>
            <p:ph type="body" sz="quarter" idx="20" hasCustomPrompt="1"/>
          </p:nvPr>
        </p:nvSpPr>
        <p:spPr>
          <a:xfrm>
            <a:off x="6243638" y="2098800"/>
            <a:ext cx="2598737" cy="370668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3" name="Text Placeholder Subhead 2">
            <a:extLst>
              <a:ext uri="{FF2B5EF4-FFF2-40B4-BE49-F238E27FC236}">
                <a16:creationId xmlns:a16="http://schemas.microsoft.com/office/drawing/2014/main" id="{8C4008EC-9A51-4B27-EBBB-D765B355839A}"/>
              </a:ext>
            </a:extLst>
          </p:cNvPr>
          <p:cNvSpPr>
            <a:spLocks noGrp="1"/>
          </p:cNvSpPr>
          <p:nvPr>
            <p:ph type="body" sz="quarter" idx="23" hasCustomPrompt="1"/>
          </p:nvPr>
        </p:nvSpPr>
        <p:spPr>
          <a:xfrm>
            <a:off x="9137650" y="1760400"/>
            <a:ext cx="2601413"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10" name="Text Placeholder Body 2">
            <a:extLst>
              <a:ext uri="{FF2B5EF4-FFF2-40B4-BE49-F238E27FC236}">
                <a16:creationId xmlns:a16="http://schemas.microsoft.com/office/drawing/2014/main" id="{55A51214-6219-C8DC-2EF2-5CAD19B1D48E}"/>
              </a:ext>
            </a:extLst>
          </p:cNvPr>
          <p:cNvSpPr>
            <a:spLocks noGrp="1"/>
          </p:cNvSpPr>
          <p:nvPr>
            <p:ph type="body" sz="quarter" idx="22" hasCustomPrompt="1"/>
          </p:nvPr>
        </p:nvSpPr>
        <p:spPr>
          <a:xfrm>
            <a:off x="9137650" y="2098800"/>
            <a:ext cx="2601413" cy="370668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3458382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I">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p:cNvSpPr>
          <p:nvPr>
            <p:ph type="sldNum" sz="quarter" idx="12"/>
          </p:nvPr>
        </p:nvSpPr>
        <p:spPr/>
        <p:txBody>
          <a:bodyPr/>
          <a:lstStyle/>
          <a:p>
            <a:fld id="{6605C61B-1C53-2644-8B26-3D798E595467}" type="slidenum">
              <a:rPr lang="en-US" smtClean="0"/>
              <a:t>‹#›</a:t>
            </a:fld>
            <a:endParaRPr lang="en-US"/>
          </a:p>
        </p:txBody>
      </p:sp>
      <p:sp>
        <p:nvSpPr>
          <p:cNvPr id="4" name="Footer Placeholder">
            <a:extLst>
              <a:ext uri="{FF2B5EF4-FFF2-40B4-BE49-F238E27FC236}">
                <a16:creationId xmlns:a16="http://schemas.microsoft.com/office/drawing/2014/main" id="{EE625CA7-C6C5-FB64-07EF-628556582086}"/>
              </a:ext>
            </a:extLst>
          </p:cNvPr>
          <p:cNvSpPr>
            <a:spLocks noGrp="1"/>
          </p:cNvSpPr>
          <p:nvPr>
            <p:ph type="ftr" sz="quarter" idx="33"/>
          </p:nvPr>
        </p:nvSpPr>
        <p:spPr/>
        <p:txBody>
          <a:bodyPr/>
          <a:lstStyle/>
          <a:p>
            <a:endParaRPr lang="en-US"/>
          </a:p>
        </p:txBody>
      </p:sp>
      <p:sp>
        <p:nvSpPr>
          <p:cNvPr id="9" name="Text Placeholder Section Title">
            <a:extLst>
              <a:ext uri="{FF2B5EF4-FFF2-40B4-BE49-F238E27FC236}">
                <a16:creationId xmlns:a16="http://schemas.microsoft.com/office/drawing/2014/main" id="{79AC53BE-639F-9DA4-E0D2-8986D917D051}"/>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8" name="Title Placeholder">
            <a:extLst>
              <a:ext uri="{FF2B5EF4-FFF2-40B4-BE49-F238E27FC236}">
                <a16:creationId xmlns:a16="http://schemas.microsoft.com/office/drawing/2014/main" id="{531D83CD-A88C-CDE0-B5C2-B8D1F325A870}"/>
              </a:ext>
            </a:extLst>
          </p:cNvPr>
          <p:cNvSpPr>
            <a:spLocks noGrp="1"/>
          </p:cNvSpPr>
          <p:nvPr>
            <p:ph type="title" hasCustomPrompt="1"/>
          </p:nvPr>
        </p:nvSpPr>
        <p:spPr>
          <a:xfrm>
            <a:off x="457200" y="743671"/>
            <a:ext cx="11278800" cy="393300"/>
          </a:xfrm>
          <a:prstGeom prst="rect">
            <a:avLst/>
          </a:prstGeom>
        </p:spPr>
        <p:txBody>
          <a:bodyPr vert="horz" lIns="0" tIns="0" rIns="0" bIns="0" rtlCol="0" anchor="t">
            <a:noAutofit/>
          </a:bodyPr>
          <a:lstStyle>
            <a:lvl1pPr>
              <a:defRPr sz="3000"/>
            </a:lvl1pPr>
          </a:lstStyle>
          <a:p>
            <a:r>
              <a:rPr lang="en-US"/>
              <a:t>Click to write a slide title that fits in 1 line</a:t>
            </a:r>
          </a:p>
        </p:txBody>
      </p:sp>
      <p:sp>
        <p:nvSpPr>
          <p:cNvPr id="3" name="Text Placeholder Subtitle">
            <a:extLst>
              <a:ext uri="{FF2B5EF4-FFF2-40B4-BE49-F238E27FC236}">
                <a16:creationId xmlns:a16="http://schemas.microsoft.com/office/drawing/2014/main" id="{1D45DD7F-11FD-F092-E843-9FF8A2064058}"/>
              </a:ext>
            </a:extLst>
          </p:cNvPr>
          <p:cNvSpPr>
            <a:spLocks noGrp="1"/>
          </p:cNvSpPr>
          <p:nvPr>
            <p:ph type="body" sz="quarter" idx="13" hasCustomPrompt="1"/>
          </p:nvPr>
        </p:nvSpPr>
        <p:spPr>
          <a:xfrm>
            <a:off x="457199"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10" name="Picture Placeholder">
            <a:extLst>
              <a:ext uri="{FF2B5EF4-FFF2-40B4-BE49-F238E27FC236}">
                <a16:creationId xmlns:a16="http://schemas.microsoft.com/office/drawing/2014/main" id="{8BEF6367-5944-A1C3-4BA8-0598251B7BAB}"/>
              </a:ext>
            </a:extLst>
          </p:cNvPr>
          <p:cNvSpPr>
            <a:spLocks noGrp="1"/>
          </p:cNvSpPr>
          <p:nvPr>
            <p:ph type="pic" sz="quarter" idx="16"/>
          </p:nvPr>
        </p:nvSpPr>
        <p:spPr>
          <a:xfrm>
            <a:off x="464958" y="1793875"/>
            <a:ext cx="5483405" cy="4011614"/>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28" name="Picture Placeholder">
            <a:extLst>
              <a:ext uri="{FF2B5EF4-FFF2-40B4-BE49-F238E27FC236}">
                <a16:creationId xmlns:a16="http://schemas.microsoft.com/office/drawing/2014/main" id="{701ECA38-C64D-7788-5306-4723955DD2DA}"/>
              </a:ext>
            </a:extLst>
          </p:cNvPr>
          <p:cNvSpPr>
            <a:spLocks noGrp="1"/>
          </p:cNvSpPr>
          <p:nvPr>
            <p:ph type="pic" sz="quarter" idx="32"/>
          </p:nvPr>
        </p:nvSpPr>
        <p:spPr>
          <a:xfrm>
            <a:off x="6243638" y="1793875"/>
            <a:ext cx="2598737" cy="4011613"/>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29" name="Text Placeholder Body">
            <a:extLst>
              <a:ext uri="{FF2B5EF4-FFF2-40B4-BE49-F238E27FC236}">
                <a16:creationId xmlns:a16="http://schemas.microsoft.com/office/drawing/2014/main" id="{6EC72C16-1B49-9BC9-CD89-3939687D62B5}"/>
              </a:ext>
            </a:extLst>
          </p:cNvPr>
          <p:cNvSpPr>
            <a:spLocks noGrp="1"/>
          </p:cNvSpPr>
          <p:nvPr>
            <p:ph type="body" sz="quarter" idx="22" hasCustomPrompt="1"/>
          </p:nvPr>
        </p:nvSpPr>
        <p:spPr>
          <a:xfrm>
            <a:off x="9136063" y="2098801"/>
            <a:ext cx="2599936" cy="3706688"/>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30" name="Text Placeholder Subhead">
            <a:extLst>
              <a:ext uri="{FF2B5EF4-FFF2-40B4-BE49-F238E27FC236}">
                <a16:creationId xmlns:a16="http://schemas.microsoft.com/office/drawing/2014/main" id="{3F7B9809-FD64-C515-EE38-0E2FD359898E}"/>
              </a:ext>
            </a:extLst>
          </p:cNvPr>
          <p:cNvSpPr>
            <a:spLocks noGrp="1"/>
          </p:cNvSpPr>
          <p:nvPr>
            <p:ph type="body" sz="quarter" idx="23" hasCustomPrompt="1"/>
          </p:nvPr>
        </p:nvSpPr>
        <p:spPr>
          <a:xfrm>
            <a:off x="9136063" y="1760400"/>
            <a:ext cx="2599936"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Tree>
    <p:extLst>
      <p:ext uri="{BB962C8B-B14F-4D97-AF65-F5344CB8AC3E}">
        <p14:creationId xmlns:p14="http://schemas.microsoft.com/office/powerpoint/2010/main" val="358840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J">
    <p:spTree>
      <p:nvGrpSpPr>
        <p:cNvPr id="1" name=""/>
        <p:cNvGrpSpPr/>
        <p:nvPr/>
      </p:nvGrpSpPr>
      <p:grpSpPr>
        <a:xfrm>
          <a:off x="0" y="0"/>
          <a:ext cx="0" cy="0"/>
          <a:chOff x="0" y="0"/>
          <a:chExt cx="0" cy="0"/>
        </a:xfrm>
      </p:grpSpPr>
      <p:sp>
        <p:nvSpPr>
          <p:cNvPr id="5" name="Picture Placeholder">
            <a:extLst>
              <a:ext uri="{FF2B5EF4-FFF2-40B4-BE49-F238E27FC236}">
                <a16:creationId xmlns:a16="http://schemas.microsoft.com/office/drawing/2014/main" id="{816A4763-C1B7-B3E7-DF98-3E2377D65FBF}"/>
              </a:ext>
            </a:extLst>
          </p:cNvPr>
          <p:cNvSpPr>
            <a:spLocks noGrp="1" noRot="1" noMove="1" noResize="1" noEditPoints="1" noAdjustHandles="1" noChangeArrowheads="1" noChangeShapeType="1"/>
          </p:cNvSpPr>
          <p:nvPr>
            <p:ph type="pic" sz="quarter" idx="16"/>
          </p:nvPr>
        </p:nvSpPr>
        <p:spPr>
          <a:xfrm>
            <a:off x="6243637" y="1793876"/>
            <a:ext cx="5494941" cy="4011612"/>
          </a:xfrm>
          <a:solidFill>
            <a:schemeClr val="bg1">
              <a:lumMod val="75000"/>
            </a:schemeClr>
          </a:solidFill>
        </p:spPr>
        <p:txBody>
          <a:bodyPr anchor="ctr"/>
          <a:lstStyle>
            <a:lvl1pPr marL="45720" indent="0" algn="ctr">
              <a:buNone/>
              <a:defRPr/>
            </a:lvl1pPr>
          </a:lstStyle>
          <a:p>
            <a:r>
              <a:rPr lang="en-US"/>
              <a:t>Click icon to add picture</a:t>
            </a: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3" name="Footer Placeholder">
            <a:extLst>
              <a:ext uri="{FF2B5EF4-FFF2-40B4-BE49-F238E27FC236}">
                <a16:creationId xmlns:a16="http://schemas.microsoft.com/office/drawing/2014/main" id="{6DBA21DD-27F8-0972-D9A1-4DCB5C101DAF}"/>
              </a:ext>
            </a:extLst>
          </p:cNvPr>
          <p:cNvSpPr>
            <a:spLocks noGrp="1"/>
          </p:cNvSpPr>
          <p:nvPr>
            <p:ph type="ftr" sz="quarter" idx="20"/>
          </p:nvPr>
        </p:nvSpPr>
        <p:spPr/>
        <p:txBody>
          <a:bodyPr/>
          <a:lstStyle/>
          <a:p>
            <a:endParaRPr lang="en-US"/>
          </a:p>
        </p:txBody>
      </p:sp>
      <p:sp>
        <p:nvSpPr>
          <p:cNvPr id="9" name="Text Placeholder Section Title">
            <a:extLst>
              <a:ext uri="{FF2B5EF4-FFF2-40B4-BE49-F238E27FC236}">
                <a16:creationId xmlns:a16="http://schemas.microsoft.com/office/drawing/2014/main" id="{27151D13-76D3-5CBB-3271-0D6AD6D137B5}"/>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8" name="Title Placeholder">
            <a:extLst>
              <a:ext uri="{FF2B5EF4-FFF2-40B4-BE49-F238E27FC236}">
                <a16:creationId xmlns:a16="http://schemas.microsoft.com/office/drawing/2014/main" id="{3F8DAE0F-F11A-920A-0CCB-50C65987A722}"/>
              </a:ext>
            </a:extLst>
          </p:cNvPr>
          <p:cNvSpPr>
            <a:spLocks noGrp="1"/>
          </p:cNvSpPr>
          <p:nvPr>
            <p:ph type="title" hasCustomPrompt="1"/>
          </p:nvPr>
        </p:nvSpPr>
        <p:spPr>
          <a:xfrm>
            <a:off x="457199" y="743671"/>
            <a:ext cx="11278800" cy="393300"/>
          </a:xfrm>
          <a:prstGeom prst="rect">
            <a:avLst/>
          </a:prstGeom>
        </p:spPr>
        <p:txBody>
          <a:bodyPr vert="horz" lIns="0" tIns="0" rIns="0" bIns="0" rtlCol="0" anchor="t">
            <a:noAutofit/>
          </a:bodyPr>
          <a:lstStyle>
            <a:lvl1pPr>
              <a:defRPr sz="3000"/>
            </a:lvl1pPr>
          </a:lstStyle>
          <a:p>
            <a:r>
              <a:rPr lang="en-US"/>
              <a:t>Click to write a slide title that fits in 1 line</a:t>
            </a:r>
          </a:p>
        </p:txBody>
      </p:sp>
      <p:sp>
        <p:nvSpPr>
          <p:cNvPr id="17" name="Text Placeholder Subtitle">
            <a:extLst>
              <a:ext uri="{FF2B5EF4-FFF2-40B4-BE49-F238E27FC236}">
                <a16:creationId xmlns:a16="http://schemas.microsoft.com/office/drawing/2014/main" id="{99D6EBC0-F634-DDFB-97CD-47A7FBB43A4F}"/>
              </a:ext>
            </a:extLst>
          </p:cNvPr>
          <p:cNvSpPr>
            <a:spLocks noGrp="1"/>
          </p:cNvSpPr>
          <p:nvPr>
            <p:ph type="body" sz="quarter" idx="13" hasCustomPrompt="1"/>
          </p:nvPr>
        </p:nvSpPr>
        <p:spPr>
          <a:xfrm>
            <a:off x="457199"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12" name="Text Placeholder Subhead 1">
            <a:extLst>
              <a:ext uri="{FF2B5EF4-FFF2-40B4-BE49-F238E27FC236}">
                <a16:creationId xmlns:a16="http://schemas.microsoft.com/office/drawing/2014/main" id="{EB74AB36-27D6-DA6F-CD6D-38D517D98E74}"/>
              </a:ext>
            </a:extLst>
          </p:cNvPr>
          <p:cNvSpPr>
            <a:spLocks noGrp="1"/>
          </p:cNvSpPr>
          <p:nvPr>
            <p:ph type="body" sz="quarter" idx="17" hasCustomPrompt="1"/>
          </p:nvPr>
        </p:nvSpPr>
        <p:spPr>
          <a:xfrm>
            <a:off x="457199" y="1758910"/>
            <a:ext cx="2598739"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11" name="Text Placeholder Body 1">
            <a:extLst>
              <a:ext uri="{FF2B5EF4-FFF2-40B4-BE49-F238E27FC236}">
                <a16:creationId xmlns:a16="http://schemas.microsoft.com/office/drawing/2014/main" id="{FCE63746-ECB0-8EBF-0948-1B06FFC85E8D}"/>
              </a:ext>
            </a:extLst>
          </p:cNvPr>
          <p:cNvSpPr>
            <a:spLocks noGrp="1"/>
          </p:cNvSpPr>
          <p:nvPr>
            <p:ph type="body" sz="quarter" idx="15" hasCustomPrompt="1"/>
          </p:nvPr>
        </p:nvSpPr>
        <p:spPr>
          <a:xfrm>
            <a:off x="457199" y="2098800"/>
            <a:ext cx="2598739" cy="3706687"/>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5" name="Text Placeholder Subhead 2">
            <a:extLst>
              <a:ext uri="{FF2B5EF4-FFF2-40B4-BE49-F238E27FC236}">
                <a16:creationId xmlns:a16="http://schemas.microsoft.com/office/drawing/2014/main" id="{B8F300AF-81AD-DF5E-3EC5-0925DA200C93}"/>
              </a:ext>
            </a:extLst>
          </p:cNvPr>
          <p:cNvSpPr>
            <a:spLocks noGrp="1"/>
          </p:cNvSpPr>
          <p:nvPr>
            <p:ph type="body" sz="quarter" idx="19" hasCustomPrompt="1"/>
          </p:nvPr>
        </p:nvSpPr>
        <p:spPr>
          <a:xfrm>
            <a:off x="3349624" y="1758910"/>
            <a:ext cx="2598739"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14" name="Text Placeholder Body 2">
            <a:extLst>
              <a:ext uri="{FF2B5EF4-FFF2-40B4-BE49-F238E27FC236}">
                <a16:creationId xmlns:a16="http://schemas.microsoft.com/office/drawing/2014/main" id="{B6629329-E9D9-C6C2-BCE3-A5D1AF030B34}"/>
              </a:ext>
            </a:extLst>
          </p:cNvPr>
          <p:cNvSpPr>
            <a:spLocks noGrp="1"/>
          </p:cNvSpPr>
          <p:nvPr>
            <p:ph type="body" sz="quarter" idx="18" hasCustomPrompt="1"/>
          </p:nvPr>
        </p:nvSpPr>
        <p:spPr>
          <a:xfrm>
            <a:off x="3349624" y="2098800"/>
            <a:ext cx="2598739" cy="3706687"/>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1020764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K">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4" name="Footer Placeholder">
            <a:extLst>
              <a:ext uri="{FF2B5EF4-FFF2-40B4-BE49-F238E27FC236}">
                <a16:creationId xmlns:a16="http://schemas.microsoft.com/office/drawing/2014/main" id="{C5C6ECBF-090F-46E3-A6E0-CF2EB8B2CBD9}"/>
              </a:ext>
            </a:extLst>
          </p:cNvPr>
          <p:cNvSpPr>
            <a:spLocks noGrp="1"/>
          </p:cNvSpPr>
          <p:nvPr>
            <p:ph type="ftr" sz="quarter" idx="24"/>
          </p:nvPr>
        </p:nvSpPr>
        <p:spPr/>
        <p:txBody>
          <a:bodyPr/>
          <a:lstStyle/>
          <a:p>
            <a:endParaRPr lang="en-US"/>
          </a:p>
        </p:txBody>
      </p:sp>
      <p:sp>
        <p:nvSpPr>
          <p:cNvPr id="10" name="Text Placeholder Section Title">
            <a:extLst>
              <a:ext uri="{FF2B5EF4-FFF2-40B4-BE49-F238E27FC236}">
                <a16:creationId xmlns:a16="http://schemas.microsoft.com/office/drawing/2014/main" id="{4ECDB7A8-FCD8-D792-5B7E-4CA12E6529DB}"/>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8" name="Title Placeholder">
            <a:extLst>
              <a:ext uri="{FF2B5EF4-FFF2-40B4-BE49-F238E27FC236}">
                <a16:creationId xmlns:a16="http://schemas.microsoft.com/office/drawing/2014/main" id="{156E2288-14B9-8155-1611-B12517DFF0CC}"/>
              </a:ext>
            </a:extLst>
          </p:cNvPr>
          <p:cNvSpPr>
            <a:spLocks noGrp="1"/>
          </p:cNvSpPr>
          <p:nvPr>
            <p:ph type="title" hasCustomPrompt="1"/>
          </p:nvPr>
        </p:nvSpPr>
        <p:spPr>
          <a:xfrm>
            <a:off x="457200" y="743671"/>
            <a:ext cx="11278800" cy="393300"/>
          </a:xfrm>
          <a:prstGeom prst="rect">
            <a:avLst/>
          </a:prstGeom>
        </p:spPr>
        <p:txBody>
          <a:bodyPr vert="horz" lIns="0" tIns="0" rIns="0" bIns="0" rtlCol="0" anchor="t">
            <a:noAutofit/>
          </a:bodyPr>
          <a:lstStyle>
            <a:lvl1pPr>
              <a:defRPr sz="3000"/>
            </a:lvl1pPr>
          </a:lstStyle>
          <a:p>
            <a:r>
              <a:rPr lang="en-US"/>
              <a:t>Click to write a slide title that fits in 1 line</a:t>
            </a:r>
          </a:p>
        </p:txBody>
      </p:sp>
      <p:sp>
        <p:nvSpPr>
          <p:cNvPr id="5" name="Text Placeholder Subtitle">
            <a:extLst>
              <a:ext uri="{FF2B5EF4-FFF2-40B4-BE49-F238E27FC236}">
                <a16:creationId xmlns:a16="http://schemas.microsoft.com/office/drawing/2014/main" id="{F40FE8D2-7F9D-09D4-2377-40B66ACAABC0}"/>
              </a:ext>
            </a:extLst>
          </p:cNvPr>
          <p:cNvSpPr>
            <a:spLocks noGrp="1"/>
          </p:cNvSpPr>
          <p:nvPr>
            <p:ph type="body" sz="quarter" idx="13" hasCustomPrompt="1"/>
          </p:nvPr>
        </p:nvSpPr>
        <p:spPr>
          <a:xfrm>
            <a:off x="457200"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9" name="Text Placeholder Subhead 1">
            <a:extLst>
              <a:ext uri="{FF2B5EF4-FFF2-40B4-BE49-F238E27FC236}">
                <a16:creationId xmlns:a16="http://schemas.microsoft.com/office/drawing/2014/main" id="{D79D6C8B-3EC9-05CE-50E2-A49CC8B27ED5}"/>
              </a:ext>
            </a:extLst>
          </p:cNvPr>
          <p:cNvSpPr>
            <a:spLocks noGrp="1"/>
          </p:cNvSpPr>
          <p:nvPr>
            <p:ph type="body" sz="quarter" idx="17" hasCustomPrompt="1"/>
          </p:nvPr>
        </p:nvSpPr>
        <p:spPr>
          <a:xfrm>
            <a:off x="457201" y="1760400"/>
            <a:ext cx="2598738"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3" name="Text Placeholder Body 1">
            <a:extLst>
              <a:ext uri="{FF2B5EF4-FFF2-40B4-BE49-F238E27FC236}">
                <a16:creationId xmlns:a16="http://schemas.microsoft.com/office/drawing/2014/main" id="{E6E9789E-133F-A211-8758-2396EF431F25}"/>
              </a:ext>
            </a:extLst>
          </p:cNvPr>
          <p:cNvSpPr>
            <a:spLocks noGrp="1"/>
          </p:cNvSpPr>
          <p:nvPr>
            <p:ph type="body" sz="quarter" idx="15" hasCustomPrompt="1"/>
          </p:nvPr>
        </p:nvSpPr>
        <p:spPr>
          <a:xfrm>
            <a:off x="457201" y="2098800"/>
            <a:ext cx="2598738" cy="370668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2" name="Text Placeholder Subhead 2">
            <a:extLst>
              <a:ext uri="{FF2B5EF4-FFF2-40B4-BE49-F238E27FC236}">
                <a16:creationId xmlns:a16="http://schemas.microsoft.com/office/drawing/2014/main" id="{CDB6DA2B-981B-3CD9-CF03-FC21AD8FA3CF}"/>
              </a:ext>
            </a:extLst>
          </p:cNvPr>
          <p:cNvSpPr>
            <a:spLocks noGrp="1"/>
          </p:cNvSpPr>
          <p:nvPr>
            <p:ph type="body" sz="quarter" idx="19" hasCustomPrompt="1"/>
          </p:nvPr>
        </p:nvSpPr>
        <p:spPr>
          <a:xfrm>
            <a:off x="3349626" y="1760400"/>
            <a:ext cx="2598738"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11" name="Text Placeholder Body 2">
            <a:extLst>
              <a:ext uri="{FF2B5EF4-FFF2-40B4-BE49-F238E27FC236}">
                <a16:creationId xmlns:a16="http://schemas.microsoft.com/office/drawing/2014/main" id="{67DE26CE-BA55-E07B-378C-F242275355FB}"/>
              </a:ext>
            </a:extLst>
          </p:cNvPr>
          <p:cNvSpPr>
            <a:spLocks noGrp="1"/>
          </p:cNvSpPr>
          <p:nvPr>
            <p:ph type="body" sz="quarter" idx="18" hasCustomPrompt="1"/>
          </p:nvPr>
        </p:nvSpPr>
        <p:spPr>
          <a:xfrm>
            <a:off x="3349626" y="2098800"/>
            <a:ext cx="2598738" cy="370668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6" name="Text Placeholder Subhead 3">
            <a:extLst>
              <a:ext uri="{FF2B5EF4-FFF2-40B4-BE49-F238E27FC236}">
                <a16:creationId xmlns:a16="http://schemas.microsoft.com/office/drawing/2014/main" id="{D0F72E69-7343-8B67-589B-1EBE25262B2B}"/>
              </a:ext>
            </a:extLst>
          </p:cNvPr>
          <p:cNvSpPr>
            <a:spLocks noGrp="1"/>
          </p:cNvSpPr>
          <p:nvPr>
            <p:ph type="body" sz="quarter" idx="21" hasCustomPrompt="1"/>
          </p:nvPr>
        </p:nvSpPr>
        <p:spPr>
          <a:xfrm>
            <a:off x="6243638" y="1760400"/>
            <a:ext cx="2598738"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15" name="Text Placeholder Body 3">
            <a:extLst>
              <a:ext uri="{FF2B5EF4-FFF2-40B4-BE49-F238E27FC236}">
                <a16:creationId xmlns:a16="http://schemas.microsoft.com/office/drawing/2014/main" id="{EF3770D5-66FD-46CF-166E-D7490D6DFCA7}"/>
              </a:ext>
            </a:extLst>
          </p:cNvPr>
          <p:cNvSpPr>
            <a:spLocks noGrp="1"/>
          </p:cNvSpPr>
          <p:nvPr>
            <p:ph type="body" sz="quarter" idx="20" hasCustomPrompt="1"/>
          </p:nvPr>
        </p:nvSpPr>
        <p:spPr>
          <a:xfrm>
            <a:off x="6243638" y="2098800"/>
            <a:ext cx="2598738" cy="370668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8" name="Text Placeholder Subhead 4">
            <a:extLst>
              <a:ext uri="{FF2B5EF4-FFF2-40B4-BE49-F238E27FC236}">
                <a16:creationId xmlns:a16="http://schemas.microsoft.com/office/drawing/2014/main" id="{A66254AB-4B55-024E-D6B5-9D42A1129B42}"/>
              </a:ext>
            </a:extLst>
          </p:cNvPr>
          <p:cNvSpPr>
            <a:spLocks noGrp="1"/>
          </p:cNvSpPr>
          <p:nvPr>
            <p:ph type="body" sz="quarter" idx="23" hasCustomPrompt="1"/>
          </p:nvPr>
        </p:nvSpPr>
        <p:spPr>
          <a:xfrm>
            <a:off x="9136063" y="1760400"/>
            <a:ext cx="2598738"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17" name="Text Placeholder Body 4">
            <a:extLst>
              <a:ext uri="{FF2B5EF4-FFF2-40B4-BE49-F238E27FC236}">
                <a16:creationId xmlns:a16="http://schemas.microsoft.com/office/drawing/2014/main" id="{5D7CB70B-2E37-E983-04FD-C3D83E103C0F}"/>
              </a:ext>
            </a:extLst>
          </p:cNvPr>
          <p:cNvSpPr>
            <a:spLocks noGrp="1"/>
          </p:cNvSpPr>
          <p:nvPr>
            <p:ph type="body" sz="quarter" idx="22" hasCustomPrompt="1"/>
          </p:nvPr>
        </p:nvSpPr>
        <p:spPr>
          <a:xfrm>
            <a:off x="9136063" y="2098800"/>
            <a:ext cx="2598738" cy="370668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3889958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L">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4" name="Footer Placeholder">
            <a:extLst>
              <a:ext uri="{FF2B5EF4-FFF2-40B4-BE49-F238E27FC236}">
                <a16:creationId xmlns:a16="http://schemas.microsoft.com/office/drawing/2014/main" id="{76B93E66-927E-A9F2-C69C-5CCA3FFC0788}"/>
              </a:ext>
            </a:extLst>
          </p:cNvPr>
          <p:cNvSpPr>
            <a:spLocks noGrp="1"/>
          </p:cNvSpPr>
          <p:nvPr>
            <p:ph type="ftr" sz="quarter" idx="33"/>
          </p:nvPr>
        </p:nvSpPr>
        <p:spPr/>
        <p:txBody>
          <a:bodyPr/>
          <a:lstStyle/>
          <a:p>
            <a:endParaRPr lang="en-US"/>
          </a:p>
        </p:txBody>
      </p:sp>
      <p:sp>
        <p:nvSpPr>
          <p:cNvPr id="8" name="Text Placeholder Section Title">
            <a:extLst>
              <a:ext uri="{FF2B5EF4-FFF2-40B4-BE49-F238E27FC236}">
                <a16:creationId xmlns:a16="http://schemas.microsoft.com/office/drawing/2014/main" id="{AD4DB068-BB8D-E5B5-3E30-C54901B12BF0}"/>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5" name="Title Placeholder">
            <a:extLst>
              <a:ext uri="{FF2B5EF4-FFF2-40B4-BE49-F238E27FC236}">
                <a16:creationId xmlns:a16="http://schemas.microsoft.com/office/drawing/2014/main" id="{C12ABB6D-D979-FA01-F12B-147E65A8B66D}"/>
              </a:ext>
            </a:extLst>
          </p:cNvPr>
          <p:cNvSpPr>
            <a:spLocks noGrp="1"/>
          </p:cNvSpPr>
          <p:nvPr>
            <p:ph type="title" hasCustomPrompt="1"/>
          </p:nvPr>
        </p:nvSpPr>
        <p:spPr>
          <a:xfrm>
            <a:off x="457200" y="743671"/>
            <a:ext cx="11278800" cy="393300"/>
          </a:xfrm>
          <a:prstGeom prst="rect">
            <a:avLst/>
          </a:prstGeom>
        </p:spPr>
        <p:txBody>
          <a:bodyPr vert="horz" lIns="0" tIns="0" rIns="0" bIns="0" rtlCol="0" anchor="t">
            <a:noAutofit/>
          </a:bodyPr>
          <a:lstStyle>
            <a:lvl1pPr>
              <a:defRPr sz="3000"/>
            </a:lvl1pPr>
          </a:lstStyle>
          <a:p>
            <a:r>
              <a:rPr lang="en-US"/>
              <a:t>Click to write a slide title that fits in 1 line</a:t>
            </a:r>
          </a:p>
        </p:txBody>
      </p:sp>
      <p:sp>
        <p:nvSpPr>
          <p:cNvPr id="3" name="Text Placeholder Subtitle">
            <a:extLst>
              <a:ext uri="{FF2B5EF4-FFF2-40B4-BE49-F238E27FC236}">
                <a16:creationId xmlns:a16="http://schemas.microsoft.com/office/drawing/2014/main" id="{685B15F6-92A4-64AE-2C3F-8A348C5CA624}"/>
              </a:ext>
            </a:extLst>
          </p:cNvPr>
          <p:cNvSpPr>
            <a:spLocks noGrp="1"/>
          </p:cNvSpPr>
          <p:nvPr>
            <p:ph type="body" sz="quarter" idx="13" hasCustomPrompt="1"/>
          </p:nvPr>
        </p:nvSpPr>
        <p:spPr>
          <a:xfrm>
            <a:off x="458732"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22" name="Text Placeholder Subhead 1">
            <a:extLst>
              <a:ext uri="{FF2B5EF4-FFF2-40B4-BE49-F238E27FC236}">
                <a16:creationId xmlns:a16="http://schemas.microsoft.com/office/drawing/2014/main" id="{91B41DE3-8779-89FD-C0E6-4646C1B6D7FF}"/>
              </a:ext>
            </a:extLst>
          </p:cNvPr>
          <p:cNvSpPr>
            <a:spLocks noGrp="1"/>
          </p:cNvSpPr>
          <p:nvPr>
            <p:ph type="body" sz="quarter" idx="17" hasCustomPrompt="1"/>
          </p:nvPr>
        </p:nvSpPr>
        <p:spPr>
          <a:xfrm>
            <a:off x="458732" y="1760400"/>
            <a:ext cx="2597206"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21" name="Text Placeholder Body 1">
            <a:extLst>
              <a:ext uri="{FF2B5EF4-FFF2-40B4-BE49-F238E27FC236}">
                <a16:creationId xmlns:a16="http://schemas.microsoft.com/office/drawing/2014/main" id="{5207B5BD-8D52-FE07-1FFD-F1DCA9075755}"/>
              </a:ext>
            </a:extLst>
          </p:cNvPr>
          <p:cNvSpPr>
            <a:spLocks noGrp="1"/>
          </p:cNvSpPr>
          <p:nvPr>
            <p:ph type="body" sz="quarter" idx="15" hasCustomPrompt="1"/>
          </p:nvPr>
        </p:nvSpPr>
        <p:spPr>
          <a:xfrm>
            <a:off x="458732" y="2098366"/>
            <a:ext cx="2597206" cy="1754326"/>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re </a:t>
            </a:r>
            <a:r>
              <a:rPr lang="en-US" err="1"/>
              <a:t>voluptate</a:t>
            </a:r>
            <a:r>
              <a:rPr lang="en-US"/>
              <a:t> </a:t>
            </a:r>
            <a:r>
              <a:rPr lang="en-US" err="1"/>
              <a:t>velit</a:t>
            </a:r>
            <a:r>
              <a:rPr lang="en-US"/>
              <a:t> </a:t>
            </a:r>
            <a:r>
              <a:rPr lang="en-US" err="1"/>
              <a:t>esse</a:t>
            </a:r>
            <a:r>
              <a:rPr lang="en-US"/>
              <a:t> </a:t>
            </a:r>
            <a:r>
              <a:rPr lang="en-US" err="1"/>
              <a:t>cillum</a:t>
            </a:r>
            <a:r>
              <a:rPr lang="en-US"/>
              <a:t> dolore</a:t>
            </a:r>
          </a:p>
        </p:txBody>
      </p:sp>
      <p:sp>
        <p:nvSpPr>
          <p:cNvPr id="24" name="Text Placeholder Subhead 2">
            <a:extLst>
              <a:ext uri="{FF2B5EF4-FFF2-40B4-BE49-F238E27FC236}">
                <a16:creationId xmlns:a16="http://schemas.microsoft.com/office/drawing/2014/main" id="{9CA7DEF1-473B-928E-23C3-6999D254BB83}"/>
              </a:ext>
            </a:extLst>
          </p:cNvPr>
          <p:cNvSpPr>
            <a:spLocks noGrp="1"/>
          </p:cNvSpPr>
          <p:nvPr>
            <p:ph type="body" sz="quarter" idx="19" hasCustomPrompt="1"/>
          </p:nvPr>
        </p:nvSpPr>
        <p:spPr>
          <a:xfrm>
            <a:off x="3349625" y="1760400"/>
            <a:ext cx="2597206"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23" name="Text Placeholder Body 2">
            <a:extLst>
              <a:ext uri="{FF2B5EF4-FFF2-40B4-BE49-F238E27FC236}">
                <a16:creationId xmlns:a16="http://schemas.microsoft.com/office/drawing/2014/main" id="{E6E82780-C694-5CFD-9E60-0674FA260E5E}"/>
              </a:ext>
            </a:extLst>
          </p:cNvPr>
          <p:cNvSpPr>
            <a:spLocks noGrp="1"/>
          </p:cNvSpPr>
          <p:nvPr>
            <p:ph type="body" sz="quarter" idx="18" hasCustomPrompt="1"/>
          </p:nvPr>
        </p:nvSpPr>
        <p:spPr>
          <a:xfrm>
            <a:off x="3349625" y="2098366"/>
            <a:ext cx="2597206" cy="1754326"/>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re </a:t>
            </a:r>
            <a:r>
              <a:rPr lang="en-US" err="1"/>
              <a:t>voluptate</a:t>
            </a:r>
            <a:r>
              <a:rPr lang="en-US"/>
              <a:t> </a:t>
            </a:r>
            <a:r>
              <a:rPr lang="en-US" err="1"/>
              <a:t>velit</a:t>
            </a:r>
            <a:r>
              <a:rPr lang="en-US"/>
              <a:t> </a:t>
            </a:r>
            <a:r>
              <a:rPr lang="en-US" err="1"/>
              <a:t>esse</a:t>
            </a:r>
            <a:r>
              <a:rPr lang="en-US"/>
              <a:t> </a:t>
            </a:r>
            <a:r>
              <a:rPr lang="en-US" err="1"/>
              <a:t>cillum</a:t>
            </a:r>
            <a:r>
              <a:rPr lang="en-US"/>
              <a:t> dolore</a:t>
            </a:r>
          </a:p>
        </p:txBody>
      </p:sp>
      <p:sp>
        <p:nvSpPr>
          <p:cNvPr id="26" name="Text Placeholder Subhead 3">
            <a:extLst>
              <a:ext uri="{FF2B5EF4-FFF2-40B4-BE49-F238E27FC236}">
                <a16:creationId xmlns:a16="http://schemas.microsoft.com/office/drawing/2014/main" id="{B69C559B-D0A0-0C07-2831-5CBC0FB35FC1}"/>
              </a:ext>
            </a:extLst>
          </p:cNvPr>
          <p:cNvSpPr>
            <a:spLocks noGrp="1"/>
          </p:cNvSpPr>
          <p:nvPr>
            <p:ph type="body" sz="quarter" idx="21" hasCustomPrompt="1"/>
          </p:nvPr>
        </p:nvSpPr>
        <p:spPr>
          <a:xfrm>
            <a:off x="6245169" y="1760400"/>
            <a:ext cx="2597206"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25" name="Text Placeholder Body 3">
            <a:extLst>
              <a:ext uri="{FF2B5EF4-FFF2-40B4-BE49-F238E27FC236}">
                <a16:creationId xmlns:a16="http://schemas.microsoft.com/office/drawing/2014/main" id="{1F313D10-A03B-DB24-FDA9-F7AEAA6A908D}"/>
              </a:ext>
            </a:extLst>
          </p:cNvPr>
          <p:cNvSpPr>
            <a:spLocks noGrp="1"/>
          </p:cNvSpPr>
          <p:nvPr>
            <p:ph type="body" sz="quarter" idx="20" hasCustomPrompt="1"/>
          </p:nvPr>
        </p:nvSpPr>
        <p:spPr>
          <a:xfrm>
            <a:off x="6245169" y="2098366"/>
            <a:ext cx="2597206" cy="1754326"/>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re </a:t>
            </a:r>
            <a:r>
              <a:rPr lang="en-US" err="1"/>
              <a:t>voluptate</a:t>
            </a:r>
            <a:r>
              <a:rPr lang="en-US"/>
              <a:t> </a:t>
            </a:r>
            <a:r>
              <a:rPr lang="en-US" err="1"/>
              <a:t>velit</a:t>
            </a:r>
            <a:r>
              <a:rPr lang="en-US"/>
              <a:t> </a:t>
            </a:r>
            <a:r>
              <a:rPr lang="en-US" err="1"/>
              <a:t>esse</a:t>
            </a:r>
            <a:r>
              <a:rPr lang="en-US"/>
              <a:t> </a:t>
            </a:r>
            <a:r>
              <a:rPr lang="en-US" err="1"/>
              <a:t>cillum</a:t>
            </a:r>
            <a:r>
              <a:rPr lang="en-US"/>
              <a:t> dolore</a:t>
            </a:r>
          </a:p>
        </p:txBody>
      </p:sp>
      <p:sp>
        <p:nvSpPr>
          <p:cNvPr id="28" name="Text Placeholder Subhead 4">
            <a:extLst>
              <a:ext uri="{FF2B5EF4-FFF2-40B4-BE49-F238E27FC236}">
                <a16:creationId xmlns:a16="http://schemas.microsoft.com/office/drawing/2014/main" id="{0103AB85-C5FF-262F-D0E7-7AF4B7529CD0}"/>
              </a:ext>
            </a:extLst>
          </p:cNvPr>
          <p:cNvSpPr>
            <a:spLocks noGrp="1"/>
          </p:cNvSpPr>
          <p:nvPr>
            <p:ph type="body" sz="quarter" idx="23" hasCustomPrompt="1"/>
          </p:nvPr>
        </p:nvSpPr>
        <p:spPr>
          <a:xfrm>
            <a:off x="9140713" y="1760400"/>
            <a:ext cx="2597206"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27" name="Text Placeholder Body 4">
            <a:extLst>
              <a:ext uri="{FF2B5EF4-FFF2-40B4-BE49-F238E27FC236}">
                <a16:creationId xmlns:a16="http://schemas.microsoft.com/office/drawing/2014/main" id="{74B11379-D5D3-19B3-FCDE-E0E4DC3297F6}"/>
              </a:ext>
            </a:extLst>
          </p:cNvPr>
          <p:cNvSpPr>
            <a:spLocks noGrp="1"/>
          </p:cNvSpPr>
          <p:nvPr>
            <p:ph type="body" sz="quarter" idx="22" hasCustomPrompt="1"/>
          </p:nvPr>
        </p:nvSpPr>
        <p:spPr>
          <a:xfrm>
            <a:off x="9140713" y="2098366"/>
            <a:ext cx="2597206" cy="1754326"/>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re </a:t>
            </a:r>
            <a:r>
              <a:rPr lang="en-US" err="1"/>
              <a:t>voluptate</a:t>
            </a:r>
            <a:r>
              <a:rPr lang="en-US"/>
              <a:t> </a:t>
            </a:r>
            <a:r>
              <a:rPr lang="en-US" err="1"/>
              <a:t>velit</a:t>
            </a:r>
            <a:r>
              <a:rPr lang="en-US"/>
              <a:t> </a:t>
            </a:r>
            <a:r>
              <a:rPr lang="en-US" err="1"/>
              <a:t>esse</a:t>
            </a:r>
            <a:r>
              <a:rPr lang="en-US"/>
              <a:t> </a:t>
            </a:r>
            <a:r>
              <a:rPr lang="en-US" err="1"/>
              <a:t>cillum</a:t>
            </a:r>
            <a:r>
              <a:rPr lang="en-US"/>
              <a:t> dolore</a:t>
            </a:r>
          </a:p>
        </p:txBody>
      </p:sp>
      <p:sp>
        <p:nvSpPr>
          <p:cNvPr id="14" name="Content Placeholder stat 1">
            <a:extLst>
              <a:ext uri="{FF2B5EF4-FFF2-40B4-BE49-F238E27FC236}">
                <a16:creationId xmlns:a16="http://schemas.microsoft.com/office/drawing/2014/main" id="{48A234D7-3BCF-4DD3-2032-3C158A699099}"/>
              </a:ext>
            </a:extLst>
          </p:cNvPr>
          <p:cNvSpPr>
            <a:spLocks noGrp="1"/>
          </p:cNvSpPr>
          <p:nvPr>
            <p:ph sz="quarter" idx="25" hasCustomPrompt="1"/>
          </p:nvPr>
        </p:nvSpPr>
        <p:spPr>
          <a:xfrm>
            <a:off x="453422" y="4091241"/>
            <a:ext cx="2602516" cy="1713600"/>
          </a:xfrm>
          <a:solidFill>
            <a:schemeClr val="tx2"/>
          </a:solidFill>
        </p:spPr>
        <p:txBody>
          <a:bodyPr wrap="square" lIns="182880" tIns="182880" rIns="274320" bIns="182880" rtlCol="0" anchor="t" anchorCtr="0">
            <a:normAutofit/>
          </a:bodyPr>
          <a:lstStyle>
            <a:lvl1pPr>
              <a:defRPr lang="en-US" sz="5400" b="1" smtClean="0">
                <a:solidFill>
                  <a:schemeClr val="bg1"/>
                </a:solidFill>
                <a:latin typeface="HP Forma DJR Office Medium" pitchFamily="2" charset="77"/>
              </a:defRPr>
            </a:lvl1pPr>
            <a:lvl2pPr>
              <a:defRPr lang="en-US" smtClean="0"/>
            </a:lvl2pPr>
            <a:lvl3pPr>
              <a:defRPr lang="en-US" smtClean="0"/>
            </a:lvl3pPr>
            <a:lvl4pPr>
              <a:defRPr lang="en-US" smtClean="0"/>
            </a:lvl4pPr>
            <a:lvl5pPr>
              <a:defRPr lang="en-US"/>
            </a:lvl5pPr>
          </a:lstStyle>
          <a:p>
            <a:pPr lvl="0"/>
            <a:r>
              <a:rPr lang="en-US"/>
              <a:t>100%</a:t>
            </a:r>
          </a:p>
        </p:txBody>
      </p:sp>
      <p:sp>
        <p:nvSpPr>
          <p:cNvPr id="16" name="Text Placeholder stat 1">
            <a:extLst>
              <a:ext uri="{FF2B5EF4-FFF2-40B4-BE49-F238E27FC236}">
                <a16:creationId xmlns:a16="http://schemas.microsoft.com/office/drawing/2014/main" id="{0A735761-384C-9EAA-A20E-73E4ACB0B899}"/>
              </a:ext>
            </a:extLst>
          </p:cNvPr>
          <p:cNvSpPr>
            <a:spLocks noGrp="1"/>
          </p:cNvSpPr>
          <p:nvPr>
            <p:ph type="body" sz="quarter" idx="26" hasCustomPrompt="1"/>
          </p:nvPr>
        </p:nvSpPr>
        <p:spPr>
          <a:xfrm>
            <a:off x="453422" y="5033946"/>
            <a:ext cx="2602800" cy="770895"/>
          </a:xfrm>
          <a:solidFill>
            <a:schemeClr val="tx2"/>
          </a:solidFill>
        </p:spPr>
        <p:txBody>
          <a:bodyPr lIns="183600" tIns="183600" rIns="183600" bIns="183600">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Place your statistic over this block</a:t>
            </a:r>
          </a:p>
        </p:txBody>
      </p:sp>
      <p:sp>
        <p:nvSpPr>
          <p:cNvPr id="17" name="Content Placeholder stat 2">
            <a:extLst>
              <a:ext uri="{FF2B5EF4-FFF2-40B4-BE49-F238E27FC236}">
                <a16:creationId xmlns:a16="http://schemas.microsoft.com/office/drawing/2014/main" id="{1A4684EF-2822-D692-0D39-C351F8EC3AF4}"/>
              </a:ext>
            </a:extLst>
          </p:cNvPr>
          <p:cNvSpPr>
            <a:spLocks noGrp="1"/>
          </p:cNvSpPr>
          <p:nvPr>
            <p:ph sz="quarter" idx="27" hasCustomPrompt="1"/>
          </p:nvPr>
        </p:nvSpPr>
        <p:spPr>
          <a:xfrm>
            <a:off x="3349625" y="4091241"/>
            <a:ext cx="2602516" cy="1713600"/>
          </a:xfrm>
          <a:solidFill>
            <a:schemeClr val="tx2"/>
          </a:solidFill>
        </p:spPr>
        <p:txBody>
          <a:bodyPr wrap="square" lIns="182880" tIns="182880" rIns="274320" bIns="182880" rtlCol="0" anchor="t" anchorCtr="0">
            <a:normAutofit/>
          </a:bodyPr>
          <a:lstStyle>
            <a:lvl1pPr>
              <a:defRPr lang="en-US" sz="5400" b="1" smtClean="0">
                <a:solidFill>
                  <a:schemeClr val="bg1"/>
                </a:solidFill>
                <a:latin typeface="HP Forma DJR Office Medium" pitchFamily="2" charset="77"/>
              </a:defRPr>
            </a:lvl1pPr>
            <a:lvl2pPr>
              <a:defRPr lang="en-US" smtClean="0"/>
            </a:lvl2pPr>
            <a:lvl3pPr>
              <a:defRPr lang="en-US" smtClean="0"/>
            </a:lvl3pPr>
            <a:lvl4pPr>
              <a:defRPr lang="en-US" smtClean="0"/>
            </a:lvl4pPr>
            <a:lvl5pPr>
              <a:defRPr lang="en-US"/>
            </a:lvl5pPr>
          </a:lstStyle>
          <a:p>
            <a:pPr lvl="0"/>
            <a:r>
              <a:rPr lang="en-US"/>
              <a:t>100%</a:t>
            </a:r>
          </a:p>
        </p:txBody>
      </p:sp>
      <p:sp>
        <p:nvSpPr>
          <p:cNvPr id="18" name="Text Placeholder stat 2">
            <a:extLst>
              <a:ext uri="{FF2B5EF4-FFF2-40B4-BE49-F238E27FC236}">
                <a16:creationId xmlns:a16="http://schemas.microsoft.com/office/drawing/2014/main" id="{DB8BF7F2-2B1C-955B-D446-8DCB99F3277D}"/>
              </a:ext>
            </a:extLst>
          </p:cNvPr>
          <p:cNvSpPr>
            <a:spLocks noGrp="1"/>
          </p:cNvSpPr>
          <p:nvPr>
            <p:ph type="body" sz="quarter" idx="28" hasCustomPrompt="1"/>
          </p:nvPr>
        </p:nvSpPr>
        <p:spPr>
          <a:xfrm>
            <a:off x="3349625" y="5033946"/>
            <a:ext cx="2602800" cy="770895"/>
          </a:xfrm>
          <a:solidFill>
            <a:schemeClr val="tx2"/>
          </a:solidFill>
        </p:spPr>
        <p:txBody>
          <a:bodyPr lIns="183600" tIns="183600" rIns="183600" bIns="183600">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Place your statistic over this block</a:t>
            </a:r>
          </a:p>
        </p:txBody>
      </p:sp>
      <p:sp>
        <p:nvSpPr>
          <p:cNvPr id="19" name="Content Placeholder stat 3">
            <a:extLst>
              <a:ext uri="{FF2B5EF4-FFF2-40B4-BE49-F238E27FC236}">
                <a16:creationId xmlns:a16="http://schemas.microsoft.com/office/drawing/2014/main" id="{9D668F54-C01D-0BB4-3BEF-3E639BD61F01}"/>
              </a:ext>
            </a:extLst>
          </p:cNvPr>
          <p:cNvSpPr>
            <a:spLocks noGrp="1"/>
          </p:cNvSpPr>
          <p:nvPr>
            <p:ph sz="quarter" idx="29" hasCustomPrompt="1"/>
          </p:nvPr>
        </p:nvSpPr>
        <p:spPr>
          <a:xfrm>
            <a:off x="6243638" y="4091241"/>
            <a:ext cx="2602516" cy="1713600"/>
          </a:xfrm>
          <a:solidFill>
            <a:schemeClr val="tx2"/>
          </a:solidFill>
        </p:spPr>
        <p:txBody>
          <a:bodyPr wrap="square" lIns="182880" tIns="182880" rIns="274320" bIns="182880" rtlCol="0" anchor="t" anchorCtr="0">
            <a:normAutofit/>
          </a:bodyPr>
          <a:lstStyle>
            <a:lvl1pPr>
              <a:defRPr lang="en-US" sz="5400" b="1" smtClean="0">
                <a:solidFill>
                  <a:schemeClr val="bg1"/>
                </a:solidFill>
                <a:latin typeface="HP Forma DJR Office Medium" pitchFamily="2" charset="77"/>
              </a:defRPr>
            </a:lvl1pPr>
            <a:lvl2pPr>
              <a:defRPr lang="en-US" smtClean="0"/>
            </a:lvl2pPr>
            <a:lvl3pPr>
              <a:defRPr lang="en-US" smtClean="0"/>
            </a:lvl3pPr>
            <a:lvl4pPr>
              <a:defRPr lang="en-US" smtClean="0"/>
            </a:lvl4pPr>
            <a:lvl5pPr>
              <a:defRPr lang="en-US"/>
            </a:lvl5pPr>
          </a:lstStyle>
          <a:p>
            <a:pPr lvl="0"/>
            <a:r>
              <a:rPr lang="en-US"/>
              <a:t>100%</a:t>
            </a:r>
          </a:p>
        </p:txBody>
      </p:sp>
      <p:sp>
        <p:nvSpPr>
          <p:cNvPr id="20" name="Text Placeholder stat 3">
            <a:extLst>
              <a:ext uri="{FF2B5EF4-FFF2-40B4-BE49-F238E27FC236}">
                <a16:creationId xmlns:a16="http://schemas.microsoft.com/office/drawing/2014/main" id="{3BABE8ED-D729-C9B1-8E96-BBEFDFF32552}"/>
              </a:ext>
            </a:extLst>
          </p:cNvPr>
          <p:cNvSpPr>
            <a:spLocks noGrp="1"/>
          </p:cNvSpPr>
          <p:nvPr>
            <p:ph type="body" sz="quarter" idx="30" hasCustomPrompt="1"/>
          </p:nvPr>
        </p:nvSpPr>
        <p:spPr>
          <a:xfrm>
            <a:off x="6243638" y="5033946"/>
            <a:ext cx="2602800" cy="770895"/>
          </a:xfrm>
          <a:solidFill>
            <a:schemeClr val="tx2"/>
          </a:solidFill>
        </p:spPr>
        <p:txBody>
          <a:bodyPr lIns="183600" tIns="183600" rIns="183600" bIns="183600">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Place your statistic over this block</a:t>
            </a:r>
          </a:p>
        </p:txBody>
      </p:sp>
      <p:sp>
        <p:nvSpPr>
          <p:cNvPr id="29" name="Content Placeholder stat 4">
            <a:extLst>
              <a:ext uri="{FF2B5EF4-FFF2-40B4-BE49-F238E27FC236}">
                <a16:creationId xmlns:a16="http://schemas.microsoft.com/office/drawing/2014/main" id="{0C382C80-767C-CD18-B847-2FDD4A391DEB}"/>
              </a:ext>
            </a:extLst>
          </p:cNvPr>
          <p:cNvSpPr>
            <a:spLocks noGrp="1"/>
          </p:cNvSpPr>
          <p:nvPr>
            <p:ph sz="quarter" idx="31" hasCustomPrompt="1"/>
          </p:nvPr>
        </p:nvSpPr>
        <p:spPr>
          <a:xfrm>
            <a:off x="9131999" y="4091241"/>
            <a:ext cx="2602516" cy="1713600"/>
          </a:xfrm>
          <a:solidFill>
            <a:schemeClr val="tx2"/>
          </a:solidFill>
        </p:spPr>
        <p:txBody>
          <a:bodyPr wrap="square" lIns="182880" tIns="182880" rIns="274320" bIns="182880" rtlCol="0" anchor="t" anchorCtr="0">
            <a:normAutofit/>
          </a:bodyPr>
          <a:lstStyle>
            <a:lvl1pPr>
              <a:defRPr lang="en-US" sz="5400" b="1" smtClean="0">
                <a:solidFill>
                  <a:schemeClr val="bg1"/>
                </a:solidFill>
                <a:latin typeface="HP Forma DJR Office Medium" pitchFamily="2" charset="77"/>
              </a:defRPr>
            </a:lvl1pPr>
            <a:lvl2pPr>
              <a:defRPr lang="en-US" smtClean="0"/>
            </a:lvl2pPr>
            <a:lvl3pPr>
              <a:defRPr lang="en-US" smtClean="0"/>
            </a:lvl3pPr>
            <a:lvl4pPr>
              <a:defRPr lang="en-US" smtClean="0"/>
            </a:lvl4pPr>
            <a:lvl5pPr>
              <a:defRPr lang="en-US"/>
            </a:lvl5pPr>
          </a:lstStyle>
          <a:p>
            <a:pPr lvl="0"/>
            <a:r>
              <a:rPr lang="en-US"/>
              <a:t>100%</a:t>
            </a:r>
          </a:p>
        </p:txBody>
      </p:sp>
      <p:sp>
        <p:nvSpPr>
          <p:cNvPr id="30" name="Text Placeholder stat 4">
            <a:extLst>
              <a:ext uri="{FF2B5EF4-FFF2-40B4-BE49-F238E27FC236}">
                <a16:creationId xmlns:a16="http://schemas.microsoft.com/office/drawing/2014/main" id="{DCEB8B98-DD56-83B9-A5A2-A560DDF167EC}"/>
              </a:ext>
            </a:extLst>
          </p:cNvPr>
          <p:cNvSpPr>
            <a:spLocks noGrp="1"/>
          </p:cNvSpPr>
          <p:nvPr>
            <p:ph type="body" sz="quarter" idx="32" hasCustomPrompt="1"/>
          </p:nvPr>
        </p:nvSpPr>
        <p:spPr>
          <a:xfrm>
            <a:off x="9131999" y="5033946"/>
            <a:ext cx="2602800" cy="770895"/>
          </a:xfrm>
          <a:solidFill>
            <a:schemeClr val="tx2"/>
          </a:solidFill>
        </p:spPr>
        <p:txBody>
          <a:bodyPr lIns="183600" tIns="183600" rIns="183600" bIns="183600">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Place your statistic over this block</a:t>
            </a:r>
          </a:p>
        </p:txBody>
      </p:sp>
    </p:spTree>
    <p:extLst>
      <p:ext uri="{BB962C8B-B14F-4D97-AF65-F5344CB8AC3E}">
        <p14:creationId xmlns:p14="http://schemas.microsoft.com/office/powerpoint/2010/main" val="1303542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M">
    <p:spTree>
      <p:nvGrpSpPr>
        <p:cNvPr id="1" name=""/>
        <p:cNvGrpSpPr/>
        <p:nvPr/>
      </p:nvGrpSpPr>
      <p:grpSpPr>
        <a:xfrm>
          <a:off x="0" y="0"/>
          <a:ext cx="0" cy="0"/>
          <a:chOff x="0" y="0"/>
          <a:chExt cx="0" cy="0"/>
        </a:xfrm>
      </p:grpSpPr>
      <p:sp>
        <p:nvSpPr>
          <p:cNvPr id="6" name="Slide Number Placeholder ">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3" name="Footer Placeholder">
            <a:extLst>
              <a:ext uri="{FF2B5EF4-FFF2-40B4-BE49-F238E27FC236}">
                <a16:creationId xmlns:a16="http://schemas.microsoft.com/office/drawing/2014/main" id="{2D5D48B7-1F02-9E62-55B4-8AA41B511DC2}"/>
              </a:ext>
            </a:extLst>
          </p:cNvPr>
          <p:cNvSpPr>
            <a:spLocks noGrp="1"/>
          </p:cNvSpPr>
          <p:nvPr>
            <p:ph type="ftr" sz="quarter" idx="27"/>
          </p:nvPr>
        </p:nvSpPr>
        <p:spPr/>
        <p:txBody>
          <a:bodyPr/>
          <a:lstStyle/>
          <a:p>
            <a:endParaRPr lang="en-US"/>
          </a:p>
        </p:txBody>
      </p:sp>
      <p:sp>
        <p:nvSpPr>
          <p:cNvPr id="12" name="Text Placeholder Section Title">
            <a:extLst>
              <a:ext uri="{FF2B5EF4-FFF2-40B4-BE49-F238E27FC236}">
                <a16:creationId xmlns:a16="http://schemas.microsoft.com/office/drawing/2014/main" id="{3EED6FE6-DBE9-7775-0CA1-ACC714155629}"/>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HP Forma DJR Office" pitchFamily="2" charset="77"/>
              </a:defRPr>
            </a:lvl1pPr>
          </a:lstStyle>
          <a:p>
            <a:pPr lvl="0"/>
            <a:r>
              <a:rPr lang="en-US"/>
              <a:t>Section Title</a:t>
            </a:r>
          </a:p>
        </p:txBody>
      </p:sp>
      <p:sp>
        <p:nvSpPr>
          <p:cNvPr id="11" name="Title Placeholder">
            <a:extLst>
              <a:ext uri="{FF2B5EF4-FFF2-40B4-BE49-F238E27FC236}">
                <a16:creationId xmlns:a16="http://schemas.microsoft.com/office/drawing/2014/main" id="{CDEF7001-23B7-3A12-BA72-A5F97663ABB1}"/>
              </a:ext>
            </a:extLst>
          </p:cNvPr>
          <p:cNvSpPr>
            <a:spLocks noGrp="1"/>
          </p:cNvSpPr>
          <p:nvPr>
            <p:ph type="title" hasCustomPrompt="1"/>
          </p:nvPr>
        </p:nvSpPr>
        <p:spPr>
          <a:xfrm>
            <a:off x="457200" y="743671"/>
            <a:ext cx="11278800" cy="393300"/>
          </a:xfrm>
          <a:prstGeom prst="rect">
            <a:avLst/>
          </a:prstGeom>
        </p:spPr>
        <p:txBody>
          <a:bodyPr vert="horz" lIns="0" tIns="0" rIns="91440" bIns="0" rtlCol="0" anchor="t">
            <a:noAutofit/>
          </a:bodyPr>
          <a:lstStyle>
            <a:lvl1pPr>
              <a:defRPr sz="3000"/>
            </a:lvl1pPr>
          </a:lstStyle>
          <a:p>
            <a:r>
              <a:rPr lang="en-US"/>
              <a:t>Click to write a slide title that fits in 1 line</a:t>
            </a:r>
          </a:p>
        </p:txBody>
      </p:sp>
      <p:sp>
        <p:nvSpPr>
          <p:cNvPr id="13" name="Text Placeholder Subtitle">
            <a:extLst>
              <a:ext uri="{FF2B5EF4-FFF2-40B4-BE49-F238E27FC236}">
                <a16:creationId xmlns:a16="http://schemas.microsoft.com/office/drawing/2014/main" id="{C0D036E8-9207-1523-A5E0-1A54AD15D503}"/>
              </a:ext>
            </a:extLst>
          </p:cNvPr>
          <p:cNvSpPr>
            <a:spLocks noGrp="1"/>
          </p:cNvSpPr>
          <p:nvPr>
            <p:ph type="body" sz="quarter" idx="13" hasCustomPrompt="1"/>
          </p:nvPr>
        </p:nvSpPr>
        <p:spPr>
          <a:xfrm>
            <a:off x="457200"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4" name="Picture Placeholder 1">
            <a:extLst>
              <a:ext uri="{FF2B5EF4-FFF2-40B4-BE49-F238E27FC236}">
                <a16:creationId xmlns:a16="http://schemas.microsoft.com/office/drawing/2014/main" id="{7304A729-DA45-32FD-0BCB-085D901DCFBB}"/>
              </a:ext>
            </a:extLst>
          </p:cNvPr>
          <p:cNvSpPr>
            <a:spLocks noGrp="1"/>
          </p:cNvSpPr>
          <p:nvPr>
            <p:ph type="pic" sz="quarter" idx="16"/>
          </p:nvPr>
        </p:nvSpPr>
        <p:spPr>
          <a:xfrm>
            <a:off x="457706" y="1901037"/>
            <a:ext cx="2818800" cy="2797926"/>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22" name="Text Placeholder Subhead 1">
            <a:extLst>
              <a:ext uri="{FF2B5EF4-FFF2-40B4-BE49-F238E27FC236}">
                <a16:creationId xmlns:a16="http://schemas.microsoft.com/office/drawing/2014/main" id="{91B41DE3-8779-89FD-C0E6-4646C1B6D7FF}"/>
              </a:ext>
            </a:extLst>
          </p:cNvPr>
          <p:cNvSpPr>
            <a:spLocks noGrp="1"/>
          </p:cNvSpPr>
          <p:nvPr>
            <p:ph type="body" sz="quarter" idx="17" hasCustomPrompt="1"/>
          </p:nvPr>
        </p:nvSpPr>
        <p:spPr>
          <a:xfrm>
            <a:off x="401907" y="4824274"/>
            <a:ext cx="2707054" cy="217476"/>
          </a:xfrm>
        </p:spPr>
        <p:txBody>
          <a:bodyPr/>
          <a:lstStyle>
            <a:lvl1pPr marL="45720" indent="0">
              <a:lnSpc>
                <a:spcPct val="100000"/>
              </a:lnSpc>
              <a:buNone/>
              <a:defRPr sz="1600" b="1" i="0">
                <a:latin typeface="HP Forma DJR Office Medium" pitchFamily="2" charset="77"/>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21" name="Text Placeholder Body 1">
            <a:extLst>
              <a:ext uri="{FF2B5EF4-FFF2-40B4-BE49-F238E27FC236}">
                <a16:creationId xmlns:a16="http://schemas.microsoft.com/office/drawing/2014/main" id="{5207B5BD-8D52-FE07-1FFD-F1DCA9075755}"/>
              </a:ext>
            </a:extLst>
          </p:cNvPr>
          <p:cNvSpPr>
            <a:spLocks noGrp="1"/>
          </p:cNvSpPr>
          <p:nvPr>
            <p:ph type="body" sz="quarter" idx="15" hasCustomPrompt="1"/>
          </p:nvPr>
        </p:nvSpPr>
        <p:spPr>
          <a:xfrm>
            <a:off x="401907" y="5145111"/>
            <a:ext cx="2707054" cy="575920"/>
          </a:xfrm>
        </p:spPr>
        <p:txBody>
          <a:bodyPr/>
          <a:lstStyle>
            <a:lvl1pPr marL="45720" indent="0">
              <a:lnSpc>
                <a:spcPct val="100000"/>
              </a:lnSpc>
              <a:buNone/>
              <a:defRPr sz="1100"/>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a:t>
            </a:r>
          </a:p>
        </p:txBody>
      </p:sp>
      <p:sp>
        <p:nvSpPr>
          <p:cNvPr id="5" name="Picture Placeholder 2">
            <a:extLst>
              <a:ext uri="{FF2B5EF4-FFF2-40B4-BE49-F238E27FC236}">
                <a16:creationId xmlns:a16="http://schemas.microsoft.com/office/drawing/2014/main" id="{F10EDF5E-4793-8C7E-1BA7-33BA3A9C4A01}"/>
              </a:ext>
            </a:extLst>
          </p:cNvPr>
          <p:cNvSpPr>
            <a:spLocks noGrp="1"/>
          </p:cNvSpPr>
          <p:nvPr>
            <p:ph type="pic" sz="quarter" idx="24"/>
          </p:nvPr>
        </p:nvSpPr>
        <p:spPr>
          <a:xfrm>
            <a:off x="3273301" y="1901037"/>
            <a:ext cx="2822699" cy="2797926"/>
          </a:xfrm>
          <a:solidFill>
            <a:schemeClr val="bg1">
              <a:lumMod val="85000"/>
            </a:schemeClr>
          </a:solidFill>
        </p:spPr>
        <p:txBody>
          <a:bodyPr anchor="ctr"/>
          <a:lstStyle>
            <a:lvl1pPr marL="45720" indent="0" algn="ctr">
              <a:buNone/>
              <a:defRPr>
                <a:solidFill>
                  <a:schemeClr val="bg1"/>
                </a:solidFill>
              </a:defRPr>
            </a:lvl1pPr>
          </a:lstStyle>
          <a:p>
            <a:r>
              <a:rPr lang="en-US"/>
              <a:t>Click icon to add picture</a:t>
            </a:r>
          </a:p>
        </p:txBody>
      </p:sp>
      <p:sp>
        <p:nvSpPr>
          <p:cNvPr id="29" name="Text Placeholder Subhead 2">
            <a:extLst>
              <a:ext uri="{FF2B5EF4-FFF2-40B4-BE49-F238E27FC236}">
                <a16:creationId xmlns:a16="http://schemas.microsoft.com/office/drawing/2014/main" id="{C42DB22F-D1B6-C34C-CBE0-F51D576B9336}"/>
              </a:ext>
            </a:extLst>
          </p:cNvPr>
          <p:cNvSpPr>
            <a:spLocks noGrp="1"/>
          </p:cNvSpPr>
          <p:nvPr>
            <p:ph type="body" sz="quarter" idx="19" hasCustomPrompt="1"/>
          </p:nvPr>
        </p:nvSpPr>
        <p:spPr>
          <a:xfrm>
            <a:off x="3218771" y="4824274"/>
            <a:ext cx="2707054" cy="217476"/>
          </a:xfrm>
        </p:spPr>
        <p:txBody>
          <a:bodyPr/>
          <a:lstStyle>
            <a:lvl1pPr marL="45720" indent="0">
              <a:lnSpc>
                <a:spcPct val="100000"/>
              </a:lnSpc>
              <a:buNone/>
              <a:defRPr sz="1600" b="1" i="0">
                <a:latin typeface="HP Forma DJR Office Medium" pitchFamily="2" charset="77"/>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20" name="Text Placeholder Body 2">
            <a:extLst>
              <a:ext uri="{FF2B5EF4-FFF2-40B4-BE49-F238E27FC236}">
                <a16:creationId xmlns:a16="http://schemas.microsoft.com/office/drawing/2014/main" id="{76E5641A-EE68-9931-57CF-0569317651A4}"/>
              </a:ext>
            </a:extLst>
          </p:cNvPr>
          <p:cNvSpPr>
            <a:spLocks noGrp="1"/>
          </p:cNvSpPr>
          <p:nvPr>
            <p:ph type="body" sz="quarter" idx="18" hasCustomPrompt="1"/>
          </p:nvPr>
        </p:nvSpPr>
        <p:spPr>
          <a:xfrm>
            <a:off x="3218771" y="5145111"/>
            <a:ext cx="2707054" cy="575920"/>
          </a:xfrm>
        </p:spPr>
        <p:txBody>
          <a:bodyPr/>
          <a:lstStyle>
            <a:lvl1pPr marL="45720" indent="0">
              <a:lnSpc>
                <a:spcPct val="100000"/>
              </a:lnSpc>
              <a:buNone/>
              <a:defRPr sz="1100"/>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a:t>
            </a:r>
          </a:p>
        </p:txBody>
      </p:sp>
      <p:sp>
        <p:nvSpPr>
          <p:cNvPr id="7" name="Picture Placeholder 3">
            <a:extLst>
              <a:ext uri="{FF2B5EF4-FFF2-40B4-BE49-F238E27FC236}">
                <a16:creationId xmlns:a16="http://schemas.microsoft.com/office/drawing/2014/main" id="{F9546FD9-8119-295E-1730-C618331ACD80}"/>
              </a:ext>
            </a:extLst>
          </p:cNvPr>
          <p:cNvSpPr>
            <a:spLocks noGrp="1"/>
          </p:cNvSpPr>
          <p:nvPr>
            <p:ph type="pic" sz="quarter" idx="25"/>
          </p:nvPr>
        </p:nvSpPr>
        <p:spPr>
          <a:xfrm>
            <a:off x="6096000" y="1901037"/>
            <a:ext cx="2818800" cy="2797926"/>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31" name="Text Placeholder Subhead 3">
            <a:extLst>
              <a:ext uri="{FF2B5EF4-FFF2-40B4-BE49-F238E27FC236}">
                <a16:creationId xmlns:a16="http://schemas.microsoft.com/office/drawing/2014/main" id="{9E66EB15-C703-750D-0491-6BBCEF1D535E}"/>
              </a:ext>
            </a:extLst>
          </p:cNvPr>
          <p:cNvSpPr>
            <a:spLocks noGrp="1"/>
          </p:cNvSpPr>
          <p:nvPr>
            <p:ph type="body" sz="quarter" idx="21" hasCustomPrompt="1"/>
          </p:nvPr>
        </p:nvSpPr>
        <p:spPr>
          <a:xfrm>
            <a:off x="6039529" y="4824274"/>
            <a:ext cx="2707054" cy="217476"/>
          </a:xfrm>
        </p:spPr>
        <p:txBody>
          <a:bodyPr/>
          <a:lstStyle>
            <a:lvl1pPr marL="45720" indent="0">
              <a:lnSpc>
                <a:spcPct val="100000"/>
              </a:lnSpc>
              <a:buNone/>
              <a:defRPr sz="1600" b="1" i="0">
                <a:latin typeface="HP Forma DJR Office Medium" pitchFamily="2" charset="77"/>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30" name="Text Placeholder Body 3">
            <a:extLst>
              <a:ext uri="{FF2B5EF4-FFF2-40B4-BE49-F238E27FC236}">
                <a16:creationId xmlns:a16="http://schemas.microsoft.com/office/drawing/2014/main" id="{EAA8CECE-12CF-293D-D71A-090EBC9604C0}"/>
              </a:ext>
            </a:extLst>
          </p:cNvPr>
          <p:cNvSpPr>
            <a:spLocks noGrp="1"/>
          </p:cNvSpPr>
          <p:nvPr>
            <p:ph type="body" sz="quarter" idx="20" hasCustomPrompt="1"/>
          </p:nvPr>
        </p:nvSpPr>
        <p:spPr>
          <a:xfrm>
            <a:off x="6039529" y="5145111"/>
            <a:ext cx="2707054" cy="575920"/>
          </a:xfrm>
        </p:spPr>
        <p:txBody>
          <a:bodyPr/>
          <a:lstStyle>
            <a:lvl1pPr marL="45720" indent="0">
              <a:lnSpc>
                <a:spcPct val="100000"/>
              </a:lnSpc>
              <a:buNone/>
              <a:defRPr sz="1100"/>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a:t>
            </a:r>
          </a:p>
        </p:txBody>
      </p:sp>
      <p:sp>
        <p:nvSpPr>
          <p:cNvPr id="8" name="Picture Placeholder 4">
            <a:extLst>
              <a:ext uri="{FF2B5EF4-FFF2-40B4-BE49-F238E27FC236}">
                <a16:creationId xmlns:a16="http://schemas.microsoft.com/office/drawing/2014/main" id="{477A24E4-F7D9-9815-E293-20C9C8579356}"/>
              </a:ext>
            </a:extLst>
          </p:cNvPr>
          <p:cNvSpPr>
            <a:spLocks noGrp="1"/>
          </p:cNvSpPr>
          <p:nvPr>
            <p:ph type="pic" sz="quarter" idx="26"/>
          </p:nvPr>
        </p:nvSpPr>
        <p:spPr>
          <a:xfrm>
            <a:off x="8911595" y="1901037"/>
            <a:ext cx="2822400" cy="2797926"/>
          </a:xfrm>
          <a:solidFill>
            <a:schemeClr val="bg1">
              <a:lumMod val="85000"/>
            </a:schemeClr>
          </a:solidFill>
        </p:spPr>
        <p:txBody>
          <a:bodyPr anchor="ctr"/>
          <a:lstStyle>
            <a:lvl1pPr marL="45720" indent="0" algn="ctr">
              <a:buNone/>
              <a:defRPr>
                <a:solidFill>
                  <a:schemeClr val="bg1"/>
                </a:solidFill>
              </a:defRPr>
            </a:lvl1pPr>
          </a:lstStyle>
          <a:p>
            <a:r>
              <a:rPr lang="en-US"/>
              <a:t>Click icon to add picture</a:t>
            </a:r>
          </a:p>
        </p:txBody>
      </p:sp>
      <p:sp>
        <p:nvSpPr>
          <p:cNvPr id="32" name="Text Placeholder Body 4">
            <a:extLst>
              <a:ext uri="{FF2B5EF4-FFF2-40B4-BE49-F238E27FC236}">
                <a16:creationId xmlns:a16="http://schemas.microsoft.com/office/drawing/2014/main" id="{55EC4EE5-B9E2-6A68-8DD3-223573D9AE5D}"/>
              </a:ext>
            </a:extLst>
          </p:cNvPr>
          <p:cNvSpPr>
            <a:spLocks noGrp="1"/>
          </p:cNvSpPr>
          <p:nvPr>
            <p:ph type="body" sz="quarter" idx="22" hasCustomPrompt="1"/>
          </p:nvPr>
        </p:nvSpPr>
        <p:spPr>
          <a:xfrm>
            <a:off x="8857930" y="5145111"/>
            <a:ext cx="2707054" cy="575920"/>
          </a:xfrm>
        </p:spPr>
        <p:txBody>
          <a:bodyPr/>
          <a:lstStyle>
            <a:lvl1pPr marL="45720" indent="0">
              <a:lnSpc>
                <a:spcPct val="100000"/>
              </a:lnSpc>
              <a:buNone/>
              <a:defRPr sz="1100"/>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a:t>
            </a:r>
          </a:p>
        </p:txBody>
      </p:sp>
      <p:sp>
        <p:nvSpPr>
          <p:cNvPr id="33" name="Text Placeholder Subhead 4">
            <a:extLst>
              <a:ext uri="{FF2B5EF4-FFF2-40B4-BE49-F238E27FC236}">
                <a16:creationId xmlns:a16="http://schemas.microsoft.com/office/drawing/2014/main" id="{69A52991-E9E0-9089-0102-BAFABF5CA93E}"/>
              </a:ext>
            </a:extLst>
          </p:cNvPr>
          <p:cNvSpPr>
            <a:spLocks noGrp="1"/>
          </p:cNvSpPr>
          <p:nvPr>
            <p:ph type="body" sz="quarter" idx="23" hasCustomPrompt="1"/>
          </p:nvPr>
        </p:nvSpPr>
        <p:spPr>
          <a:xfrm>
            <a:off x="8857930" y="4824274"/>
            <a:ext cx="2707054" cy="217476"/>
          </a:xfrm>
        </p:spPr>
        <p:txBody>
          <a:bodyPr/>
          <a:lstStyle>
            <a:lvl1pPr marL="45720" indent="0">
              <a:lnSpc>
                <a:spcPct val="100000"/>
              </a:lnSpc>
              <a:buNone/>
              <a:defRPr sz="1600" b="1" i="0">
                <a:latin typeface="HP Forma DJR Office Medium" pitchFamily="2" charset="77"/>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Tree>
    <p:extLst>
      <p:ext uri="{BB962C8B-B14F-4D97-AF65-F5344CB8AC3E}">
        <p14:creationId xmlns:p14="http://schemas.microsoft.com/office/powerpoint/2010/main" val="1856971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13" name="Footer Placeholder">
            <a:extLst>
              <a:ext uri="{FF2B5EF4-FFF2-40B4-BE49-F238E27FC236}">
                <a16:creationId xmlns:a16="http://schemas.microsoft.com/office/drawing/2014/main" id="{523B1A05-E185-7E4E-BF44-20D6031B8D25}"/>
              </a:ext>
            </a:extLst>
          </p:cNvPr>
          <p:cNvSpPr>
            <a:spLocks noGrp="1"/>
          </p:cNvSpPr>
          <p:nvPr>
            <p:ph type="ftr" sz="quarter" idx="39"/>
          </p:nvPr>
        </p:nvSpPr>
        <p:spPr/>
        <p:txBody>
          <a:bodyPr/>
          <a:lstStyle/>
          <a:p>
            <a:endParaRPr lang="en-US"/>
          </a:p>
        </p:txBody>
      </p:sp>
      <p:sp>
        <p:nvSpPr>
          <p:cNvPr id="10" name="Text Placeholder Section Title">
            <a:extLst>
              <a:ext uri="{FF2B5EF4-FFF2-40B4-BE49-F238E27FC236}">
                <a16:creationId xmlns:a16="http://schemas.microsoft.com/office/drawing/2014/main" id="{0ADAD9BC-9FDD-C6EB-3B7A-7AC31F655C25}"/>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HP Forma DJR Office" pitchFamily="2" charset="77"/>
              </a:defRPr>
            </a:lvl1pPr>
          </a:lstStyle>
          <a:p>
            <a:pPr lvl="0"/>
            <a:r>
              <a:rPr lang="en-US"/>
              <a:t>Section Title</a:t>
            </a:r>
          </a:p>
        </p:txBody>
      </p:sp>
      <p:sp>
        <p:nvSpPr>
          <p:cNvPr id="8" name="Title Placeholder">
            <a:extLst>
              <a:ext uri="{FF2B5EF4-FFF2-40B4-BE49-F238E27FC236}">
                <a16:creationId xmlns:a16="http://schemas.microsoft.com/office/drawing/2014/main" id="{717650D2-20A9-3620-333B-46E27BD33AFD}"/>
              </a:ext>
            </a:extLst>
          </p:cNvPr>
          <p:cNvSpPr>
            <a:spLocks noGrp="1"/>
          </p:cNvSpPr>
          <p:nvPr>
            <p:ph type="title" hasCustomPrompt="1"/>
          </p:nvPr>
        </p:nvSpPr>
        <p:spPr>
          <a:xfrm>
            <a:off x="457200" y="743671"/>
            <a:ext cx="11278800" cy="393300"/>
          </a:xfrm>
          <a:prstGeom prst="rect">
            <a:avLst/>
          </a:prstGeom>
        </p:spPr>
        <p:txBody>
          <a:bodyPr vert="horz" lIns="0" tIns="0" rIns="91440" bIns="0" rtlCol="0" anchor="t">
            <a:noAutofit/>
          </a:bodyPr>
          <a:lstStyle>
            <a:lvl1pPr>
              <a:defRPr sz="3000"/>
            </a:lvl1pPr>
          </a:lstStyle>
          <a:p>
            <a:r>
              <a:rPr lang="en-US"/>
              <a:t>Click to write a slide title that fits in 1 line</a:t>
            </a:r>
          </a:p>
        </p:txBody>
      </p:sp>
      <p:sp>
        <p:nvSpPr>
          <p:cNvPr id="21" name="Text Placeholder Subtitle">
            <a:extLst>
              <a:ext uri="{FF2B5EF4-FFF2-40B4-BE49-F238E27FC236}">
                <a16:creationId xmlns:a16="http://schemas.microsoft.com/office/drawing/2014/main" id="{AFD3D560-3B40-C27A-03FE-DFB6D4DAC7DD}"/>
              </a:ext>
            </a:extLst>
          </p:cNvPr>
          <p:cNvSpPr>
            <a:spLocks noGrp="1"/>
          </p:cNvSpPr>
          <p:nvPr>
            <p:ph type="body" sz="quarter" idx="13" hasCustomPrompt="1"/>
          </p:nvPr>
        </p:nvSpPr>
        <p:spPr>
          <a:xfrm>
            <a:off x="457200"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12" name="Text Placeholder Subhead 1">
            <a:extLst>
              <a:ext uri="{FF2B5EF4-FFF2-40B4-BE49-F238E27FC236}">
                <a16:creationId xmlns:a16="http://schemas.microsoft.com/office/drawing/2014/main" id="{EB74AB36-27D6-DA6F-CD6D-38D517D98E74}"/>
              </a:ext>
            </a:extLst>
          </p:cNvPr>
          <p:cNvSpPr>
            <a:spLocks noGrp="1"/>
          </p:cNvSpPr>
          <p:nvPr>
            <p:ph type="body" sz="quarter" idx="17" hasCustomPrompt="1"/>
          </p:nvPr>
        </p:nvSpPr>
        <p:spPr>
          <a:xfrm>
            <a:off x="457200" y="1760400"/>
            <a:ext cx="2598738" cy="217476"/>
          </a:xfrm>
        </p:spPr>
        <p:txBody>
          <a:bodyPr/>
          <a:lstStyle>
            <a:lvl1pPr marL="0" indent="0">
              <a:lnSpc>
                <a:spcPct val="100000"/>
              </a:lnSpc>
              <a:buNone/>
              <a:defRPr sz="1600" b="1" i="0">
                <a:latin typeface="HP Forma DJR Office Medium" pitchFamily="2" charset="77"/>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11" name="Text Placeholder Body 1">
            <a:extLst>
              <a:ext uri="{FF2B5EF4-FFF2-40B4-BE49-F238E27FC236}">
                <a16:creationId xmlns:a16="http://schemas.microsoft.com/office/drawing/2014/main" id="{FCE63746-ECB0-8EBF-0948-1B06FFC85E8D}"/>
              </a:ext>
            </a:extLst>
          </p:cNvPr>
          <p:cNvSpPr>
            <a:spLocks noGrp="1"/>
          </p:cNvSpPr>
          <p:nvPr>
            <p:ph type="body" sz="quarter" idx="15" hasCustomPrompt="1"/>
          </p:nvPr>
        </p:nvSpPr>
        <p:spPr>
          <a:xfrm>
            <a:off x="457200" y="2098801"/>
            <a:ext cx="2598738" cy="370668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5" name="Text Placeholder Subhead 2">
            <a:extLst>
              <a:ext uri="{FF2B5EF4-FFF2-40B4-BE49-F238E27FC236}">
                <a16:creationId xmlns:a16="http://schemas.microsoft.com/office/drawing/2014/main" id="{B8F300AF-81AD-DF5E-3EC5-0925DA200C93}"/>
              </a:ext>
            </a:extLst>
          </p:cNvPr>
          <p:cNvSpPr>
            <a:spLocks noGrp="1"/>
          </p:cNvSpPr>
          <p:nvPr>
            <p:ph type="body" sz="quarter" idx="19" hasCustomPrompt="1"/>
          </p:nvPr>
        </p:nvSpPr>
        <p:spPr>
          <a:xfrm>
            <a:off x="3349625" y="1760400"/>
            <a:ext cx="2598738" cy="217476"/>
          </a:xfrm>
        </p:spPr>
        <p:txBody>
          <a:bodyPr/>
          <a:lstStyle>
            <a:lvl1pPr marL="0" indent="0">
              <a:lnSpc>
                <a:spcPct val="100000"/>
              </a:lnSpc>
              <a:buNone/>
              <a:defRPr sz="1600" b="1" i="0">
                <a:latin typeface="HP Forma DJR Office Medium" pitchFamily="2" charset="77"/>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14" name="Text Placeholder Body 2">
            <a:extLst>
              <a:ext uri="{FF2B5EF4-FFF2-40B4-BE49-F238E27FC236}">
                <a16:creationId xmlns:a16="http://schemas.microsoft.com/office/drawing/2014/main" id="{B6629329-E9D9-C6C2-BCE3-A5D1AF030B34}"/>
              </a:ext>
            </a:extLst>
          </p:cNvPr>
          <p:cNvSpPr>
            <a:spLocks noGrp="1"/>
          </p:cNvSpPr>
          <p:nvPr>
            <p:ph type="body" sz="quarter" idx="18" hasCustomPrompt="1"/>
          </p:nvPr>
        </p:nvSpPr>
        <p:spPr>
          <a:xfrm>
            <a:off x="3349625" y="2098801"/>
            <a:ext cx="2598738" cy="370668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3" name="Content Placeholder stat 1">
            <a:extLst>
              <a:ext uri="{FF2B5EF4-FFF2-40B4-BE49-F238E27FC236}">
                <a16:creationId xmlns:a16="http://schemas.microsoft.com/office/drawing/2014/main" id="{44FB7B3A-02DB-1B9E-3238-F2FEAC0A584F}"/>
              </a:ext>
            </a:extLst>
          </p:cNvPr>
          <p:cNvSpPr>
            <a:spLocks noGrp="1"/>
          </p:cNvSpPr>
          <p:nvPr>
            <p:ph sz="quarter" idx="31" hasCustomPrompt="1"/>
          </p:nvPr>
        </p:nvSpPr>
        <p:spPr>
          <a:xfrm>
            <a:off x="6243638" y="1793875"/>
            <a:ext cx="2602516" cy="1713600"/>
          </a:xfrm>
          <a:solidFill>
            <a:schemeClr val="tx2"/>
          </a:solidFill>
        </p:spPr>
        <p:txBody>
          <a:bodyPr wrap="square" lIns="182880" tIns="182880" rIns="274320" bIns="182880" rtlCol="0" anchor="t" anchorCtr="0">
            <a:normAutofit/>
          </a:bodyPr>
          <a:lstStyle>
            <a:lvl1pPr>
              <a:defRPr lang="en-US" sz="5400" b="1" smtClean="0">
                <a:solidFill>
                  <a:schemeClr val="bg1"/>
                </a:solidFill>
                <a:latin typeface="HP Forma DJR Office Medium" pitchFamily="2" charset="77"/>
              </a:defRPr>
            </a:lvl1pPr>
            <a:lvl2pPr>
              <a:defRPr lang="en-US" smtClean="0"/>
            </a:lvl2pPr>
            <a:lvl3pPr>
              <a:defRPr lang="en-US" smtClean="0"/>
            </a:lvl3pPr>
            <a:lvl4pPr>
              <a:defRPr lang="en-US" smtClean="0"/>
            </a:lvl4pPr>
            <a:lvl5pPr>
              <a:defRPr lang="en-US"/>
            </a:lvl5pPr>
          </a:lstStyle>
          <a:p>
            <a:pPr lvl="0"/>
            <a:r>
              <a:rPr lang="en-US"/>
              <a:t>100%</a:t>
            </a:r>
          </a:p>
        </p:txBody>
      </p:sp>
      <p:sp>
        <p:nvSpPr>
          <p:cNvPr id="4" name="Text Placeholder stat 1">
            <a:extLst>
              <a:ext uri="{FF2B5EF4-FFF2-40B4-BE49-F238E27FC236}">
                <a16:creationId xmlns:a16="http://schemas.microsoft.com/office/drawing/2014/main" id="{F4863D4C-44E2-8CD3-6BAC-5D15567475E5}"/>
              </a:ext>
            </a:extLst>
          </p:cNvPr>
          <p:cNvSpPr>
            <a:spLocks noGrp="1"/>
          </p:cNvSpPr>
          <p:nvPr>
            <p:ph type="body" sz="quarter" idx="32" hasCustomPrompt="1"/>
          </p:nvPr>
        </p:nvSpPr>
        <p:spPr>
          <a:xfrm>
            <a:off x="6243638" y="2736580"/>
            <a:ext cx="2602800" cy="770895"/>
          </a:xfrm>
          <a:solidFill>
            <a:schemeClr val="tx2"/>
          </a:solidFill>
        </p:spPr>
        <p:txBody>
          <a:bodyPr lIns="183600" tIns="183600" rIns="183600" bIns="183600">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Place your statistic over this block</a:t>
            </a:r>
          </a:p>
        </p:txBody>
      </p:sp>
      <p:sp>
        <p:nvSpPr>
          <p:cNvPr id="5" name="Content Placeholder stat 2">
            <a:extLst>
              <a:ext uri="{FF2B5EF4-FFF2-40B4-BE49-F238E27FC236}">
                <a16:creationId xmlns:a16="http://schemas.microsoft.com/office/drawing/2014/main" id="{4A04D824-BD1F-FF06-AC4E-6D81909577C8}"/>
              </a:ext>
            </a:extLst>
          </p:cNvPr>
          <p:cNvSpPr>
            <a:spLocks noGrp="1"/>
          </p:cNvSpPr>
          <p:nvPr>
            <p:ph sz="quarter" idx="33" hasCustomPrompt="1"/>
          </p:nvPr>
        </p:nvSpPr>
        <p:spPr>
          <a:xfrm>
            <a:off x="6243638" y="3713243"/>
            <a:ext cx="2602516" cy="1713600"/>
          </a:xfrm>
          <a:solidFill>
            <a:schemeClr val="tx2"/>
          </a:solidFill>
        </p:spPr>
        <p:txBody>
          <a:bodyPr wrap="square" lIns="182880" tIns="182880" rIns="274320" bIns="182880" rtlCol="0" anchor="t" anchorCtr="0">
            <a:normAutofit/>
          </a:bodyPr>
          <a:lstStyle>
            <a:lvl1pPr>
              <a:defRPr lang="en-US" sz="5400" b="1" smtClean="0">
                <a:solidFill>
                  <a:schemeClr val="bg1"/>
                </a:solidFill>
                <a:latin typeface="HP Forma DJR Office Medium" pitchFamily="2" charset="77"/>
              </a:defRPr>
            </a:lvl1pPr>
            <a:lvl2pPr>
              <a:defRPr lang="en-US" smtClean="0"/>
            </a:lvl2pPr>
            <a:lvl3pPr>
              <a:defRPr lang="en-US" smtClean="0"/>
            </a:lvl3pPr>
            <a:lvl4pPr>
              <a:defRPr lang="en-US" smtClean="0"/>
            </a:lvl4pPr>
            <a:lvl5pPr>
              <a:defRPr lang="en-US"/>
            </a:lvl5pPr>
          </a:lstStyle>
          <a:p>
            <a:pPr lvl="0"/>
            <a:r>
              <a:rPr lang="en-US"/>
              <a:t>100%</a:t>
            </a:r>
          </a:p>
        </p:txBody>
      </p:sp>
      <p:sp>
        <p:nvSpPr>
          <p:cNvPr id="7" name="Text Placeholder stat 2">
            <a:extLst>
              <a:ext uri="{FF2B5EF4-FFF2-40B4-BE49-F238E27FC236}">
                <a16:creationId xmlns:a16="http://schemas.microsoft.com/office/drawing/2014/main" id="{7B77D186-3E37-A99F-B583-D2BF63D12564}"/>
              </a:ext>
            </a:extLst>
          </p:cNvPr>
          <p:cNvSpPr>
            <a:spLocks noGrp="1"/>
          </p:cNvSpPr>
          <p:nvPr>
            <p:ph type="body" sz="quarter" idx="34" hasCustomPrompt="1"/>
          </p:nvPr>
        </p:nvSpPr>
        <p:spPr>
          <a:xfrm>
            <a:off x="6243638" y="4655948"/>
            <a:ext cx="2602800" cy="770895"/>
          </a:xfrm>
          <a:solidFill>
            <a:schemeClr val="tx2"/>
          </a:solidFill>
        </p:spPr>
        <p:txBody>
          <a:bodyPr lIns="183600" tIns="183600" rIns="183600" bIns="183600">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Place your statistic over this block</a:t>
            </a:r>
          </a:p>
        </p:txBody>
      </p:sp>
      <p:sp>
        <p:nvSpPr>
          <p:cNvPr id="9" name="Content Placeholder stat 3">
            <a:extLst>
              <a:ext uri="{FF2B5EF4-FFF2-40B4-BE49-F238E27FC236}">
                <a16:creationId xmlns:a16="http://schemas.microsoft.com/office/drawing/2014/main" id="{A5ABD5A8-F739-E7BA-9965-904E207A66F7}"/>
              </a:ext>
            </a:extLst>
          </p:cNvPr>
          <p:cNvSpPr>
            <a:spLocks noGrp="1"/>
          </p:cNvSpPr>
          <p:nvPr>
            <p:ph sz="quarter" idx="35" hasCustomPrompt="1"/>
          </p:nvPr>
        </p:nvSpPr>
        <p:spPr>
          <a:xfrm>
            <a:off x="9136063" y="1793875"/>
            <a:ext cx="2602516" cy="1713600"/>
          </a:xfrm>
          <a:solidFill>
            <a:schemeClr val="tx1"/>
          </a:solidFill>
        </p:spPr>
        <p:txBody>
          <a:bodyPr wrap="square" lIns="182880" tIns="182880" rIns="274320" bIns="182880" rtlCol="0" anchor="t" anchorCtr="0">
            <a:normAutofit/>
          </a:bodyPr>
          <a:lstStyle>
            <a:lvl1pPr>
              <a:defRPr lang="en-US" sz="5400" b="1" smtClean="0">
                <a:solidFill>
                  <a:schemeClr val="bg1"/>
                </a:solidFill>
                <a:latin typeface="HP Forma DJR Office Medium" pitchFamily="2" charset="77"/>
              </a:defRPr>
            </a:lvl1pPr>
            <a:lvl2pPr>
              <a:defRPr lang="en-US" smtClean="0"/>
            </a:lvl2pPr>
            <a:lvl3pPr>
              <a:defRPr lang="en-US" smtClean="0"/>
            </a:lvl3pPr>
            <a:lvl4pPr>
              <a:defRPr lang="en-US" smtClean="0"/>
            </a:lvl4pPr>
            <a:lvl5pPr>
              <a:defRPr lang="en-US"/>
            </a:lvl5pPr>
          </a:lstStyle>
          <a:p>
            <a:pPr lvl="0"/>
            <a:r>
              <a:rPr lang="en-US"/>
              <a:t>100%</a:t>
            </a:r>
          </a:p>
        </p:txBody>
      </p:sp>
      <p:sp>
        <p:nvSpPr>
          <p:cNvPr id="16" name="Text Placeholder stat 3">
            <a:extLst>
              <a:ext uri="{FF2B5EF4-FFF2-40B4-BE49-F238E27FC236}">
                <a16:creationId xmlns:a16="http://schemas.microsoft.com/office/drawing/2014/main" id="{6A61DB59-854D-F220-1CD5-58F130138CC3}"/>
              </a:ext>
            </a:extLst>
          </p:cNvPr>
          <p:cNvSpPr>
            <a:spLocks noGrp="1"/>
          </p:cNvSpPr>
          <p:nvPr>
            <p:ph type="body" sz="quarter" idx="36" hasCustomPrompt="1"/>
          </p:nvPr>
        </p:nvSpPr>
        <p:spPr>
          <a:xfrm>
            <a:off x="9136063" y="2736580"/>
            <a:ext cx="2602800" cy="770895"/>
          </a:xfrm>
          <a:solidFill>
            <a:schemeClr val="tx1"/>
          </a:solidFill>
        </p:spPr>
        <p:txBody>
          <a:bodyPr lIns="183600" tIns="183600" rIns="183600" bIns="183600">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Place your statistic over this block</a:t>
            </a:r>
          </a:p>
        </p:txBody>
      </p:sp>
      <p:sp>
        <p:nvSpPr>
          <p:cNvPr id="17" name="Content Placeholder stat 4">
            <a:extLst>
              <a:ext uri="{FF2B5EF4-FFF2-40B4-BE49-F238E27FC236}">
                <a16:creationId xmlns:a16="http://schemas.microsoft.com/office/drawing/2014/main" id="{9E7D5289-E1C1-849B-6DA1-4197C9D9FBFE}"/>
              </a:ext>
            </a:extLst>
          </p:cNvPr>
          <p:cNvSpPr>
            <a:spLocks noGrp="1"/>
          </p:cNvSpPr>
          <p:nvPr>
            <p:ph sz="quarter" idx="37" hasCustomPrompt="1"/>
          </p:nvPr>
        </p:nvSpPr>
        <p:spPr>
          <a:xfrm>
            <a:off x="9136063" y="3713243"/>
            <a:ext cx="2602516" cy="1713600"/>
          </a:xfrm>
          <a:solidFill>
            <a:schemeClr val="tx1"/>
          </a:solidFill>
        </p:spPr>
        <p:txBody>
          <a:bodyPr wrap="square" lIns="182880" tIns="182880" rIns="274320" bIns="182880" rtlCol="0" anchor="t" anchorCtr="0">
            <a:normAutofit/>
          </a:bodyPr>
          <a:lstStyle>
            <a:lvl1pPr>
              <a:defRPr lang="en-US" sz="5400" b="1" smtClean="0">
                <a:solidFill>
                  <a:schemeClr val="bg1"/>
                </a:solidFill>
                <a:latin typeface="HP Forma DJR Office Medium" pitchFamily="2" charset="77"/>
              </a:defRPr>
            </a:lvl1pPr>
            <a:lvl2pPr>
              <a:defRPr lang="en-US" smtClean="0"/>
            </a:lvl2pPr>
            <a:lvl3pPr>
              <a:defRPr lang="en-US" smtClean="0"/>
            </a:lvl3pPr>
            <a:lvl4pPr>
              <a:defRPr lang="en-US" smtClean="0"/>
            </a:lvl4pPr>
            <a:lvl5pPr>
              <a:defRPr lang="en-US"/>
            </a:lvl5pPr>
          </a:lstStyle>
          <a:p>
            <a:pPr lvl="0"/>
            <a:r>
              <a:rPr lang="en-US"/>
              <a:t>100%</a:t>
            </a:r>
          </a:p>
        </p:txBody>
      </p:sp>
      <p:sp>
        <p:nvSpPr>
          <p:cNvPr id="22" name="Text Placeholder stat 4">
            <a:extLst>
              <a:ext uri="{FF2B5EF4-FFF2-40B4-BE49-F238E27FC236}">
                <a16:creationId xmlns:a16="http://schemas.microsoft.com/office/drawing/2014/main" id="{16A71F7B-0ED2-D885-C997-34CBCE634A90}"/>
              </a:ext>
            </a:extLst>
          </p:cNvPr>
          <p:cNvSpPr>
            <a:spLocks noGrp="1"/>
          </p:cNvSpPr>
          <p:nvPr>
            <p:ph type="body" sz="quarter" idx="38" hasCustomPrompt="1"/>
          </p:nvPr>
        </p:nvSpPr>
        <p:spPr>
          <a:xfrm>
            <a:off x="9136063" y="4655948"/>
            <a:ext cx="2602800" cy="770895"/>
          </a:xfrm>
          <a:solidFill>
            <a:schemeClr val="tx1"/>
          </a:solidFill>
        </p:spPr>
        <p:txBody>
          <a:bodyPr lIns="183600" tIns="183600" rIns="183600" bIns="183600">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Place your statistic over this block</a:t>
            </a:r>
          </a:p>
        </p:txBody>
      </p:sp>
    </p:spTree>
    <p:extLst>
      <p:ext uri="{BB962C8B-B14F-4D97-AF65-F5344CB8AC3E}">
        <p14:creationId xmlns:p14="http://schemas.microsoft.com/office/powerpoint/2010/main" val="2911014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O">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4" name="Footer Placeholder">
            <a:extLst>
              <a:ext uri="{FF2B5EF4-FFF2-40B4-BE49-F238E27FC236}">
                <a16:creationId xmlns:a16="http://schemas.microsoft.com/office/drawing/2014/main" id="{61C94AAB-B813-5EAE-45E8-80378206FD2C}"/>
              </a:ext>
            </a:extLst>
          </p:cNvPr>
          <p:cNvSpPr>
            <a:spLocks noGrp="1"/>
          </p:cNvSpPr>
          <p:nvPr>
            <p:ph type="ftr" sz="quarter" idx="20"/>
          </p:nvPr>
        </p:nvSpPr>
        <p:spPr/>
        <p:txBody>
          <a:bodyPr/>
          <a:lstStyle/>
          <a:p>
            <a:endParaRPr lang="en-US"/>
          </a:p>
        </p:txBody>
      </p:sp>
      <p:sp>
        <p:nvSpPr>
          <p:cNvPr id="13" name="Text Placeholder Subtitle">
            <a:extLst>
              <a:ext uri="{FF2B5EF4-FFF2-40B4-BE49-F238E27FC236}">
                <a16:creationId xmlns:a16="http://schemas.microsoft.com/office/drawing/2014/main" id="{DD1D2675-0CE6-0E40-73C1-DAC4940DA87C}"/>
              </a:ext>
            </a:extLst>
          </p:cNvPr>
          <p:cNvSpPr>
            <a:spLocks noGrp="1"/>
          </p:cNvSpPr>
          <p:nvPr>
            <p:ph type="body" sz="quarter" idx="13" hasCustomPrompt="1"/>
          </p:nvPr>
        </p:nvSpPr>
        <p:spPr>
          <a:xfrm>
            <a:off x="457200"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8" name="Title Placeholder">
            <a:extLst>
              <a:ext uri="{FF2B5EF4-FFF2-40B4-BE49-F238E27FC236}">
                <a16:creationId xmlns:a16="http://schemas.microsoft.com/office/drawing/2014/main" id="{BB1D5596-F08D-F3D8-B71E-0CE2BB2F959D}"/>
              </a:ext>
            </a:extLst>
          </p:cNvPr>
          <p:cNvSpPr>
            <a:spLocks noGrp="1"/>
          </p:cNvSpPr>
          <p:nvPr>
            <p:ph type="title" hasCustomPrompt="1"/>
          </p:nvPr>
        </p:nvSpPr>
        <p:spPr>
          <a:xfrm>
            <a:off x="457200" y="743671"/>
            <a:ext cx="11278800" cy="393300"/>
          </a:xfrm>
          <a:prstGeom prst="rect">
            <a:avLst/>
          </a:prstGeom>
        </p:spPr>
        <p:txBody>
          <a:bodyPr vert="horz" lIns="0" tIns="0" rIns="91440" bIns="0" rtlCol="0" anchor="t">
            <a:noAutofit/>
          </a:bodyPr>
          <a:lstStyle>
            <a:lvl1pPr>
              <a:defRPr sz="3000"/>
            </a:lvl1pPr>
          </a:lstStyle>
          <a:p>
            <a:r>
              <a:rPr lang="en-US"/>
              <a:t>Click to write a slide title that fits in 1 line</a:t>
            </a:r>
          </a:p>
        </p:txBody>
      </p:sp>
      <p:sp>
        <p:nvSpPr>
          <p:cNvPr id="10" name="Text Placeholder Section Title">
            <a:extLst>
              <a:ext uri="{FF2B5EF4-FFF2-40B4-BE49-F238E27FC236}">
                <a16:creationId xmlns:a16="http://schemas.microsoft.com/office/drawing/2014/main" id="{2ABE90F4-11F1-1636-D404-59A80F1B4A35}"/>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HP Forma DJR Office" pitchFamily="2" charset="77"/>
              </a:defRPr>
            </a:lvl1pPr>
          </a:lstStyle>
          <a:p>
            <a:pPr lvl="0"/>
            <a:r>
              <a:rPr lang="en-US"/>
              <a:t>Section Title</a:t>
            </a:r>
          </a:p>
        </p:txBody>
      </p:sp>
      <p:sp>
        <p:nvSpPr>
          <p:cNvPr id="9" name="Text Placeholder Subhead 1">
            <a:extLst>
              <a:ext uri="{FF2B5EF4-FFF2-40B4-BE49-F238E27FC236}">
                <a16:creationId xmlns:a16="http://schemas.microsoft.com/office/drawing/2014/main" id="{D79D6C8B-3EC9-05CE-50E2-A49CC8B27ED5}"/>
              </a:ext>
            </a:extLst>
          </p:cNvPr>
          <p:cNvSpPr>
            <a:spLocks noGrp="1"/>
          </p:cNvSpPr>
          <p:nvPr>
            <p:ph type="body" sz="quarter" idx="17" hasCustomPrompt="1"/>
          </p:nvPr>
        </p:nvSpPr>
        <p:spPr>
          <a:xfrm>
            <a:off x="457200" y="1760400"/>
            <a:ext cx="5491163" cy="217476"/>
          </a:xfrm>
        </p:spPr>
        <p:txBody>
          <a:bodyPr/>
          <a:lstStyle>
            <a:lvl1pPr marL="0" indent="0">
              <a:lnSpc>
                <a:spcPct val="100000"/>
              </a:lnSpc>
              <a:buNone/>
              <a:defRPr sz="1600" b="1" i="0">
                <a:latin typeface="HP Forma DJR Office Medium" pitchFamily="2" charset="77"/>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that fits in one line</a:t>
            </a:r>
          </a:p>
        </p:txBody>
      </p:sp>
      <p:sp>
        <p:nvSpPr>
          <p:cNvPr id="3" name="Text Placeholder Body 1">
            <a:extLst>
              <a:ext uri="{FF2B5EF4-FFF2-40B4-BE49-F238E27FC236}">
                <a16:creationId xmlns:a16="http://schemas.microsoft.com/office/drawing/2014/main" id="{E6E9789E-133F-A211-8758-2396EF431F25}"/>
              </a:ext>
            </a:extLst>
          </p:cNvPr>
          <p:cNvSpPr>
            <a:spLocks noGrp="1"/>
          </p:cNvSpPr>
          <p:nvPr>
            <p:ph type="body" sz="quarter" idx="15" hasCustomPrompt="1"/>
          </p:nvPr>
        </p:nvSpPr>
        <p:spPr>
          <a:xfrm>
            <a:off x="457200" y="2098800"/>
            <a:ext cx="5491163" cy="3706688"/>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2" name="Text Placeholder Subhead 2">
            <a:extLst>
              <a:ext uri="{FF2B5EF4-FFF2-40B4-BE49-F238E27FC236}">
                <a16:creationId xmlns:a16="http://schemas.microsoft.com/office/drawing/2014/main" id="{20D1A2A5-324F-3C0F-4DC6-50E19D6790AD}"/>
              </a:ext>
            </a:extLst>
          </p:cNvPr>
          <p:cNvSpPr>
            <a:spLocks noGrp="1"/>
          </p:cNvSpPr>
          <p:nvPr>
            <p:ph type="body" sz="quarter" idx="19" hasCustomPrompt="1"/>
          </p:nvPr>
        </p:nvSpPr>
        <p:spPr>
          <a:xfrm>
            <a:off x="6243636" y="1760400"/>
            <a:ext cx="5491163" cy="217476"/>
          </a:xfrm>
        </p:spPr>
        <p:txBody>
          <a:bodyPr/>
          <a:lstStyle>
            <a:lvl1pPr marL="0" indent="0">
              <a:lnSpc>
                <a:spcPct val="100000"/>
              </a:lnSpc>
              <a:buNone/>
              <a:defRPr sz="1600" b="1" i="0">
                <a:latin typeface="HP Forma DJR Office Medium" pitchFamily="2" charset="77"/>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that fits in one line</a:t>
            </a:r>
          </a:p>
        </p:txBody>
      </p:sp>
      <p:sp>
        <p:nvSpPr>
          <p:cNvPr id="11" name="Text Placeholder Body 2">
            <a:extLst>
              <a:ext uri="{FF2B5EF4-FFF2-40B4-BE49-F238E27FC236}">
                <a16:creationId xmlns:a16="http://schemas.microsoft.com/office/drawing/2014/main" id="{FE8138BA-4CAC-603D-2725-958C282E99CF}"/>
              </a:ext>
            </a:extLst>
          </p:cNvPr>
          <p:cNvSpPr>
            <a:spLocks noGrp="1"/>
          </p:cNvSpPr>
          <p:nvPr>
            <p:ph type="body" sz="quarter" idx="18" hasCustomPrompt="1"/>
          </p:nvPr>
        </p:nvSpPr>
        <p:spPr>
          <a:xfrm>
            <a:off x="6243636" y="2098800"/>
            <a:ext cx="5491163" cy="370668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2994441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P">
    <p:spTree>
      <p:nvGrpSpPr>
        <p:cNvPr id="1" name=""/>
        <p:cNvGrpSpPr/>
        <p:nvPr/>
      </p:nvGrpSpPr>
      <p:grpSpPr>
        <a:xfrm>
          <a:off x="0" y="0"/>
          <a:ext cx="0" cy="0"/>
          <a:chOff x="0" y="0"/>
          <a:chExt cx="0" cy="0"/>
        </a:xfrm>
      </p:grpSpPr>
      <p:sp>
        <p:nvSpPr>
          <p:cNvPr id="5" name="Picture Placeholder">
            <a:extLst>
              <a:ext uri="{FF2B5EF4-FFF2-40B4-BE49-F238E27FC236}">
                <a16:creationId xmlns:a16="http://schemas.microsoft.com/office/drawing/2014/main" id="{4BABEC69-BD88-9E78-9D6D-BF78E31033C1}"/>
              </a:ext>
            </a:extLst>
          </p:cNvPr>
          <p:cNvSpPr>
            <a:spLocks noGrp="1" noRot="1" noMove="1" noResize="1" noEditPoints="1" noAdjustHandles="1" noChangeArrowheads="1" noChangeShapeType="1"/>
          </p:cNvSpPr>
          <p:nvPr>
            <p:ph type="pic" sz="quarter" idx="16"/>
          </p:nvPr>
        </p:nvSpPr>
        <p:spPr>
          <a:xfrm>
            <a:off x="453422" y="1793875"/>
            <a:ext cx="5494941" cy="4011613"/>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3" name="Footer Placeholder">
            <a:extLst>
              <a:ext uri="{FF2B5EF4-FFF2-40B4-BE49-F238E27FC236}">
                <a16:creationId xmlns:a16="http://schemas.microsoft.com/office/drawing/2014/main" id="{6CDD8C3C-1742-F314-BA6E-8D646EA17C2F}"/>
              </a:ext>
            </a:extLst>
          </p:cNvPr>
          <p:cNvSpPr>
            <a:spLocks noGrp="1"/>
          </p:cNvSpPr>
          <p:nvPr>
            <p:ph type="ftr" sz="quarter" idx="20"/>
          </p:nvPr>
        </p:nvSpPr>
        <p:spPr/>
        <p:txBody>
          <a:bodyPr/>
          <a:lstStyle/>
          <a:p>
            <a:endParaRPr lang="en-US"/>
          </a:p>
        </p:txBody>
      </p:sp>
      <p:sp>
        <p:nvSpPr>
          <p:cNvPr id="15" name="Text Placeholder Subtitle">
            <a:extLst>
              <a:ext uri="{FF2B5EF4-FFF2-40B4-BE49-F238E27FC236}">
                <a16:creationId xmlns:a16="http://schemas.microsoft.com/office/drawing/2014/main" id="{27EA9878-6945-3DC9-8E9A-78FC57BC25C8}"/>
              </a:ext>
            </a:extLst>
          </p:cNvPr>
          <p:cNvSpPr>
            <a:spLocks noGrp="1"/>
          </p:cNvSpPr>
          <p:nvPr>
            <p:ph type="body" sz="quarter" idx="13" hasCustomPrompt="1"/>
          </p:nvPr>
        </p:nvSpPr>
        <p:spPr>
          <a:xfrm>
            <a:off x="457200"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8" name="Title Placeholder">
            <a:extLst>
              <a:ext uri="{FF2B5EF4-FFF2-40B4-BE49-F238E27FC236}">
                <a16:creationId xmlns:a16="http://schemas.microsoft.com/office/drawing/2014/main" id="{9132B086-5201-ACA1-33FA-465492799AD1}"/>
              </a:ext>
            </a:extLst>
          </p:cNvPr>
          <p:cNvSpPr>
            <a:spLocks noGrp="1"/>
          </p:cNvSpPr>
          <p:nvPr>
            <p:ph type="title" hasCustomPrompt="1"/>
          </p:nvPr>
        </p:nvSpPr>
        <p:spPr>
          <a:xfrm>
            <a:off x="457200" y="743671"/>
            <a:ext cx="11278800" cy="393300"/>
          </a:xfrm>
          <a:prstGeom prst="rect">
            <a:avLst/>
          </a:prstGeom>
        </p:spPr>
        <p:txBody>
          <a:bodyPr vert="horz" lIns="0" tIns="0" rIns="91440" bIns="0" rtlCol="0" anchor="t">
            <a:noAutofit/>
          </a:bodyPr>
          <a:lstStyle>
            <a:lvl1pPr>
              <a:defRPr sz="3000"/>
            </a:lvl1pPr>
          </a:lstStyle>
          <a:p>
            <a:r>
              <a:rPr lang="en-US"/>
              <a:t>Click to write a slide title that fits in 1 line</a:t>
            </a:r>
          </a:p>
        </p:txBody>
      </p:sp>
      <p:sp>
        <p:nvSpPr>
          <p:cNvPr id="9" name="Text Placeholder Section Title">
            <a:extLst>
              <a:ext uri="{FF2B5EF4-FFF2-40B4-BE49-F238E27FC236}">
                <a16:creationId xmlns:a16="http://schemas.microsoft.com/office/drawing/2014/main" id="{11137FE5-CA3A-2FAD-4EF7-0B934E1801B4}"/>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HP Forma DJR Office" pitchFamily="2" charset="77"/>
              </a:defRPr>
            </a:lvl1pPr>
          </a:lstStyle>
          <a:p>
            <a:pPr lvl="0"/>
            <a:r>
              <a:rPr lang="en-US"/>
              <a:t>Section Title</a:t>
            </a:r>
          </a:p>
        </p:txBody>
      </p:sp>
      <p:sp>
        <p:nvSpPr>
          <p:cNvPr id="11" name="Text Placeholder Body">
            <a:extLst>
              <a:ext uri="{FF2B5EF4-FFF2-40B4-BE49-F238E27FC236}">
                <a16:creationId xmlns:a16="http://schemas.microsoft.com/office/drawing/2014/main" id="{FE8138BA-4CAC-603D-2725-958C282E99CF}"/>
              </a:ext>
            </a:extLst>
          </p:cNvPr>
          <p:cNvSpPr>
            <a:spLocks noGrp="1"/>
          </p:cNvSpPr>
          <p:nvPr>
            <p:ph type="body" sz="quarter" idx="18" hasCustomPrompt="1"/>
          </p:nvPr>
        </p:nvSpPr>
        <p:spPr>
          <a:xfrm>
            <a:off x="6239858" y="2098800"/>
            <a:ext cx="5494941" cy="370668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2" name="Text Placeholder Subhead">
            <a:extLst>
              <a:ext uri="{FF2B5EF4-FFF2-40B4-BE49-F238E27FC236}">
                <a16:creationId xmlns:a16="http://schemas.microsoft.com/office/drawing/2014/main" id="{20D1A2A5-324F-3C0F-4DC6-50E19D6790AD}"/>
              </a:ext>
            </a:extLst>
          </p:cNvPr>
          <p:cNvSpPr>
            <a:spLocks noGrp="1"/>
          </p:cNvSpPr>
          <p:nvPr>
            <p:ph type="body" sz="quarter" idx="19" hasCustomPrompt="1"/>
          </p:nvPr>
        </p:nvSpPr>
        <p:spPr>
          <a:xfrm>
            <a:off x="6239858" y="1760400"/>
            <a:ext cx="5494941" cy="217476"/>
          </a:xfrm>
        </p:spPr>
        <p:txBody>
          <a:bodyPr/>
          <a:lstStyle>
            <a:lvl1pPr marL="0" indent="0">
              <a:lnSpc>
                <a:spcPct val="100000"/>
              </a:lnSpc>
              <a:buNone/>
              <a:defRPr sz="1600" b="1" i="0">
                <a:latin typeface="HP Forma DJR Office Medium" pitchFamily="2" charset="77"/>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that fits in one line</a:t>
            </a:r>
          </a:p>
        </p:txBody>
      </p:sp>
    </p:spTree>
    <p:extLst>
      <p:ext uri="{BB962C8B-B14F-4D97-AF65-F5344CB8AC3E}">
        <p14:creationId xmlns:p14="http://schemas.microsoft.com/office/powerpoint/2010/main" val="351751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Sidebar">
    <p:spTree>
      <p:nvGrpSpPr>
        <p:cNvPr id="1" name=""/>
        <p:cNvGrpSpPr/>
        <p:nvPr/>
      </p:nvGrpSpPr>
      <p:grpSpPr>
        <a:xfrm>
          <a:off x="0" y="0"/>
          <a:ext cx="0" cy="0"/>
          <a:chOff x="0" y="0"/>
          <a:chExt cx="0" cy="0"/>
        </a:xfrm>
      </p:grpSpPr>
      <p:sp>
        <p:nvSpPr>
          <p:cNvPr id="5" name="Rectangle Sidebar">
            <a:extLst>
              <a:ext uri="{FF2B5EF4-FFF2-40B4-BE49-F238E27FC236}">
                <a16:creationId xmlns:a16="http://schemas.microsoft.com/office/drawing/2014/main" id="{EE8BDBEE-6B79-B189-8B87-991067326D91}"/>
              </a:ext>
            </a:extLst>
          </p:cNvPr>
          <p:cNvSpPr/>
          <p:nvPr userDrawn="1"/>
        </p:nvSpPr>
        <p:spPr>
          <a:xfrm>
            <a:off x="1" y="0"/>
            <a:ext cx="334962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solidFill>
                <a:schemeClr val="tx1"/>
              </a:solidFill>
              <a:latin typeface="HP Forma DJR Office" pitchFamily="2" charset="77"/>
            </a:endParaRPr>
          </a:p>
        </p:txBody>
      </p:sp>
      <p:pic>
        <p:nvPicPr>
          <p:cNvPr id="7" name="HP Logo">
            <a:extLst>
              <a:ext uri="{FF2B5EF4-FFF2-40B4-BE49-F238E27FC236}">
                <a16:creationId xmlns:a16="http://schemas.microsoft.com/office/drawing/2014/main" id="{CF05E177-BF5F-C6CF-9585-DD12CA8BD8D8}"/>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447288" y="6091113"/>
            <a:ext cx="320400" cy="320400"/>
          </a:xfrm>
          <a:prstGeom prst="rect">
            <a:avLst/>
          </a:prstGeom>
        </p:spPr>
      </p:pic>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3" name="Footer Placeholder">
            <a:extLst>
              <a:ext uri="{FF2B5EF4-FFF2-40B4-BE49-F238E27FC236}">
                <a16:creationId xmlns:a16="http://schemas.microsoft.com/office/drawing/2014/main" id="{D704B385-CDBD-A242-7534-0423ABC37497}"/>
              </a:ext>
            </a:extLst>
          </p:cNvPr>
          <p:cNvSpPr>
            <a:spLocks noGrp="1"/>
          </p:cNvSpPr>
          <p:nvPr>
            <p:ph type="ftr" sz="quarter" idx="16"/>
          </p:nvPr>
        </p:nvSpPr>
        <p:spPr/>
        <p:txBody>
          <a:bodyPr/>
          <a:lstStyle/>
          <a:p>
            <a:endParaRPr lang="en-US"/>
          </a:p>
        </p:txBody>
      </p:sp>
      <p:sp>
        <p:nvSpPr>
          <p:cNvPr id="14" name="Text Placeholder Section Title">
            <a:extLst>
              <a:ext uri="{FF2B5EF4-FFF2-40B4-BE49-F238E27FC236}">
                <a16:creationId xmlns:a16="http://schemas.microsoft.com/office/drawing/2014/main" id="{74AFB95F-F51A-55DC-A64C-464864C2C2EC}"/>
              </a:ext>
            </a:extLst>
          </p:cNvPr>
          <p:cNvSpPr>
            <a:spLocks noGrp="1"/>
          </p:cNvSpPr>
          <p:nvPr>
            <p:ph type="body" sz="quarter" idx="14" hasCustomPrompt="1"/>
          </p:nvPr>
        </p:nvSpPr>
        <p:spPr>
          <a:xfrm>
            <a:off x="463088"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10" name="Title Placeholder">
            <a:extLst>
              <a:ext uri="{FF2B5EF4-FFF2-40B4-BE49-F238E27FC236}">
                <a16:creationId xmlns:a16="http://schemas.microsoft.com/office/drawing/2014/main" id="{8377D99F-12B5-576D-FDEC-120C047DEE0F}"/>
              </a:ext>
            </a:extLst>
          </p:cNvPr>
          <p:cNvSpPr>
            <a:spLocks noGrp="1"/>
          </p:cNvSpPr>
          <p:nvPr>
            <p:ph type="title" hasCustomPrompt="1"/>
          </p:nvPr>
        </p:nvSpPr>
        <p:spPr>
          <a:xfrm>
            <a:off x="463088" y="743670"/>
            <a:ext cx="2596981" cy="1068485"/>
          </a:xfrm>
          <a:prstGeom prst="rect">
            <a:avLst/>
          </a:prstGeom>
        </p:spPr>
        <p:txBody>
          <a:bodyPr vert="horz" lIns="0" tIns="0" rIns="0" bIns="0" rtlCol="0" anchor="t">
            <a:noAutofit/>
          </a:bodyPr>
          <a:lstStyle>
            <a:lvl1pPr>
              <a:defRPr sz="3000"/>
            </a:lvl1pPr>
          </a:lstStyle>
          <a:p>
            <a:r>
              <a:rPr lang="en-US"/>
              <a:t>Click to write a slide title that fits in 3 lines.</a:t>
            </a:r>
          </a:p>
        </p:txBody>
      </p:sp>
      <p:sp>
        <p:nvSpPr>
          <p:cNvPr id="16" name="Text Placeholder Subtitle">
            <a:extLst>
              <a:ext uri="{FF2B5EF4-FFF2-40B4-BE49-F238E27FC236}">
                <a16:creationId xmlns:a16="http://schemas.microsoft.com/office/drawing/2014/main" id="{9CC67956-58D0-145B-940B-D0896ED02A39}"/>
              </a:ext>
            </a:extLst>
          </p:cNvPr>
          <p:cNvSpPr>
            <a:spLocks noGrp="1"/>
          </p:cNvSpPr>
          <p:nvPr>
            <p:ph type="body" sz="quarter" idx="13" hasCustomPrompt="1"/>
          </p:nvPr>
        </p:nvSpPr>
        <p:spPr>
          <a:xfrm>
            <a:off x="457201" y="1898553"/>
            <a:ext cx="2602346" cy="539847"/>
          </a:xfrm>
        </p:spPr>
        <p:txBody>
          <a:bodyPr rIns="0">
            <a:noAutofit/>
          </a:bodyPr>
          <a:lstStyle>
            <a:lvl1pPr marL="0" indent="0">
              <a:lnSpc>
                <a:spcPct val="9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1-2 lines long. </a:t>
            </a:r>
          </a:p>
        </p:txBody>
      </p:sp>
      <p:sp>
        <p:nvSpPr>
          <p:cNvPr id="4" name="Text Placeholder Body">
            <a:extLst>
              <a:ext uri="{FF2B5EF4-FFF2-40B4-BE49-F238E27FC236}">
                <a16:creationId xmlns:a16="http://schemas.microsoft.com/office/drawing/2014/main" id="{97EB5387-6F22-A937-1705-11980C912F96}"/>
              </a:ext>
            </a:extLst>
          </p:cNvPr>
          <p:cNvSpPr>
            <a:spLocks noGrp="1"/>
          </p:cNvSpPr>
          <p:nvPr>
            <p:ph type="body" sz="quarter" idx="15" hasCustomPrompt="1"/>
          </p:nvPr>
        </p:nvSpPr>
        <p:spPr>
          <a:xfrm>
            <a:off x="457200" y="2691502"/>
            <a:ext cx="2598738" cy="3113986"/>
          </a:xfrm>
        </p:spPr>
        <p:txBody>
          <a:bodyPr vert="horz" lIns="0" tIns="0" rIns="0" bIns="0" rtlCol="0">
            <a:norm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81729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Sidebar w/o subtitle">
    <p:spTree>
      <p:nvGrpSpPr>
        <p:cNvPr id="1" name=""/>
        <p:cNvGrpSpPr/>
        <p:nvPr/>
      </p:nvGrpSpPr>
      <p:grpSpPr>
        <a:xfrm>
          <a:off x="0" y="0"/>
          <a:ext cx="0" cy="0"/>
          <a:chOff x="0" y="0"/>
          <a:chExt cx="0" cy="0"/>
        </a:xfrm>
      </p:grpSpPr>
      <p:sp>
        <p:nvSpPr>
          <p:cNvPr id="5" name="Rectangle Sidebar">
            <a:extLst>
              <a:ext uri="{FF2B5EF4-FFF2-40B4-BE49-F238E27FC236}">
                <a16:creationId xmlns:a16="http://schemas.microsoft.com/office/drawing/2014/main" id="{EE8BDBEE-6B79-B189-8B87-991067326D91}"/>
              </a:ext>
            </a:extLst>
          </p:cNvPr>
          <p:cNvSpPr/>
          <p:nvPr userDrawn="1"/>
        </p:nvSpPr>
        <p:spPr>
          <a:xfrm>
            <a:off x="1" y="0"/>
            <a:ext cx="334962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solidFill>
                <a:schemeClr val="tx1"/>
              </a:solidFill>
              <a:latin typeface="HP Forma DJR Office" pitchFamily="2" charset="77"/>
            </a:endParaRPr>
          </a:p>
        </p:txBody>
      </p:sp>
      <p:pic>
        <p:nvPicPr>
          <p:cNvPr id="4" name="HP Logo">
            <a:extLst>
              <a:ext uri="{FF2B5EF4-FFF2-40B4-BE49-F238E27FC236}">
                <a16:creationId xmlns:a16="http://schemas.microsoft.com/office/drawing/2014/main" id="{631E4F6C-A110-BF5F-0DDF-9EC140F72328}"/>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447288" y="6091113"/>
            <a:ext cx="320400" cy="320400"/>
          </a:xfrm>
          <a:prstGeom prst="rect">
            <a:avLst/>
          </a:prstGeom>
        </p:spPr>
      </p:pic>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3" name="Footer Placeholder">
            <a:extLst>
              <a:ext uri="{FF2B5EF4-FFF2-40B4-BE49-F238E27FC236}">
                <a16:creationId xmlns:a16="http://schemas.microsoft.com/office/drawing/2014/main" id="{4D571C28-6AF7-5467-F091-A91A27C88227}"/>
              </a:ext>
            </a:extLst>
          </p:cNvPr>
          <p:cNvSpPr>
            <a:spLocks noGrp="1"/>
          </p:cNvSpPr>
          <p:nvPr>
            <p:ph type="ftr" sz="quarter" idx="18"/>
          </p:nvPr>
        </p:nvSpPr>
        <p:spPr/>
        <p:txBody>
          <a:bodyPr/>
          <a:lstStyle/>
          <a:p>
            <a:endParaRPr lang="en-US"/>
          </a:p>
        </p:txBody>
      </p:sp>
      <p:sp>
        <p:nvSpPr>
          <p:cNvPr id="14" name="Text Placeholder Section Title">
            <a:extLst>
              <a:ext uri="{FF2B5EF4-FFF2-40B4-BE49-F238E27FC236}">
                <a16:creationId xmlns:a16="http://schemas.microsoft.com/office/drawing/2014/main" id="{74AFB95F-F51A-55DC-A64C-464864C2C2EC}"/>
              </a:ext>
            </a:extLst>
          </p:cNvPr>
          <p:cNvSpPr>
            <a:spLocks noGrp="1"/>
          </p:cNvSpPr>
          <p:nvPr>
            <p:ph type="body" sz="quarter" idx="14" hasCustomPrompt="1"/>
          </p:nvPr>
        </p:nvSpPr>
        <p:spPr>
          <a:xfrm>
            <a:off x="463088"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10" name="Title Placeholder">
            <a:extLst>
              <a:ext uri="{FF2B5EF4-FFF2-40B4-BE49-F238E27FC236}">
                <a16:creationId xmlns:a16="http://schemas.microsoft.com/office/drawing/2014/main" id="{8377D99F-12B5-576D-FDEC-120C047DEE0F}"/>
              </a:ext>
            </a:extLst>
          </p:cNvPr>
          <p:cNvSpPr>
            <a:spLocks noGrp="1"/>
          </p:cNvSpPr>
          <p:nvPr>
            <p:ph type="title" hasCustomPrompt="1"/>
          </p:nvPr>
        </p:nvSpPr>
        <p:spPr>
          <a:xfrm>
            <a:off x="463088" y="743670"/>
            <a:ext cx="2596981" cy="1068485"/>
          </a:xfrm>
          <a:prstGeom prst="rect">
            <a:avLst/>
          </a:prstGeom>
        </p:spPr>
        <p:txBody>
          <a:bodyPr vert="horz" lIns="0" tIns="0" rIns="0" bIns="0" rtlCol="0" anchor="t">
            <a:noAutofit/>
          </a:bodyPr>
          <a:lstStyle>
            <a:lvl1pPr>
              <a:defRPr sz="3000"/>
            </a:lvl1pPr>
          </a:lstStyle>
          <a:p>
            <a:r>
              <a:rPr lang="en-US"/>
              <a:t>Click to write a slide title that fits in 3 lines.</a:t>
            </a:r>
          </a:p>
        </p:txBody>
      </p:sp>
      <p:sp>
        <p:nvSpPr>
          <p:cNvPr id="9" name="Text Placeholder Body">
            <a:extLst>
              <a:ext uri="{FF2B5EF4-FFF2-40B4-BE49-F238E27FC236}">
                <a16:creationId xmlns:a16="http://schemas.microsoft.com/office/drawing/2014/main" id="{B9064B06-8468-3C30-B011-C457F60E7A9A}"/>
              </a:ext>
            </a:extLst>
          </p:cNvPr>
          <p:cNvSpPr>
            <a:spLocks noGrp="1"/>
          </p:cNvSpPr>
          <p:nvPr>
            <p:ph type="body" sz="quarter" idx="17" hasCustomPrompt="1"/>
          </p:nvPr>
        </p:nvSpPr>
        <p:spPr>
          <a:xfrm>
            <a:off x="457200" y="1902127"/>
            <a:ext cx="2598738" cy="3906935"/>
          </a:xfrm>
        </p:spPr>
        <p:txBody>
          <a:bodyPr rIns="0"/>
          <a:lstStyle>
            <a:lvl1pPr>
              <a:defRPr/>
            </a:lvl1pPr>
            <a:lvl9pPr>
              <a:spcAft>
                <a:spcPts val="900"/>
              </a:spcAft>
              <a:defRPr/>
            </a:lvl9pPr>
          </a:lstStyle>
          <a:p>
            <a:pPr lvl="7"/>
            <a:r>
              <a:rPr lang="en-US"/>
              <a:t>Click to write a subtitle that is 1-2 lines long.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a:p>
            <a:pPr lvl="0"/>
            <a:endParaRPr lang="en-US"/>
          </a:p>
          <a:p>
            <a:pPr lvl="0"/>
            <a:endParaRPr lang="en-US"/>
          </a:p>
        </p:txBody>
      </p:sp>
    </p:spTree>
    <p:extLst>
      <p:ext uri="{BB962C8B-B14F-4D97-AF65-F5344CB8AC3E}">
        <p14:creationId xmlns:p14="http://schemas.microsoft.com/office/powerpoint/2010/main" val="1945137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Sidebar Image">
    <p:spTree>
      <p:nvGrpSpPr>
        <p:cNvPr id="1" name=""/>
        <p:cNvGrpSpPr/>
        <p:nvPr/>
      </p:nvGrpSpPr>
      <p:grpSpPr>
        <a:xfrm>
          <a:off x="0" y="0"/>
          <a:ext cx="0" cy="0"/>
          <a:chOff x="0" y="0"/>
          <a:chExt cx="0" cy="0"/>
        </a:xfrm>
      </p:grpSpPr>
      <p:sp>
        <p:nvSpPr>
          <p:cNvPr id="9" name="Picture Placeholder">
            <a:extLst>
              <a:ext uri="{FF2B5EF4-FFF2-40B4-BE49-F238E27FC236}">
                <a16:creationId xmlns:a16="http://schemas.microsoft.com/office/drawing/2014/main" id="{4D12D9B6-A634-C8DE-A06B-52BC80A22B92}"/>
              </a:ext>
            </a:extLst>
          </p:cNvPr>
          <p:cNvSpPr>
            <a:spLocks noGrp="1" noRot="1" noMove="1" noResize="1" noEditPoints="1" noAdjustHandles="1" noChangeArrowheads="1" noChangeShapeType="1"/>
          </p:cNvSpPr>
          <p:nvPr>
            <p:ph type="pic" sz="quarter" idx="16"/>
          </p:nvPr>
        </p:nvSpPr>
        <p:spPr>
          <a:xfrm>
            <a:off x="3349624" y="0"/>
            <a:ext cx="8842375" cy="6858000"/>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6" name="Slide Number Placeholder">
            <a:extLst>
              <a:ext uri="{FF2B5EF4-FFF2-40B4-BE49-F238E27FC236}">
                <a16:creationId xmlns:a16="http://schemas.microsoft.com/office/drawing/2014/main" id="{5C0787E2-82A1-9698-B70D-388920516C1C}"/>
              </a:ext>
            </a:extLst>
          </p:cNvPr>
          <p:cNvSpPr>
            <a:spLocks noGrp="1"/>
          </p:cNvSpPr>
          <p:nvPr>
            <p:ph type="sldNum" sz="quarter" idx="12"/>
          </p:nvPr>
        </p:nvSpPr>
        <p:spPr/>
        <p:txBody>
          <a:bodyPr/>
          <a:lstStyle>
            <a:lvl1pPr>
              <a:defRPr>
                <a:solidFill>
                  <a:schemeClr val="tx1">
                    <a:lumMod val="50000"/>
                    <a:lumOff val="50000"/>
                  </a:schemeClr>
                </a:solidFill>
              </a:defRPr>
            </a:lvl1pPr>
          </a:lstStyle>
          <a:p>
            <a:fld id="{6605C61B-1C53-2644-8B26-3D798E595467}" type="slidenum">
              <a:rPr lang="en-US" smtClean="0"/>
              <a:pPr/>
              <a:t>‹#›</a:t>
            </a:fld>
            <a:endParaRPr lang="en-US"/>
          </a:p>
        </p:txBody>
      </p:sp>
      <p:sp>
        <p:nvSpPr>
          <p:cNvPr id="8" name="Footer Placeholder">
            <a:extLst>
              <a:ext uri="{FF2B5EF4-FFF2-40B4-BE49-F238E27FC236}">
                <a16:creationId xmlns:a16="http://schemas.microsoft.com/office/drawing/2014/main" id="{A458E7E2-EDE2-2902-1F01-9470A7DDC859}"/>
              </a:ext>
            </a:extLst>
          </p:cNvPr>
          <p:cNvSpPr>
            <a:spLocks noGrp="1"/>
          </p:cNvSpPr>
          <p:nvPr>
            <p:ph type="ftr" sz="quarter" idx="17"/>
          </p:nvPr>
        </p:nvSpPr>
        <p:spPr/>
        <p:txBody>
          <a:bodyPr/>
          <a:lstStyle/>
          <a:p>
            <a:endParaRPr lang="en-US"/>
          </a:p>
        </p:txBody>
      </p:sp>
      <p:sp>
        <p:nvSpPr>
          <p:cNvPr id="5" name="Text Placeholder Section Title">
            <a:extLst>
              <a:ext uri="{FF2B5EF4-FFF2-40B4-BE49-F238E27FC236}">
                <a16:creationId xmlns:a16="http://schemas.microsoft.com/office/drawing/2014/main" id="{E5278CEF-2F36-E298-F1A2-5B9B5DC12C0A}"/>
              </a:ext>
            </a:extLst>
          </p:cNvPr>
          <p:cNvSpPr>
            <a:spLocks noGrp="1"/>
          </p:cNvSpPr>
          <p:nvPr>
            <p:ph type="body" sz="quarter" idx="14" hasCustomPrompt="1"/>
          </p:nvPr>
        </p:nvSpPr>
        <p:spPr>
          <a:xfrm>
            <a:off x="463088"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2" name="Title Placeholder">
            <a:extLst>
              <a:ext uri="{FF2B5EF4-FFF2-40B4-BE49-F238E27FC236}">
                <a16:creationId xmlns:a16="http://schemas.microsoft.com/office/drawing/2014/main" id="{BA0E2CE9-7665-AC31-59F6-43FD17D96A61}"/>
              </a:ext>
            </a:extLst>
          </p:cNvPr>
          <p:cNvSpPr>
            <a:spLocks noGrp="1"/>
          </p:cNvSpPr>
          <p:nvPr>
            <p:ph type="title" hasCustomPrompt="1"/>
          </p:nvPr>
        </p:nvSpPr>
        <p:spPr>
          <a:xfrm>
            <a:off x="463088" y="743670"/>
            <a:ext cx="2593380" cy="1068485"/>
          </a:xfrm>
          <a:prstGeom prst="rect">
            <a:avLst/>
          </a:prstGeom>
        </p:spPr>
        <p:txBody>
          <a:bodyPr vert="horz" lIns="0" tIns="0" rIns="0" bIns="0" rtlCol="0" anchor="t">
            <a:noAutofit/>
          </a:bodyPr>
          <a:lstStyle>
            <a:lvl1pPr>
              <a:defRPr sz="3000"/>
            </a:lvl1pPr>
          </a:lstStyle>
          <a:p>
            <a:r>
              <a:rPr lang="en-US"/>
              <a:t>Click to write a slide title that fits in 3 lines.</a:t>
            </a:r>
          </a:p>
        </p:txBody>
      </p:sp>
      <p:sp>
        <p:nvSpPr>
          <p:cNvPr id="3" name="Text Placeholder Subtitle">
            <a:extLst>
              <a:ext uri="{FF2B5EF4-FFF2-40B4-BE49-F238E27FC236}">
                <a16:creationId xmlns:a16="http://schemas.microsoft.com/office/drawing/2014/main" id="{6AC7DE64-0E68-150C-3CBC-198742585CA5}"/>
              </a:ext>
            </a:extLst>
          </p:cNvPr>
          <p:cNvSpPr>
            <a:spLocks noGrp="1"/>
          </p:cNvSpPr>
          <p:nvPr>
            <p:ph type="body" sz="quarter" idx="13" hasCustomPrompt="1"/>
          </p:nvPr>
        </p:nvSpPr>
        <p:spPr>
          <a:xfrm>
            <a:off x="457200" y="1898553"/>
            <a:ext cx="2593380" cy="539847"/>
          </a:xfrm>
        </p:spPr>
        <p:txBody>
          <a:bodyPr rIns="0">
            <a:noAutofit/>
          </a:bodyPr>
          <a:lstStyle>
            <a:lvl1pPr marL="0" indent="0">
              <a:lnSpc>
                <a:spcPct val="9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1-2 lines long. </a:t>
            </a:r>
          </a:p>
        </p:txBody>
      </p:sp>
      <p:sp>
        <p:nvSpPr>
          <p:cNvPr id="7" name="Text Placeholder Body">
            <a:extLst>
              <a:ext uri="{FF2B5EF4-FFF2-40B4-BE49-F238E27FC236}">
                <a16:creationId xmlns:a16="http://schemas.microsoft.com/office/drawing/2014/main" id="{8261E5E1-0562-BBA1-2814-1A2ACA0BA26B}"/>
              </a:ext>
            </a:extLst>
          </p:cNvPr>
          <p:cNvSpPr>
            <a:spLocks noGrp="1"/>
          </p:cNvSpPr>
          <p:nvPr>
            <p:ph type="body" sz="quarter" idx="15" hasCustomPrompt="1"/>
          </p:nvPr>
        </p:nvSpPr>
        <p:spPr>
          <a:xfrm>
            <a:off x="457201" y="2691502"/>
            <a:ext cx="2598738" cy="3113986"/>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774083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a:extLst>
              <a:ext uri="{FF2B5EF4-FFF2-40B4-BE49-F238E27FC236}">
                <a16:creationId xmlns:a16="http://schemas.microsoft.com/office/drawing/2014/main" id="{7A323EE8-B917-2EF7-8429-2463805502A8}"/>
              </a:ext>
            </a:extLst>
          </p:cNvPr>
          <p:cNvSpPr>
            <a:spLocks noGrp="1"/>
          </p:cNvSpPr>
          <p:nvPr>
            <p:ph type="sldNum" sz="quarter" idx="10"/>
          </p:nvPr>
        </p:nvSpPr>
        <p:spPr/>
        <p:txBody>
          <a:bodyPr/>
          <a:lstStyle/>
          <a:p>
            <a:fld id="{6605C61B-1C53-2644-8B26-3D798E595467}" type="slidenum">
              <a:rPr lang="en-US" smtClean="0"/>
              <a:pPr/>
              <a:t>‹#›</a:t>
            </a:fld>
            <a:endParaRPr lang="en-US"/>
          </a:p>
        </p:txBody>
      </p:sp>
      <p:sp>
        <p:nvSpPr>
          <p:cNvPr id="4" name="Footer Placeholder">
            <a:extLst>
              <a:ext uri="{FF2B5EF4-FFF2-40B4-BE49-F238E27FC236}">
                <a16:creationId xmlns:a16="http://schemas.microsoft.com/office/drawing/2014/main" id="{A430CEE4-86AA-87B6-4567-799504B38F79}"/>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79286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A.2 (w/o Section Title)">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5" name="Footer Placeholder">
            <a:extLst>
              <a:ext uri="{FF2B5EF4-FFF2-40B4-BE49-F238E27FC236}">
                <a16:creationId xmlns:a16="http://schemas.microsoft.com/office/drawing/2014/main" id="{DDFB5B2A-A74E-B71B-2444-843FC60D0D60}"/>
              </a:ext>
            </a:extLst>
          </p:cNvPr>
          <p:cNvSpPr>
            <a:spLocks noGrp="1"/>
          </p:cNvSpPr>
          <p:nvPr>
            <p:ph type="ftr" sz="quarter" idx="15"/>
          </p:nvPr>
        </p:nvSpPr>
        <p:spPr/>
        <p:txBody>
          <a:bodyPr/>
          <a:lstStyle/>
          <a:p>
            <a:endParaRPr lang="en-US"/>
          </a:p>
        </p:txBody>
      </p:sp>
      <p:sp>
        <p:nvSpPr>
          <p:cNvPr id="4" name="Title Placeholder">
            <a:extLst>
              <a:ext uri="{FF2B5EF4-FFF2-40B4-BE49-F238E27FC236}">
                <a16:creationId xmlns:a16="http://schemas.microsoft.com/office/drawing/2014/main" id="{75188F2D-77F8-2852-93EB-92CC83AE8CA0}"/>
              </a:ext>
            </a:extLst>
          </p:cNvPr>
          <p:cNvSpPr>
            <a:spLocks noGrp="1"/>
          </p:cNvSpPr>
          <p:nvPr>
            <p:ph type="title" hasCustomPrompt="1"/>
          </p:nvPr>
        </p:nvSpPr>
        <p:spPr>
          <a:xfrm>
            <a:off x="457200" y="457200"/>
            <a:ext cx="11279734" cy="619200"/>
          </a:xfrm>
          <a:prstGeom prst="rect">
            <a:avLst/>
          </a:prstGeom>
        </p:spPr>
        <p:txBody>
          <a:bodyPr vert="horz" lIns="0" tIns="0" rIns="0" bIns="0" rtlCol="0" anchor="t">
            <a:noAutofit/>
          </a:bodyPr>
          <a:lstStyle>
            <a:lvl1pPr>
              <a:defRPr sz="3000"/>
            </a:lvl1pPr>
          </a:lstStyle>
          <a:p>
            <a:r>
              <a:rPr lang="en-US"/>
              <a:t>Click to write a slide title</a:t>
            </a:r>
          </a:p>
          <a:p>
            <a:pPr lvl="1">
              <a:spcBef>
                <a:spcPts val="400"/>
              </a:spcBef>
            </a:pPr>
            <a:r>
              <a:rPr lang="en-US"/>
              <a:t>Click to write a slide subtitle</a:t>
            </a:r>
          </a:p>
          <a:p>
            <a:pPr lvl="2">
              <a:spcBef>
                <a:spcPts val="2500"/>
              </a:spcBef>
            </a:pPr>
            <a:r>
              <a:rPr lang="en-US"/>
              <a:t> </a:t>
            </a:r>
          </a:p>
        </p:txBody>
      </p:sp>
      <p:sp>
        <p:nvSpPr>
          <p:cNvPr id="3" name="Content Placeholder">
            <a:extLst>
              <a:ext uri="{FF2B5EF4-FFF2-40B4-BE49-F238E27FC236}">
                <a16:creationId xmlns:a16="http://schemas.microsoft.com/office/drawing/2014/main" id="{70BF6A0E-BF54-1288-2709-3A4BD155C9A9}"/>
              </a:ext>
            </a:extLst>
          </p:cNvPr>
          <p:cNvSpPr>
            <a:spLocks noGrp="1"/>
          </p:cNvSpPr>
          <p:nvPr>
            <p:ph sz="quarter" idx="14"/>
          </p:nvPr>
        </p:nvSpPr>
        <p:spPr>
          <a:xfrm>
            <a:off x="457200" y="1790700"/>
            <a:ext cx="5491163" cy="4014788"/>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vl6pPr>
              <a:defRPr lang="en-US" dirty="0"/>
            </a:lvl6pPr>
            <a:lvl7pPr>
              <a:defRPr lang="en-US" dirty="0"/>
            </a:lvl7pPr>
            <a:lvl8pPr>
              <a:defRPr/>
            </a:lvl8pPr>
            <a:lvl9pPr>
              <a:lnSpc>
                <a:spcPct val="90000"/>
              </a:lnSpc>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2331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B.2 (w/o Section Title)">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5" name="Footer Placeholder">
            <a:extLst>
              <a:ext uri="{FF2B5EF4-FFF2-40B4-BE49-F238E27FC236}">
                <a16:creationId xmlns:a16="http://schemas.microsoft.com/office/drawing/2014/main" id="{44B41563-8CC5-3AEE-8251-6A400D663275}"/>
              </a:ext>
            </a:extLst>
          </p:cNvPr>
          <p:cNvSpPr>
            <a:spLocks noGrp="1"/>
          </p:cNvSpPr>
          <p:nvPr>
            <p:ph type="ftr" sz="quarter" idx="16"/>
          </p:nvPr>
        </p:nvSpPr>
        <p:spPr/>
        <p:txBody>
          <a:bodyPr/>
          <a:lstStyle/>
          <a:p>
            <a:endParaRPr lang="en-US"/>
          </a:p>
        </p:txBody>
      </p:sp>
      <p:sp>
        <p:nvSpPr>
          <p:cNvPr id="8" name="Title Placeholder">
            <a:extLst>
              <a:ext uri="{FF2B5EF4-FFF2-40B4-BE49-F238E27FC236}">
                <a16:creationId xmlns:a16="http://schemas.microsoft.com/office/drawing/2014/main" id="{BBA1204C-2645-E356-4F3D-1EF7904D4D9C}"/>
              </a:ext>
            </a:extLst>
          </p:cNvPr>
          <p:cNvSpPr>
            <a:spLocks noGrp="1"/>
          </p:cNvSpPr>
          <p:nvPr>
            <p:ph type="title" hasCustomPrompt="1"/>
          </p:nvPr>
        </p:nvSpPr>
        <p:spPr>
          <a:xfrm>
            <a:off x="457200" y="457200"/>
            <a:ext cx="11278800" cy="393300"/>
          </a:xfrm>
          <a:prstGeom prst="rect">
            <a:avLst/>
          </a:prstGeom>
        </p:spPr>
        <p:txBody>
          <a:bodyPr vert="horz" lIns="0" tIns="0" rIns="0" bIns="0" rtlCol="0" anchor="t">
            <a:noAutofit/>
          </a:bodyPr>
          <a:lstStyle>
            <a:lvl1pPr>
              <a:defRPr sz="3000"/>
            </a:lvl1pPr>
          </a:lstStyle>
          <a:p>
            <a:r>
              <a:rPr lang="en-US"/>
              <a:t>Click to write a slide title that fits in 1 line</a:t>
            </a:r>
          </a:p>
        </p:txBody>
      </p:sp>
      <p:sp>
        <p:nvSpPr>
          <p:cNvPr id="4" name="Text Placeholder Subtitle">
            <a:extLst>
              <a:ext uri="{FF2B5EF4-FFF2-40B4-BE49-F238E27FC236}">
                <a16:creationId xmlns:a16="http://schemas.microsoft.com/office/drawing/2014/main" id="{F39E5016-CC21-E5AE-DD36-FC1CA650571C}"/>
              </a:ext>
            </a:extLst>
          </p:cNvPr>
          <p:cNvSpPr>
            <a:spLocks noGrp="1"/>
          </p:cNvSpPr>
          <p:nvPr>
            <p:ph type="body" sz="quarter" idx="13" hasCustomPrompt="1"/>
          </p:nvPr>
        </p:nvSpPr>
        <p:spPr>
          <a:xfrm>
            <a:off x="458730" y="849600"/>
            <a:ext cx="11278800" cy="295967"/>
          </a:xfrm>
        </p:spPr>
        <p:txBody>
          <a:bodyPr rIns="0">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3" name="Content Placeholder">
            <a:extLst>
              <a:ext uri="{FF2B5EF4-FFF2-40B4-BE49-F238E27FC236}">
                <a16:creationId xmlns:a16="http://schemas.microsoft.com/office/drawing/2014/main" id="{EF60FBB4-7F9D-F261-D432-3B86E1FB6CD1}"/>
              </a:ext>
            </a:extLst>
          </p:cNvPr>
          <p:cNvSpPr>
            <a:spLocks noGrp="1"/>
          </p:cNvSpPr>
          <p:nvPr>
            <p:ph sz="quarter" idx="15"/>
          </p:nvPr>
        </p:nvSpPr>
        <p:spPr>
          <a:xfrm>
            <a:off x="457200" y="1790700"/>
            <a:ext cx="5491163" cy="4014788"/>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vl6pPr>
              <a:defRPr lang="en-US" dirty="0"/>
            </a:lvl6pPr>
            <a:lvl7pPr>
              <a:defRPr lang="en-US" dirty="0"/>
            </a:lvl7pPr>
            <a:lvl8pPr>
              <a:defRPr/>
            </a:lvl8pPr>
            <a:lvl9pPr>
              <a:lnSpc>
                <a:spcPct val="90000"/>
              </a:lnSpc>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91544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C.2 (w/o Section Title)">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7" name="Footer Placeholder">
            <a:extLst>
              <a:ext uri="{FF2B5EF4-FFF2-40B4-BE49-F238E27FC236}">
                <a16:creationId xmlns:a16="http://schemas.microsoft.com/office/drawing/2014/main" id="{C0423C0D-A6A6-C589-F244-1E4FF5550373}"/>
              </a:ext>
            </a:extLst>
          </p:cNvPr>
          <p:cNvSpPr>
            <a:spLocks noGrp="1"/>
          </p:cNvSpPr>
          <p:nvPr>
            <p:ph type="ftr" sz="quarter" idx="16"/>
          </p:nvPr>
        </p:nvSpPr>
        <p:spPr/>
        <p:txBody>
          <a:bodyPr/>
          <a:lstStyle/>
          <a:p>
            <a:endParaRPr lang="en-US"/>
          </a:p>
        </p:txBody>
      </p:sp>
      <p:sp>
        <p:nvSpPr>
          <p:cNvPr id="2" name="Text Placeholder Subtitle">
            <a:extLst>
              <a:ext uri="{FF2B5EF4-FFF2-40B4-BE49-F238E27FC236}">
                <a16:creationId xmlns:a16="http://schemas.microsoft.com/office/drawing/2014/main" id="{AB164EB7-64B7-6185-24C3-8199AED2D51F}"/>
              </a:ext>
            </a:extLst>
          </p:cNvPr>
          <p:cNvSpPr>
            <a:spLocks noGrp="1"/>
          </p:cNvSpPr>
          <p:nvPr>
            <p:ph type="body" sz="quarter" idx="13" hasCustomPrompt="1"/>
          </p:nvPr>
        </p:nvSpPr>
        <p:spPr>
          <a:xfrm>
            <a:off x="458729" y="120240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3" name="Title Placeholder">
            <a:extLst>
              <a:ext uri="{FF2B5EF4-FFF2-40B4-BE49-F238E27FC236}">
                <a16:creationId xmlns:a16="http://schemas.microsoft.com/office/drawing/2014/main" id="{08AC38AE-33C4-2144-8AE8-E321E9BA52A9}"/>
              </a:ext>
            </a:extLst>
          </p:cNvPr>
          <p:cNvSpPr>
            <a:spLocks noGrp="1"/>
          </p:cNvSpPr>
          <p:nvPr>
            <p:ph type="title" hasCustomPrompt="1"/>
          </p:nvPr>
        </p:nvSpPr>
        <p:spPr>
          <a:xfrm>
            <a:off x="457200" y="457200"/>
            <a:ext cx="11278800" cy="620180"/>
          </a:xfrm>
          <a:prstGeom prst="rect">
            <a:avLst/>
          </a:prstGeom>
        </p:spPr>
        <p:txBody>
          <a:bodyPr vert="horz" lIns="0" tIns="0" rIns="0" bIns="0" rtlCol="0" anchor="t">
            <a:noAutofit/>
          </a:bodyPr>
          <a:lstStyle>
            <a:lvl1pPr>
              <a:defRPr sz="3000"/>
            </a:lvl1pPr>
          </a:lstStyle>
          <a:p>
            <a:r>
              <a:rPr lang="en-US"/>
              <a:t>Click to write a slide title that fits in 2 lines if you need more space to explain your idea.</a:t>
            </a:r>
          </a:p>
        </p:txBody>
      </p:sp>
      <p:sp>
        <p:nvSpPr>
          <p:cNvPr id="5" name="Content Placeholder Body">
            <a:extLst>
              <a:ext uri="{FF2B5EF4-FFF2-40B4-BE49-F238E27FC236}">
                <a16:creationId xmlns:a16="http://schemas.microsoft.com/office/drawing/2014/main" id="{1A468808-A228-D1B9-9720-ACB9EBF875CA}"/>
              </a:ext>
            </a:extLst>
          </p:cNvPr>
          <p:cNvSpPr>
            <a:spLocks noGrp="1"/>
          </p:cNvSpPr>
          <p:nvPr>
            <p:ph sz="quarter" idx="15"/>
          </p:nvPr>
        </p:nvSpPr>
        <p:spPr>
          <a:xfrm>
            <a:off x="457200" y="1790700"/>
            <a:ext cx="5491163" cy="4014788"/>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vl6pPr>
              <a:defRPr lang="en-US" dirty="0"/>
            </a:lvl6pPr>
            <a:lvl7pPr>
              <a:defRPr lang="en-US" dirty="0"/>
            </a:lvl7pPr>
            <a:lvl8pPr>
              <a:defRPr/>
            </a:lvl8pPr>
            <a:lvl9pPr>
              <a:lnSpc>
                <a:spcPct val="90000"/>
              </a:lnSpc>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26389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D.2 (w/o Section Title)">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8" name="Footer Placeholder">
            <a:extLst>
              <a:ext uri="{FF2B5EF4-FFF2-40B4-BE49-F238E27FC236}">
                <a16:creationId xmlns:a16="http://schemas.microsoft.com/office/drawing/2014/main" id="{E300D5C1-262C-ECC2-F9F8-A7954DAF9916}"/>
              </a:ext>
            </a:extLst>
          </p:cNvPr>
          <p:cNvSpPr>
            <a:spLocks noGrp="1"/>
          </p:cNvSpPr>
          <p:nvPr>
            <p:ph type="ftr" sz="quarter" idx="18"/>
          </p:nvPr>
        </p:nvSpPr>
        <p:spPr/>
        <p:txBody>
          <a:bodyPr/>
          <a:lstStyle/>
          <a:p>
            <a:endParaRPr lang="en-US"/>
          </a:p>
        </p:txBody>
      </p:sp>
      <p:sp>
        <p:nvSpPr>
          <p:cNvPr id="5" name="Title Placeholder">
            <a:extLst>
              <a:ext uri="{FF2B5EF4-FFF2-40B4-BE49-F238E27FC236}">
                <a16:creationId xmlns:a16="http://schemas.microsoft.com/office/drawing/2014/main" id="{290367F8-02F4-812E-DAD7-4E79EB35F245}"/>
              </a:ext>
            </a:extLst>
          </p:cNvPr>
          <p:cNvSpPr>
            <a:spLocks noGrp="1"/>
          </p:cNvSpPr>
          <p:nvPr>
            <p:ph type="title" hasCustomPrompt="1"/>
          </p:nvPr>
        </p:nvSpPr>
        <p:spPr>
          <a:xfrm>
            <a:off x="457200" y="457200"/>
            <a:ext cx="11278800" cy="620180"/>
          </a:xfrm>
          <a:prstGeom prst="rect">
            <a:avLst/>
          </a:prstGeom>
        </p:spPr>
        <p:txBody>
          <a:bodyPr vert="horz" lIns="0" tIns="0" rIns="0" bIns="0" rtlCol="0" anchor="t">
            <a:noAutofit/>
          </a:bodyPr>
          <a:lstStyle>
            <a:lvl1pPr>
              <a:defRPr sz="3000"/>
            </a:lvl1pPr>
          </a:lstStyle>
          <a:p>
            <a:r>
              <a:rPr lang="en-US"/>
              <a:t>Click to write a slide title that fits in 2 lines if you need more space to explain your idea.</a:t>
            </a:r>
          </a:p>
        </p:txBody>
      </p:sp>
      <p:sp>
        <p:nvSpPr>
          <p:cNvPr id="4" name="Text Placeholder Subtitle">
            <a:extLst>
              <a:ext uri="{FF2B5EF4-FFF2-40B4-BE49-F238E27FC236}">
                <a16:creationId xmlns:a16="http://schemas.microsoft.com/office/drawing/2014/main" id="{95CACC08-070B-14E0-824B-56FDE13550B9}"/>
              </a:ext>
            </a:extLst>
          </p:cNvPr>
          <p:cNvSpPr>
            <a:spLocks noGrp="1"/>
          </p:cNvSpPr>
          <p:nvPr>
            <p:ph type="body" sz="quarter" idx="13" hasCustomPrompt="1"/>
          </p:nvPr>
        </p:nvSpPr>
        <p:spPr>
          <a:xfrm>
            <a:off x="458729" y="120240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3" name="Text Placeholder Subhead">
            <a:extLst>
              <a:ext uri="{FF2B5EF4-FFF2-40B4-BE49-F238E27FC236}">
                <a16:creationId xmlns:a16="http://schemas.microsoft.com/office/drawing/2014/main" id="{74BBF8D5-D0AE-13E9-5DEC-29503C9F67F5}"/>
              </a:ext>
            </a:extLst>
          </p:cNvPr>
          <p:cNvSpPr>
            <a:spLocks noGrp="1"/>
          </p:cNvSpPr>
          <p:nvPr>
            <p:ph type="body" sz="quarter" idx="17" hasCustomPrompt="1"/>
          </p:nvPr>
        </p:nvSpPr>
        <p:spPr>
          <a:xfrm>
            <a:off x="457200" y="1760400"/>
            <a:ext cx="3562350" cy="217476"/>
          </a:xfrm>
        </p:spPr>
        <p:txBody>
          <a:bodyPr rIns="147600"/>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that fits in one line</a:t>
            </a:r>
          </a:p>
        </p:txBody>
      </p:sp>
      <p:sp>
        <p:nvSpPr>
          <p:cNvPr id="2" name="Text Placeholder Body">
            <a:extLst>
              <a:ext uri="{FF2B5EF4-FFF2-40B4-BE49-F238E27FC236}">
                <a16:creationId xmlns:a16="http://schemas.microsoft.com/office/drawing/2014/main" id="{8596D0EC-D6DF-3830-B23E-3670D2ECC720}"/>
              </a:ext>
            </a:extLst>
          </p:cNvPr>
          <p:cNvSpPr>
            <a:spLocks noGrp="1"/>
          </p:cNvSpPr>
          <p:nvPr>
            <p:ph type="body" sz="quarter" idx="15" hasCustomPrompt="1"/>
          </p:nvPr>
        </p:nvSpPr>
        <p:spPr>
          <a:xfrm>
            <a:off x="457200" y="2098801"/>
            <a:ext cx="3562350" cy="3706688"/>
          </a:xfrm>
        </p:spPr>
        <p:txBody>
          <a:bodyPr vert="horz" lIns="0" tIns="0" rIns="14760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3786037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Content, Photo Right">
    <p:spTree>
      <p:nvGrpSpPr>
        <p:cNvPr id="1" name=""/>
        <p:cNvGrpSpPr/>
        <p:nvPr/>
      </p:nvGrpSpPr>
      <p:grpSpPr>
        <a:xfrm>
          <a:off x="0" y="0"/>
          <a:ext cx="0" cy="0"/>
          <a:chOff x="0" y="0"/>
          <a:chExt cx="0" cy="0"/>
        </a:xfrm>
      </p:grpSpPr>
      <p:sp>
        <p:nvSpPr>
          <p:cNvPr id="5" name="Picture Placeholder">
            <a:extLst>
              <a:ext uri="{FF2B5EF4-FFF2-40B4-BE49-F238E27FC236}">
                <a16:creationId xmlns:a16="http://schemas.microsoft.com/office/drawing/2014/main" id="{7E598298-639B-4FEE-0CAF-F7A89986F84E}"/>
              </a:ext>
            </a:extLst>
          </p:cNvPr>
          <p:cNvSpPr>
            <a:spLocks noGrp="1" noRot="1" noMove="1" noResize="1" noEditPoints="1" noAdjustHandles="1" noChangeArrowheads="1" noChangeShapeType="1"/>
          </p:cNvSpPr>
          <p:nvPr>
            <p:ph type="pic" sz="quarter" idx="11"/>
          </p:nvPr>
        </p:nvSpPr>
        <p:spPr>
          <a:xfrm>
            <a:off x="6243638" y="0"/>
            <a:ext cx="5948362" cy="6858000"/>
          </a:xfrm>
          <a:solidFill>
            <a:schemeClr val="bg1">
              <a:lumMod val="75000"/>
            </a:schemeClr>
          </a:solidFill>
        </p:spPr>
        <p:txBody>
          <a:bodyPr anchor="ctr"/>
          <a:lstStyle>
            <a:lvl1pPr algn="ctr">
              <a:defRPr>
                <a:solidFill>
                  <a:schemeClr val="bg1"/>
                </a:solidFill>
              </a:defRPr>
            </a:lvl1pPr>
          </a:lstStyle>
          <a:p>
            <a:r>
              <a:rPr lang="en-US"/>
              <a:t>Click icon to add picture</a:t>
            </a:r>
          </a:p>
        </p:txBody>
      </p:sp>
      <p:sp>
        <p:nvSpPr>
          <p:cNvPr id="3" name="Slide Number Placeholder 2">
            <a:extLst>
              <a:ext uri="{FF2B5EF4-FFF2-40B4-BE49-F238E27FC236}">
                <a16:creationId xmlns:a16="http://schemas.microsoft.com/office/drawing/2014/main" id="{A5A3857B-8BB8-DD67-AB6D-B6F634072383}"/>
              </a:ext>
            </a:extLst>
          </p:cNvPr>
          <p:cNvSpPr>
            <a:spLocks noGrp="1"/>
          </p:cNvSpPr>
          <p:nvPr>
            <p:ph type="sldNum" sz="quarter" idx="10"/>
          </p:nvPr>
        </p:nvSpPr>
        <p:spPr/>
        <p:txBody>
          <a:bodyPr/>
          <a:lstStyle/>
          <a:p>
            <a:fld id="{6605C61B-1C53-2644-8B26-3D798E595467}" type="slidenum">
              <a:rPr lang="en-US" smtClean="0"/>
              <a:pPr/>
              <a:t>‹#›</a:t>
            </a:fld>
            <a:endParaRPr lang="en-US"/>
          </a:p>
        </p:txBody>
      </p:sp>
      <p:sp>
        <p:nvSpPr>
          <p:cNvPr id="6" name="Footer Placeholder">
            <a:extLst>
              <a:ext uri="{FF2B5EF4-FFF2-40B4-BE49-F238E27FC236}">
                <a16:creationId xmlns:a16="http://schemas.microsoft.com/office/drawing/2014/main" id="{F74D752E-429B-B97E-A7E5-774A2009B2FE}"/>
              </a:ext>
            </a:extLst>
          </p:cNvPr>
          <p:cNvSpPr>
            <a:spLocks noGrp="1"/>
          </p:cNvSpPr>
          <p:nvPr>
            <p:ph type="ftr" sz="quarter" idx="14"/>
          </p:nvPr>
        </p:nvSpPr>
        <p:spPr/>
        <p:txBody>
          <a:bodyPr/>
          <a:lstStyle/>
          <a:p>
            <a:endParaRPr lang="en-US"/>
          </a:p>
        </p:txBody>
      </p:sp>
      <p:sp>
        <p:nvSpPr>
          <p:cNvPr id="2" name="Title Placeholder">
            <a:extLst>
              <a:ext uri="{FF2B5EF4-FFF2-40B4-BE49-F238E27FC236}">
                <a16:creationId xmlns:a16="http://schemas.microsoft.com/office/drawing/2014/main" id="{AF63C853-A541-CC8B-3E30-ACF69C08BFD6}"/>
              </a:ext>
            </a:extLst>
          </p:cNvPr>
          <p:cNvSpPr>
            <a:spLocks noGrp="1"/>
          </p:cNvSpPr>
          <p:nvPr>
            <p:ph type="title"/>
          </p:nvPr>
        </p:nvSpPr>
        <p:spPr>
          <a:xfrm>
            <a:off x="457200" y="475065"/>
            <a:ext cx="5491163" cy="353879"/>
          </a:xfrm>
        </p:spPr>
        <p:txBody>
          <a:bodyPr/>
          <a:lstStyle/>
          <a:p>
            <a:r>
              <a:rPr lang="en-US"/>
              <a:t>Click to edit Master title style</a:t>
            </a:r>
          </a:p>
        </p:txBody>
      </p:sp>
      <p:sp>
        <p:nvSpPr>
          <p:cNvPr id="8" name="Text Placeholder Subtitle">
            <a:extLst>
              <a:ext uri="{FF2B5EF4-FFF2-40B4-BE49-F238E27FC236}">
                <a16:creationId xmlns:a16="http://schemas.microsoft.com/office/drawing/2014/main" id="{BAE7728F-0FEE-51A3-5BE1-B3523ECC564E}"/>
              </a:ext>
            </a:extLst>
          </p:cNvPr>
          <p:cNvSpPr>
            <a:spLocks noGrp="1"/>
          </p:cNvSpPr>
          <p:nvPr>
            <p:ph type="body" sz="quarter" idx="13" hasCustomPrompt="1"/>
          </p:nvPr>
        </p:nvSpPr>
        <p:spPr>
          <a:xfrm>
            <a:off x="458730" y="849600"/>
            <a:ext cx="5489611" cy="295967"/>
          </a:xfrm>
        </p:spPr>
        <p:txBody>
          <a:bodyPr rIns="0">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7" name="Content Placeholder Body">
            <a:extLst>
              <a:ext uri="{FF2B5EF4-FFF2-40B4-BE49-F238E27FC236}">
                <a16:creationId xmlns:a16="http://schemas.microsoft.com/office/drawing/2014/main" id="{16A44C7F-5CB3-0C5D-119C-0441BCFB7A28}"/>
              </a:ext>
            </a:extLst>
          </p:cNvPr>
          <p:cNvSpPr>
            <a:spLocks noGrp="1"/>
          </p:cNvSpPr>
          <p:nvPr>
            <p:ph sz="quarter" idx="12"/>
          </p:nvPr>
        </p:nvSpPr>
        <p:spPr>
          <a:xfrm>
            <a:off x="457200" y="1793875"/>
            <a:ext cx="5491163" cy="40116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8103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Content, Photo Left">
    <p:spTree>
      <p:nvGrpSpPr>
        <p:cNvPr id="1" name=""/>
        <p:cNvGrpSpPr/>
        <p:nvPr/>
      </p:nvGrpSpPr>
      <p:grpSpPr>
        <a:xfrm>
          <a:off x="0" y="0"/>
          <a:ext cx="0" cy="0"/>
          <a:chOff x="0" y="0"/>
          <a:chExt cx="0" cy="0"/>
        </a:xfrm>
      </p:grpSpPr>
      <p:sp>
        <p:nvSpPr>
          <p:cNvPr id="5" name="Picture Placeholder">
            <a:extLst>
              <a:ext uri="{FF2B5EF4-FFF2-40B4-BE49-F238E27FC236}">
                <a16:creationId xmlns:a16="http://schemas.microsoft.com/office/drawing/2014/main" id="{7E598298-639B-4FEE-0CAF-F7A89986F84E}"/>
              </a:ext>
            </a:extLst>
          </p:cNvPr>
          <p:cNvSpPr>
            <a:spLocks noGrp="1" noRot="1" noMove="1" noResize="1" noEditPoints="1" noAdjustHandles="1" noChangeArrowheads="1" noChangeShapeType="1"/>
          </p:cNvSpPr>
          <p:nvPr>
            <p:ph type="pic" sz="quarter" idx="11"/>
          </p:nvPr>
        </p:nvSpPr>
        <p:spPr>
          <a:xfrm>
            <a:off x="0" y="0"/>
            <a:ext cx="5948363" cy="6858000"/>
          </a:xfrm>
          <a:solidFill>
            <a:schemeClr val="bg1">
              <a:lumMod val="75000"/>
            </a:schemeClr>
          </a:solidFill>
        </p:spPr>
        <p:txBody>
          <a:bodyPr anchor="ctr"/>
          <a:lstStyle>
            <a:lvl1pPr algn="ctr">
              <a:defRPr>
                <a:solidFill>
                  <a:schemeClr val="bg1"/>
                </a:solidFill>
              </a:defRPr>
            </a:lvl1pPr>
          </a:lstStyle>
          <a:p>
            <a:r>
              <a:rPr lang="en-US"/>
              <a:t>Click icon to add picture</a:t>
            </a:r>
          </a:p>
        </p:txBody>
      </p:sp>
      <p:sp>
        <p:nvSpPr>
          <p:cNvPr id="9" name="HP Logo">
            <a:extLst>
              <a:ext uri="{FF2B5EF4-FFF2-40B4-BE49-F238E27FC236}">
                <a16:creationId xmlns:a16="http://schemas.microsoft.com/office/drawing/2014/main" id="{25A8FCF9-EF56-6675-7649-1F562C93D68F}"/>
              </a:ext>
            </a:extLst>
          </p:cNvPr>
          <p:cNvSpPr>
            <a:spLocks noGrp="1" noRot="1" noMove="1" noResize="1" noEditPoints="1" noAdjustHandles="1" noChangeArrowheads="1" noChangeShapeType="1"/>
          </p:cNvSpPr>
          <p:nvPr>
            <p:ph type="clipArt" sz="quarter" idx="17" hasCustomPrompt="1"/>
          </p:nvPr>
        </p:nvSpPr>
        <p:spPr>
          <a:xfrm>
            <a:off x="446400" y="6091200"/>
            <a:ext cx="320399" cy="320400"/>
          </a:xfrm>
          <a:blipFill>
            <a:blip>
              <a:extLst>
                <a:ext uri="{96DAC541-7B7A-43D3-8B79-37D633B846F1}">
                  <asvg:svgBlip xmlns:asvg="http://schemas.microsoft.com/office/drawing/2016/SVG/main" r:embed="rId2"/>
                </a:ext>
              </a:extLst>
            </a:blip>
            <a:stretch>
              <a:fillRect/>
            </a:stretch>
          </a:blipFill>
        </p:spPr>
        <p:txBody>
          <a:bodyPr anchor="ctr"/>
          <a:lstStyle>
            <a:lvl1pPr marL="45720" indent="0" algn="ctr">
              <a:buNone/>
              <a:defRPr sz="100"/>
            </a:lvl1pPr>
          </a:lstStyle>
          <a:p>
            <a:r>
              <a:rPr lang="en-US"/>
              <a:t> </a:t>
            </a:r>
          </a:p>
        </p:txBody>
      </p:sp>
      <p:sp>
        <p:nvSpPr>
          <p:cNvPr id="3" name="Slide Number Placeholder">
            <a:extLst>
              <a:ext uri="{FF2B5EF4-FFF2-40B4-BE49-F238E27FC236}">
                <a16:creationId xmlns:a16="http://schemas.microsoft.com/office/drawing/2014/main" id="{A5A3857B-8BB8-DD67-AB6D-B6F634072383}"/>
              </a:ext>
            </a:extLst>
          </p:cNvPr>
          <p:cNvSpPr>
            <a:spLocks noGrp="1"/>
          </p:cNvSpPr>
          <p:nvPr>
            <p:ph type="sldNum" sz="quarter" idx="10"/>
          </p:nvPr>
        </p:nvSpPr>
        <p:spPr/>
        <p:txBody>
          <a:bodyPr/>
          <a:lstStyle/>
          <a:p>
            <a:fld id="{6605C61B-1C53-2644-8B26-3D798E595467}" type="slidenum">
              <a:rPr lang="en-US" smtClean="0"/>
              <a:pPr/>
              <a:t>‹#›</a:t>
            </a:fld>
            <a:endParaRPr lang="en-US"/>
          </a:p>
        </p:txBody>
      </p:sp>
      <p:sp>
        <p:nvSpPr>
          <p:cNvPr id="4" name="Footer Placeholder">
            <a:extLst>
              <a:ext uri="{FF2B5EF4-FFF2-40B4-BE49-F238E27FC236}">
                <a16:creationId xmlns:a16="http://schemas.microsoft.com/office/drawing/2014/main" id="{EE428469-8A09-9F6C-3D63-DF4CBCA9450B}"/>
              </a:ext>
            </a:extLst>
          </p:cNvPr>
          <p:cNvSpPr>
            <a:spLocks noGrp="1"/>
          </p:cNvSpPr>
          <p:nvPr>
            <p:ph type="ftr" sz="quarter" idx="18"/>
          </p:nvPr>
        </p:nvSpPr>
        <p:spPr/>
        <p:txBody>
          <a:bodyPr/>
          <a:lstStyle/>
          <a:p>
            <a:endParaRPr lang="en-US"/>
          </a:p>
        </p:txBody>
      </p:sp>
      <p:sp>
        <p:nvSpPr>
          <p:cNvPr id="2" name="Title Placeholder">
            <a:extLst>
              <a:ext uri="{FF2B5EF4-FFF2-40B4-BE49-F238E27FC236}">
                <a16:creationId xmlns:a16="http://schemas.microsoft.com/office/drawing/2014/main" id="{AF63C853-A541-CC8B-3E30-ACF69C08BFD6}"/>
              </a:ext>
            </a:extLst>
          </p:cNvPr>
          <p:cNvSpPr>
            <a:spLocks noGrp="1"/>
          </p:cNvSpPr>
          <p:nvPr>
            <p:ph type="title"/>
          </p:nvPr>
        </p:nvSpPr>
        <p:spPr>
          <a:xfrm>
            <a:off x="6243639" y="475065"/>
            <a:ext cx="5491161" cy="353879"/>
          </a:xfrm>
        </p:spPr>
        <p:txBody>
          <a:bodyPr/>
          <a:lstStyle/>
          <a:p>
            <a:r>
              <a:rPr lang="en-US"/>
              <a:t>Click to edit Master title style</a:t>
            </a:r>
          </a:p>
        </p:txBody>
      </p:sp>
      <p:sp>
        <p:nvSpPr>
          <p:cNvPr id="8" name="Text Placeholder Subtitle">
            <a:extLst>
              <a:ext uri="{FF2B5EF4-FFF2-40B4-BE49-F238E27FC236}">
                <a16:creationId xmlns:a16="http://schemas.microsoft.com/office/drawing/2014/main" id="{BAE7728F-0FEE-51A3-5BE1-B3523ECC564E}"/>
              </a:ext>
            </a:extLst>
          </p:cNvPr>
          <p:cNvSpPr>
            <a:spLocks noGrp="1"/>
          </p:cNvSpPr>
          <p:nvPr>
            <p:ph type="body" sz="quarter" idx="13" hasCustomPrompt="1"/>
          </p:nvPr>
        </p:nvSpPr>
        <p:spPr>
          <a:xfrm>
            <a:off x="6245191" y="849600"/>
            <a:ext cx="5489609" cy="295967"/>
          </a:xfrm>
        </p:spPr>
        <p:txBody>
          <a:bodyPr rIns="0">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7" name="Content Placeholder Body">
            <a:extLst>
              <a:ext uri="{FF2B5EF4-FFF2-40B4-BE49-F238E27FC236}">
                <a16:creationId xmlns:a16="http://schemas.microsoft.com/office/drawing/2014/main" id="{16A44C7F-5CB3-0C5D-119C-0441BCFB7A28}"/>
              </a:ext>
            </a:extLst>
          </p:cNvPr>
          <p:cNvSpPr>
            <a:spLocks noGrp="1"/>
          </p:cNvSpPr>
          <p:nvPr>
            <p:ph sz="quarter" idx="12"/>
          </p:nvPr>
        </p:nvSpPr>
        <p:spPr>
          <a:xfrm>
            <a:off x="6243639" y="1793875"/>
            <a:ext cx="5491161" cy="40116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2436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Content, Photo Right (stripe)">
    <p:spTree>
      <p:nvGrpSpPr>
        <p:cNvPr id="1" name=""/>
        <p:cNvGrpSpPr/>
        <p:nvPr/>
      </p:nvGrpSpPr>
      <p:grpSpPr>
        <a:xfrm>
          <a:off x="0" y="0"/>
          <a:ext cx="0" cy="0"/>
          <a:chOff x="0" y="0"/>
          <a:chExt cx="0" cy="0"/>
        </a:xfrm>
      </p:grpSpPr>
      <p:sp>
        <p:nvSpPr>
          <p:cNvPr id="6" name="Picture Placeholder">
            <a:extLst>
              <a:ext uri="{FF2B5EF4-FFF2-40B4-BE49-F238E27FC236}">
                <a16:creationId xmlns:a16="http://schemas.microsoft.com/office/drawing/2014/main" id="{C2011428-717D-5B01-3434-9193F4EF59F0}"/>
              </a:ext>
            </a:extLst>
          </p:cNvPr>
          <p:cNvSpPr>
            <a:spLocks noGrp="1"/>
          </p:cNvSpPr>
          <p:nvPr>
            <p:ph type="pic" sz="quarter" idx="11"/>
          </p:nvPr>
        </p:nvSpPr>
        <p:spPr>
          <a:xfrm>
            <a:off x="5166731" y="457201"/>
            <a:ext cx="7025269" cy="6400801"/>
          </a:xfrm>
          <a:custGeom>
            <a:avLst/>
            <a:gdLst>
              <a:gd name="connsiteX0" fmla="*/ 2330563 w 7025269"/>
              <a:gd name="connsiteY0" fmla="*/ 0 h 6400801"/>
              <a:gd name="connsiteX1" fmla="*/ 7025269 w 7025269"/>
              <a:gd name="connsiteY1" fmla="*/ 0 h 6400801"/>
              <a:gd name="connsiteX2" fmla="*/ 7025269 w 7025269"/>
              <a:gd name="connsiteY2" fmla="*/ 6400801 h 6400801"/>
              <a:gd name="connsiteX3" fmla="*/ 0 w 7025269"/>
              <a:gd name="connsiteY3" fmla="*/ 6400801 h 6400801"/>
            </a:gdLst>
            <a:ahLst/>
            <a:cxnLst>
              <a:cxn ang="0">
                <a:pos x="connsiteX0" y="connsiteY0"/>
              </a:cxn>
              <a:cxn ang="0">
                <a:pos x="connsiteX1" y="connsiteY1"/>
              </a:cxn>
              <a:cxn ang="0">
                <a:pos x="connsiteX2" y="connsiteY2"/>
              </a:cxn>
              <a:cxn ang="0">
                <a:pos x="connsiteX3" y="connsiteY3"/>
              </a:cxn>
            </a:cxnLst>
            <a:rect l="l" t="t" r="r" b="b"/>
            <a:pathLst>
              <a:path w="7025269" h="6400801">
                <a:moveTo>
                  <a:pt x="2330563" y="0"/>
                </a:moveTo>
                <a:lnTo>
                  <a:pt x="7025269" y="0"/>
                </a:lnTo>
                <a:lnTo>
                  <a:pt x="7025269" y="6400801"/>
                </a:lnTo>
                <a:lnTo>
                  <a:pt x="0" y="6400801"/>
                </a:lnTo>
                <a:close/>
              </a:path>
            </a:pathLst>
          </a:custGeom>
          <a:solidFill>
            <a:schemeClr val="bg1">
              <a:lumMod val="75000"/>
            </a:schemeClr>
          </a:solidFill>
        </p:spPr>
        <p:txBody>
          <a:bodyPr wrap="square" anchor="ctr">
            <a:noAutofit/>
          </a:bodyPr>
          <a:lstStyle>
            <a:lvl1pPr algn="ctr">
              <a:defRPr>
                <a:solidFill>
                  <a:schemeClr val="bg1"/>
                </a:solidFill>
              </a:defRPr>
            </a:lvl1pPr>
          </a:lstStyle>
          <a:p>
            <a:r>
              <a:rPr lang="en-US"/>
              <a:t>Click icon to add picture</a:t>
            </a:r>
          </a:p>
        </p:txBody>
      </p:sp>
      <p:sp>
        <p:nvSpPr>
          <p:cNvPr id="3" name="Slide Number Placeholder">
            <a:extLst>
              <a:ext uri="{FF2B5EF4-FFF2-40B4-BE49-F238E27FC236}">
                <a16:creationId xmlns:a16="http://schemas.microsoft.com/office/drawing/2014/main" id="{A5A3857B-8BB8-DD67-AB6D-B6F634072383}"/>
              </a:ext>
            </a:extLst>
          </p:cNvPr>
          <p:cNvSpPr>
            <a:spLocks noGrp="1"/>
          </p:cNvSpPr>
          <p:nvPr>
            <p:ph type="sldNum" sz="quarter" idx="10"/>
          </p:nvPr>
        </p:nvSpPr>
        <p:spPr/>
        <p:txBody>
          <a:bodyPr/>
          <a:lstStyle/>
          <a:p>
            <a:fld id="{6605C61B-1C53-2644-8B26-3D798E595467}" type="slidenum">
              <a:rPr lang="en-US" smtClean="0"/>
              <a:pPr/>
              <a:t>‹#›</a:t>
            </a:fld>
            <a:endParaRPr lang="en-US"/>
          </a:p>
        </p:txBody>
      </p:sp>
      <p:sp>
        <p:nvSpPr>
          <p:cNvPr id="5" name="Footer Placeholder">
            <a:extLst>
              <a:ext uri="{FF2B5EF4-FFF2-40B4-BE49-F238E27FC236}">
                <a16:creationId xmlns:a16="http://schemas.microsoft.com/office/drawing/2014/main" id="{F50BF4C0-A834-EA5E-20D6-DC5B8E938D89}"/>
              </a:ext>
            </a:extLst>
          </p:cNvPr>
          <p:cNvSpPr>
            <a:spLocks noGrp="1"/>
          </p:cNvSpPr>
          <p:nvPr>
            <p:ph type="ftr" sz="quarter" idx="14"/>
          </p:nvPr>
        </p:nvSpPr>
        <p:spPr/>
        <p:txBody>
          <a:bodyPr/>
          <a:lstStyle/>
          <a:p>
            <a:endParaRPr lang="en-US"/>
          </a:p>
        </p:txBody>
      </p:sp>
      <p:sp>
        <p:nvSpPr>
          <p:cNvPr id="2" name="Title Placeholder">
            <a:extLst>
              <a:ext uri="{FF2B5EF4-FFF2-40B4-BE49-F238E27FC236}">
                <a16:creationId xmlns:a16="http://schemas.microsoft.com/office/drawing/2014/main" id="{AF63C853-A541-CC8B-3E30-ACF69C08BFD6}"/>
              </a:ext>
            </a:extLst>
          </p:cNvPr>
          <p:cNvSpPr>
            <a:spLocks noGrp="1"/>
          </p:cNvSpPr>
          <p:nvPr>
            <p:ph type="title"/>
          </p:nvPr>
        </p:nvSpPr>
        <p:spPr>
          <a:xfrm>
            <a:off x="457200" y="475065"/>
            <a:ext cx="5491163" cy="353879"/>
          </a:xfrm>
        </p:spPr>
        <p:txBody>
          <a:bodyPr/>
          <a:lstStyle/>
          <a:p>
            <a:r>
              <a:rPr lang="en-US"/>
              <a:t>Click to edit Master title style</a:t>
            </a:r>
          </a:p>
        </p:txBody>
      </p:sp>
      <p:sp>
        <p:nvSpPr>
          <p:cNvPr id="8" name="Text Placeholder Subtitle">
            <a:extLst>
              <a:ext uri="{FF2B5EF4-FFF2-40B4-BE49-F238E27FC236}">
                <a16:creationId xmlns:a16="http://schemas.microsoft.com/office/drawing/2014/main" id="{BAE7728F-0FEE-51A3-5BE1-B3523ECC564E}"/>
              </a:ext>
            </a:extLst>
          </p:cNvPr>
          <p:cNvSpPr>
            <a:spLocks noGrp="1"/>
          </p:cNvSpPr>
          <p:nvPr>
            <p:ph type="body" sz="quarter" idx="13" hasCustomPrompt="1"/>
          </p:nvPr>
        </p:nvSpPr>
        <p:spPr>
          <a:xfrm>
            <a:off x="458730" y="849600"/>
            <a:ext cx="5489611" cy="295967"/>
          </a:xfrm>
        </p:spPr>
        <p:txBody>
          <a:bodyPr rIns="0">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7" name="Content Placeholder Body">
            <a:extLst>
              <a:ext uri="{FF2B5EF4-FFF2-40B4-BE49-F238E27FC236}">
                <a16:creationId xmlns:a16="http://schemas.microsoft.com/office/drawing/2014/main" id="{16A44C7F-5CB3-0C5D-119C-0441BCFB7A28}"/>
              </a:ext>
            </a:extLst>
          </p:cNvPr>
          <p:cNvSpPr>
            <a:spLocks noGrp="1"/>
          </p:cNvSpPr>
          <p:nvPr>
            <p:ph sz="quarter" idx="12"/>
          </p:nvPr>
        </p:nvSpPr>
        <p:spPr>
          <a:xfrm>
            <a:off x="457200" y="1793875"/>
            <a:ext cx="5491163" cy="40116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70974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Content, Photo Left (stripe)">
    <p:spTree>
      <p:nvGrpSpPr>
        <p:cNvPr id="1" name=""/>
        <p:cNvGrpSpPr/>
        <p:nvPr/>
      </p:nvGrpSpPr>
      <p:grpSpPr>
        <a:xfrm>
          <a:off x="0" y="0"/>
          <a:ext cx="0" cy="0"/>
          <a:chOff x="0" y="0"/>
          <a:chExt cx="0" cy="0"/>
        </a:xfrm>
      </p:grpSpPr>
      <p:sp>
        <p:nvSpPr>
          <p:cNvPr id="12" name="Picture Placeholder">
            <a:extLst>
              <a:ext uri="{FF2B5EF4-FFF2-40B4-BE49-F238E27FC236}">
                <a16:creationId xmlns:a16="http://schemas.microsoft.com/office/drawing/2014/main" id="{95A41C5A-00D3-CEF6-EACA-68C9EF263687}"/>
              </a:ext>
            </a:extLst>
          </p:cNvPr>
          <p:cNvSpPr>
            <a:spLocks noGrp="1" noRot="1" noMove="1" noResize="1" noEditPoints="1" noAdjustHandles="1" noChangeArrowheads="1" noChangeShapeType="1"/>
          </p:cNvSpPr>
          <p:nvPr>
            <p:ph type="pic" sz="quarter" idx="11"/>
          </p:nvPr>
        </p:nvSpPr>
        <p:spPr>
          <a:xfrm>
            <a:off x="0" y="0"/>
            <a:ext cx="6622224" cy="6400800"/>
          </a:xfrm>
          <a:custGeom>
            <a:avLst/>
            <a:gdLst>
              <a:gd name="connsiteX0" fmla="*/ 0 w 6622224"/>
              <a:gd name="connsiteY0" fmla="*/ 0 h 6400800"/>
              <a:gd name="connsiteX1" fmla="*/ 6622224 w 6622224"/>
              <a:gd name="connsiteY1" fmla="*/ 0 h 6400800"/>
              <a:gd name="connsiteX2" fmla="*/ 4291662 w 6622224"/>
              <a:gd name="connsiteY2" fmla="*/ 6400800 h 6400800"/>
              <a:gd name="connsiteX3" fmla="*/ 0 w 6622224"/>
              <a:gd name="connsiteY3" fmla="*/ 6400800 h 6400800"/>
            </a:gdLst>
            <a:ahLst/>
            <a:cxnLst>
              <a:cxn ang="0">
                <a:pos x="connsiteX0" y="connsiteY0"/>
              </a:cxn>
              <a:cxn ang="0">
                <a:pos x="connsiteX1" y="connsiteY1"/>
              </a:cxn>
              <a:cxn ang="0">
                <a:pos x="connsiteX2" y="connsiteY2"/>
              </a:cxn>
              <a:cxn ang="0">
                <a:pos x="connsiteX3" y="connsiteY3"/>
              </a:cxn>
            </a:cxnLst>
            <a:rect l="l" t="t" r="r" b="b"/>
            <a:pathLst>
              <a:path w="6622224" h="6400800">
                <a:moveTo>
                  <a:pt x="0" y="0"/>
                </a:moveTo>
                <a:lnTo>
                  <a:pt x="6622224" y="0"/>
                </a:lnTo>
                <a:lnTo>
                  <a:pt x="4291662" y="6400800"/>
                </a:lnTo>
                <a:lnTo>
                  <a:pt x="0" y="6400800"/>
                </a:lnTo>
                <a:close/>
              </a:path>
            </a:pathLst>
          </a:custGeom>
          <a:solidFill>
            <a:schemeClr val="bg1">
              <a:lumMod val="75000"/>
            </a:schemeClr>
          </a:solidFill>
        </p:spPr>
        <p:txBody>
          <a:bodyPr wrap="square" anchor="ctr">
            <a:noAutofit/>
          </a:bodyPr>
          <a:lstStyle>
            <a:lvl1pPr algn="ctr">
              <a:defRPr>
                <a:solidFill>
                  <a:schemeClr val="bg1"/>
                </a:solidFill>
              </a:defRPr>
            </a:lvl1pPr>
          </a:lstStyle>
          <a:p>
            <a:r>
              <a:rPr lang="en-US"/>
              <a:t>Click icon to add picture</a:t>
            </a:r>
          </a:p>
        </p:txBody>
      </p:sp>
      <p:sp>
        <p:nvSpPr>
          <p:cNvPr id="3" name="Slide Number Placeholder">
            <a:extLst>
              <a:ext uri="{FF2B5EF4-FFF2-40B4-BE49-F238E27FC236}">
                <a16:creationId xmlns:a16="http://schemas.microsoft.com/office/drawing/2014/main" id="{A5A3857B-8BB8-DD67-AB6D-B6F634072383}"/>
              </a:ext>
            </a:extLst>
          </p:cNvPr>
          <p:cNvSpPr>
            <a:spLocks noGrp="1"/>
          </p:cNvSpPr>
          <p:nvPr>
            <p:ph type="sldNum" sz="quarter" idx="10"/>
          </p:nvPr>
        </p:nvSpPr>
        <p:spPr/>
        <p:txBody>
          <a:bodyPr/>
          <a:lstStyle/>
          <a:p>
            <a:fld id="{6605C61B-1C53-2644-8B26-3D798E595467}" type="slidenum">
              <a:rPr lang="en-US" smtClean="0"/>
              <a:pPr/>
              <a:t>‹#›</a:t>
            </a:fld>
            <a:endParaRPr lang="en-US"/>
          </a:p>
        </p:txBody>
      </p:sp>
      <p:sp>
        <p:nvSpPr>
          <p:cNvPr id="4" name="Footer Placeholder">
            <a:extLst>
              <a:ext uri="{FF2B5EF4-FFF2-40B4-BE49-F238E27FC236}">
                <a16:creationId xmlns:a16="http://schemas.microsoft.com/office/drawing/2014/main" id="{24AD024B-E6BF-086C-BB1C-FCCEB7B6EA27}"/>
              </a:ext>
            </a:extLst>
          </p:cNvPr>
          <p:cNvSpPr>
            <a:spLocks noGrp="1"/>
          </p:cNvSpPr>
          <p:nvPr>
            <p:ph type="ftr" sz="quarter" idx="14"/>
          </p:nvPr>
        </p:nvSpPr>
        <p:spPr/>
        <p:txBody>
          <a:bodyPr/>
          <a:lstStyle/>
          <a:p>
            <a:endParaRPr lang="en-US"/>
          </a:p>
        </p:txBody>
      </p:sp>
      <p:sp>
        <p:nvSpPr>
          <p:cNvPr id="2" name="Title Placeholder">
            <a:extLst>
              <a:ext uri="{FF2B5EF4-FFF2-40B4-BE49-F238E27FC236}">
                <a16:creationId xmlns:a16="http://schemas.microsoft.com/office/drawing/2014/main" id="{AF63C853-A541-CC8B-3E30-ACF69C08BFD6}"/>
              </a:ext>
            </a:extLst>
          </p:cNvPr>
          <p:cNvSpPr>
            <a:spLocks noGrp="1"/>
          </p:cNvSpPr>
          <p:nvPr>
            <p:ph type="title"/>
          </p:nvPr>
        </p:nvSpPr>
        <p:spPr>
          <a:xfrm>
            <a:off x="7207250" y="475065"/>
            <a:ext cx="4527550" cy="700128"/>
          </a:xfrm>
        </p:spPr>
        <p:txBody>
          <a:bodyPr/>
          <a:lstStyle/>
          <a:p>
            <a:pPr lvl="0"/>
            <a:r>
              <a:rPr lang="en-US"/>
              <a:t>Click to edit Master title style</a:t>
            </a:r>
          </a:p>
        </p:txBody>
      </p:sp>
      <p:sp>
        <p:nvSpPr>
          <p:cNvPr id="8" name="Text Placeholder Subtitle">
            <a:extLst>
              <a:ext uri="{FF2B5EF4-FFF2-40B4-BE49-F238E27FC236}">
                <a16:creationId xmlns:a16="http://schemas.microsoft.com/office/drawing/2014/main" id="{BAE7728F-0FEE-51A3-5BE1-B3523ECC564E}"/>
              </a:ext>
            </a:extLst>
          </p:cNvPr>
          <p:cNvSpPr>
            <a:spLocks noGrp="1"/>
          </p:cNvSpPr>
          <p:nvPr>
            <p:ph type="body" sz="quarter" idx="13" hasCustomPrompt="1"/>
          </p:nvPr>
        </p:nvSpPr>
        <p:spPr>
          <a:xfrm>
            <a:off x="7208530" y="849600"/>
            <a:ext cx="4526270" cy="295967"/>
          </a:xfrm>
        </p:spPr>
        <p:txBody>
          <a:bodyPr rIns="0">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7" name="Content Placeholder Body">
            <a:extLst>
              <a:ext uri="{FF2B5EF4-FFF2-40B4-BE49-F238E27FC236}">
                <a16:creationId xmlns:a16="http://schemas.microsoft.com/office/drawing/2014/main" id="{16A44C7F-5CB3-0C5D-119C-0441BCFB7A28}"/>
              </a:ext>
            </a:extLst>
          </p:cNvPr>
          <p:cNvSpPr>
            <a:spLocks noGrp="1"/>
          </p:cNvSpPr>
          <p:nvPr>
            <p:ph sz="quarter" idx="12"/>
          </p:nvPr>
        </p:nvSpPr>
        <p:spPr>
          <a:xfrm>
            <a:off x="7207250" y="1793875"/>
            <a:ext cx="4527550" cy="40116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1870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153043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slideLayout" Target="../slideLayouts/slideLayout15.xml"/><Relationship Id="rId14" Type="http://schemas.openxmlformats.org/officeDocument/2006/relationships/slideLayout" Target="../slideLayouts/slideLayout16.xml"/><Relationship Id="rId15" Type="http://schemas.openxmlformats.org/officeDocument/2006/relationships/slideLayout" Target="../slideLayouts/slideLayout17.xml"/><Relationship Id="rId16" Type="http://schemas.openxmlformats.org/officeDocument/2006/relationships/slideLayout" Target="../slideLayouts/slideLayout18.xml"/><Relationship Id="rId17" Type="http://schemas.openxmlformats.org/officeDocument/2006/relationships/slideLayout" Target="../slideLayouts/slideLayout19.xml"/><Relationship Id="rId18" Type="http://schemas.openxmlformats.org/officeDocument/2006/relationships/slideLayout" Target="../slideLayouts/slideLayout20.xml"/><Relationship Id="rId19" Type="http://schemas.openxmlformats.org/officeDocument/2006/relationships/slideLayout" Target="../slideLayouts/slideLayout21.xml"/><Relationship Id="rId20" Type="http://schemas.openxmlformats.org/officeDocument/2006/relationships/slideLayout" Target="../slideLayouts/slideLayout22.xml"/><Relationship Id="rId21" Type="http://schemas.openxmlformats.org/officeDocument/2006/relationships/slideLayout" Target="../slideLayouts/slideLayout23.xml"/><Relationship Id="rId22" Type="http://schemas.openxmlformats.org/officeDocument/2006/relationships/slideLayout" Target="../slideLayouts/slideLayout24.xml"/><Relationship Id="rId23" Type="http://schemas.openxmlformats.org/officeDocument/2006/relationships/slideLayout" Target="../slideLayouts/slideLayout25.xml"/><Relationship Id="rId24" Type="http://schemas.openxmlformats.org/officeDocument/2006/relationships/slideLayout" Target="../slideLayouts/slideLayout26.xml"/><Relationship Id="rId25" Type="http://schemas.openxmlformats.org/officeDocument/2006/relationships/slideLayout" Target="../slideLayouts/slideLayout27.xml"/><Relationship Id="rId26" Type="http://schemas.openxmlformats.org/officeDocument/2006/relationships/slideLayout" Target="../slideLayouts/slideLayout28.xml"/><Relationship Id="rId27" Type="http://schemas.openxmlformats.org/officeDocument/2006/relationships/slideLayout" Target="../slideLayouts/slideLayout29.xml"/><Relationship Id="rId28" Type="http://schemas.openxmlformats.org/officeDocument/2006/relationships/slideLayout" Target="../slideLayouts/slideLayout30.xml"/><Relationship Id="rId29" Type="http://schemas.openxmlformats.org/officeDocument/2006/relationships/slideLayout" Target="../slideLayouts/slideLayout31.xml"/><Relationship Id="rId30" Type="http://schemas.openxmlformats.org/officeDocument/2006/relationships/slideLayout" Target="../slideLayouts/slideLayout32.xml"/><Relationship Id="rId31" Type="http://schemas.openxmlformats.org/officeDocument/2006/relationships/slideLayout" Target="../slideLayouts/slideLayout33.xml"/><Relationship Id="rId32" Type="http://schemas.openxmlformats.org/officeDocument/2006/relationships/slideLayout" Target="../slideLayouts/slideLayout34.xml"/><Relationship Id="rId33" Type="http://schemas.openxmlformats.org/officeDocument/2006/relationships/slideLayout" Target="../slideLayouts/slideLayout35.xml"/><Relationship Id="rId34" Type="http://schemas.openxmlformats.org/officeDocument/2006/relationships/slideLayout" Target="../slideLayouts/slideLayout36.xml"/><Relationship Id="rId35" Type="http://schemas.openxmlformats.org/officeDocument/2006/relationships/slideLayout" Target="../slideLayouts/slideLayout37.xml"/><Relationship Id="rId36" Type="http://schemas.openxmlformats.org/officeDocument/2006/relationships/slideLayout" Target="../slideLayouts/slideLayout38.xml"/><Relationship Id="rId37" Type="http://schemas.openxmlformats.org/officeDocument/2006/relationships/slideLayout" Target="../slideLayouts/slideLayout39.xml"/><Relationship Id="rId38" Type="http://schemas.openxmlformats.org/officeDocument/2006/relationships/slideLayout" Target="../slideLayouts/slideLayout40.xml"/><Relationship Id="rId39" Type="http://schemas.openxmlformats.org/officeDocument/2006/relationships/slideLayout" Target="../slideLayouts/slideLayout41.xml"/><Relationship Id="rId40" Type="http://schemas.openxmlformats.org/officeDocument/2006/relationships/slideLayout" Target="../slideLayouts/slideLayout42.xml"/><Relationship Id="rId41" Type="http://schemas.openxmlformats.org/officeDocument/2006/relationships/slideLayout" Target="../slideLayouts/slideLayout43.xml"/><Relationship Id="rId42" Type="http://schemas.openxmlformats.org/officeDocument/2006/relationships/slideLayout" Target="../slideLayouts/slideLayout44.xml"/><Relationship Id="rId43" Type="http://schemas.openxmlformats.org/officeDocument/2006/relationships/slideLayout" Target="../slideLayouts/slideLayout45.xml"/><Relationship Id="rId44" Type="http://schemas.openxmlformats.org/officeDocument/2006/relationships/slideLayout" Target="../slideLayouts/slideLayout46.xml"/><Relationship Id="rId45" Type="http://schemas.openxmlformats.org/officeDocument/2006/relationships/slideLayout" Target="../slideLayouts/slideLayout47.xml"/><Relationship Id="rId46" Type="http://schemas.openxmlformats.org/officeDocument/2006/relationships/slideLayout" Target="../slideLayouts/slideLayout48.xml"/><Relationship Id="rId47" Type="http://schemas.openxmlformats.org/officeDocument/2006/relationships/slideLayout" Target="../slideLayouts/slideLayout49.xml"/><Relationship Id="rId48" Type="http://schemas.openxmlformats.org/officeDocument/2006/relationships/slideLayout" Target="../slideLayouts/slideLayout50.xml"/><Relationship Id="rId49" Type="http://schemas.openxmlformats.org/officeDocument/2006/relationships/theme" Target="../theme/theme2.xml"/><Relationship Id="rId50"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924752"/>
      </p:ext>
    </p:extLst>
  </p:cSld>
  <p:clrMap bg1="lt1" tx1="dk1" bg2="lt2" tx2="dk2" accent1="accent1" accent2="accent2" accent3="accent3" accent4="accent4" accent5="accent5" accent6="accent6" hlink="hlink" folHlink="folHlink"/>
  <p:sldLayoutIdLst>
    <p:sldLayoutId id="2147483661" r:id="rId1"/>
    <p:sldLayoutId id="2147483662" r:id="rId2"/>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BBC801F5-E287-137B-3E5D-D9E97CB4A468}"/>
              </a:ext>
            </a:extLst>
          </p:cNvPr>
          <p:cNvSpPr>
            <a:spLocks noGrp="1"/>
          </p:cNvSpPr>
          <p:nvPr>
            <p:ph type="title"/>
          </p:nvPr>
        </p:nvSpPr>
        <p:spPr>
          <a:xfrm>
            <a:off x="457200" y="475065"/>
            <a:ext cx="11277600" cy="353879"/>
          </a:xfrm>
          <a:prstGeom prst="rect">
            <a:avLst/>
          </a:prstGeom>
        </p:spPr>
        <p:txBody>
          <a:bodyPr vert="horz" lIns="0" tIns="0" rIns="0" bIns="0" rtlCol="0" anchor="t">
            <a:spAutoFit/>
          </a:bodyPr>
          <a:lstStyle/>
          <a:p>
            <a:r>
              <a:rPr lang="en-US"/>
              <a:t>Click to write a slide title that fits in a single line.</a:t>
            </a:r>
          </a:p>
        </p:txBody>
      </p:sp>
      <p:sp>
        <p:nvSpPr>
          <p:cNvPr id="3" name="Text Placeholder">
            <a:extLst>
              <a:ext uri="{FF2B5EF4-FFF2-40B4-BE49-F238E27FC236}">
                <a16:creationId xmlns:a16="http://schemas.microsoft.com/office/drawing/2014/main" id="{7767DAE0-12FB-151E-8B9E-9DD322B6CE12}"/>
              </a:ext>
            </a:extLst>
          </p:cNvPr>
          <p:cNvSpPr>
            <a:spLocks noGrp="1"/>
          </p:cNvSpPr>
          <p:nvPr>
            <p:ph type="body" idx="1"/>
          </p:nvPr>
        </p:nvSpPr>
        <p:spPr>
          <a:xfrm>
            <a:off x="457200" y="1759131"/>
            <a:ext cx="11277600" cy="4046357"/>
          </a:xfrm>
          <a:prstGeom prst="rect">
            <a:avLst/>
          </a:prstGeom>
        </p:spPr>
        <p:txBody>
          <a:bodyPr vert="horz" lIns="0" tIns="0" rIns="0" bIns="0" rtlCol="0">
            <a:noAutofit/>
          </a:bodyPr>
          <a:lstStyle/>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Slide Number Placeholder">
            <a:extLst>
              <a:ext uri="{FF2B5EF4-FFF2-40B4-BE49-F238E27FC236}">
                <a16:creationId xmlns:a16="http://schemas.microsoft.com/office/drawing/2014/main" id="{C7DA2CC4-CEFF-7430-04C6-69F1DECD60DB}"/>
              </a:ext>
            </a:extLst>
          </p:cNvPr>
          <p:cNvSpPr>
            <a:spLocks noGrp="1"/>
          </p:cNvSpPr>
          <p:nvPr>
            <p:ph type="sldNum" sz="quarter" idx="4"/>
          </p:nvPr>
        </p:nvSpPr>
        <p:spPr>
          <a:xfrm>
            <a:off x="11435494" y="6316162"/>
            <a:ext cx="299305" cy="107722"/>
          </a:xfrm>
          <a:prstGeom prst="rect">
            <a:avLst/>
          </a:prstGeom>
        </p:spPr>
        <p:txBody>
          <a:bodyPr vert="horz" wrap="square" lIns="0" tIns="0" rIns="0" bIns="0" rtlCol="0" anchor="b">
            <a:spAutoFit/>
          </a:bodyPr>
          <a:lstStyle>
            <a:lvl1pPr algn="r">
              <a:defRPr sz="700" b="0" i="0">
                <a:solidFill>
                  <a:schemeClr val="tx1">
                    <a:lumMod val="50000"/>
                    <a:lumOff val="50000"/>
                  </a:schemeClr>
                </a:solidFill>
                <a:latin typeface="+mn-lt"/>
              </a:defRPr>
            </a:lvl1pPr>
          </a:lstStyle>
          <a:p>
            <a:fld id="{6605C61B-1C53-2644-8B26-3D798E595467}" type="slidenum">
              <a:rPr lang="en-US" smtClean="0"/>
              <a:pPr/>
              <a:t>‹#›</a:t>
            </a:fld>
            <a:endParaRPr lang="en-US"/>
          </a:p>
        </p:txBody>
      </p:sp>
      <p:sp>
        <p:nvSpPr>
          <p:cNvPr id="4" name="Footer Placeholder">
            <a:extLst>
              <a:ext uri="{FF2B5EF4-FFF2-40B4-BE49-F238E27FC236}">
                <a16:creationId xmlns:a16="http://schemas.microsoft.com/office/drawing/2014/main" id="{FE0889E4-075E-5D31-DFF8-C9EC4E7F1ABE}"/>
              </a:ext>
            </a:extLst>
          </p:cNvPr>
          <p:cNvSpPr>
            <a:spLocks noGrp="1"/>
          </p:cNvSpPr>
          <p:nvPr>
            <p:ph type="ftr" sz="quarter" idx="3"/>
          </p:nvPr>
        </p:nvSpPr>
        <p:spPr>
          <a:xfrm>
            <a:off x="7207250" y="6316162"/>
            <a:ext cx="4227513" cy="107722"/>
          </a:xfrm>
          <a:prstGeom prst="rect">
            <a:avLst/>
          </a:prstGeom>
        </p:spPr>
        <p:txBody>
          <a:bodyPr vert="horz" lIns="0" tIns="0" rIns="0" bIns="0" rtlCol="0" anchor="b" anchorCtr="0"/>
          <a:lstStyle>
            <a:lvl1pPr algn="r">
              <a:defRPr sz="700">
                <a:solidFill>
                  <a:schemeClr val="tx1">
                    <a:lumMod val="50000"/>
                    <a:lumOff val="50000"/>
                  </a:schemeClr>
                </a:solidFill>
              </a:defRPr>
            </a:lvl1pPr>
          </a:lstStyle>
          <a:p>
            <a:endParaRPr lang="en-US"/>
          </a:p>
        </p:txBody>
      </p:sp>
      <p:pic>
        <p:nvPicPr>
          <p:cNvPr id="5" name="HP Logo">
            <a:extLst>
              <a:ext uri="{FF2B5EF4-FFF2-40B4-BE49-F238E27FC236}">
                <a16:creationId xmlns:a16="http://schemas.microsoft.com/office/drawing/2014/main" id="{EECDE276-7637-D68C-7EA7-203FF19D273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50"/>
              </a:ext>
            </a:extLst>
          </a:blip>
          <a:stretch>
            <a:fillRect/>
          </a:stretch>
        </p:blipFill>
        <p:spPr>
          <a:xfrm>
            <a:off x="447288" y="6091113"/>
            <a:ext cx="320400" cy="320400"/>
          </a:xfrm>
          <a:prstGeom prst="rect">
            <a:avLst/>
          </a:prstGeom>
        </p:spPr>
      </p:pic>
      <p:sp>
        <p:nvSpPr>
          <p:cNvPr id="201" name="Divider slash" hidden="1">
            <a:extLst>
              <a:ext uri="{FF2B5EF4-FFF2-40B4-BE49-F238E27FC236}">
                <a16:creationId xmlns:a16="http://schemas.microsoft.com/office/drawing/2014/main" id="{19F03229-0F95-7E06-1CCA-3D3EBC7F1647}"/>
              </a:ext>
            </a:extLst>
          </p:cNvPr>
          <p:cNvSpPr>
            <a:spLocks noGrp="1" noRot="1" noMove="1" noResize="1" noEditPoints="1" noAdjustHandles="1" noChangeArrowheads="1" noChangeShapeType="1"/>
          </p:cNvSpPr>
          <p:nvPr/>
        </p:nvSpPr>
        <p:spPr>
          <a:xfrm>
            <a:off x="891946" y="6187091"/>
            <a:ext cx="52801" cy="127912"/>
          </a:xfrm>
          <a:custGeom>
            <a:avLst/>
            <a:gdLst>
              <a:gd name="connsiteX0" fmla="*/ 145000 w 145000"/>
              <a:gd name="connsiteY0" fmla="*/ 195 h 351269"/>
              <a:gd name="connsiteX1" fmla="*/ 127380 w 145000"/>
              <a:gd name="connsiteY1" fmla="*/ 0 h 351269"/>
              <a:gd name="connsiteX2" fmla="*/ 0 w 145000"/>
              <a:gd name="connsiteY2" fmla="*/ 351067 h 351269"/>
              <a:gd name="connsiteX3" fmla="*/ 17628 w 145000"/>
              <a:gd name="connsiteY3" fmla="*/ 351270 h 351269"/>
              <a:gd name="connsiteX4" fmla="*/ 145000 w 145000"/>
              <a:gd name="connsiteY4" fmla="*/ 195 h 3512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000" h="351269">
                <a:moveTo>
                  <a:pt x="145000" y="195"/>
                </a:moveTo>
                <a:lnTo>
                  <a:pt x="127380" y="0"/>
                </a:lnTo>
                <a:lnTo>
                  <a:pt x="0" y="351067"/>
                </a:lnTo>
                <a:lnTo>
                  <a:pt x="17628" y="351270"/>
                </a:lnTo>
                <a:lnTo>
                  <a:pt x="145000" y="195"/>
                </a:lnTo>
                <a:close/>
              </a:path>
            </a:pathLst>
          </a:custGeom>
          <a:solidFill>
            <a:schemeClr val="tx1"/>
          </a:solidFill>
          <a:ln w="7789" cap="flat">
            <a:noFill/>
            <a:prstDash val="solid"/>
            <a:miter/>
          </a:ln>
        </p:spPr>
        <p:txBody>
          <a:bodyPr rtlCol="0" anchor="ctr"/>
          <a:lstStyle/>
          <a:p>
            <a:endParaRPr lang="en-US"/>
          </a:p>
        </p:txBody>
      </p:sp>
      <p:sp>
        <p:nvSpPr>
          <p:cNvPr id="14" name="Partner logo frame" hidden="1">
            <a:extLst>
              <a:ext uri="{FF2B5EF4-FFF2-40B4-BE49-F238E27FC236}">
                <a16:creationId xmlns:a16="http://schemas.microsoft.com/office/drawing/2014/main" id="{0D46DC68-E308-7EBB-BC42-D1F0BEE1788F}"/>
              </a:ext>
            </a:extLst>
          </p:cNvPr>
          <p:cNvSpPr>
            <a:spLocks noGrp="1" noRot="1" noChangeAspect="1" noMove="1" noResize="1" noEditPoints="1" noAdjustHandles="1" noChangeArrowheads="1" noChangeShapeType="1"/>
          </p:cNvSpPr>
          <p:nvPr/>
        </p:nvSpPr>
        <p:spPr>
          <a:xfrm>
            <a:off x="1069246" y="6102350"/>
            <a:ext cx="896400" cy="297032"/>
          </a:xfrm>
          <a:custGeom>
            <a:avLst/>
            <a:gdLst>
              <a:gd name="connsiteX0" fmla="*/ 730523 w 820341"/>
              <a:gd name="connsiteY0" fmla="*/ 0 h 820341"/>
              <a:gd name="connsiteX1" fmla="*/ 820342 w 820341"/>
              <a:gd name="connsiteY1" fmla="*/ 0 h 820341"/>
              <a:gd name="connsiteX2" fmla="*/ 820342 w 820341"/>
              <a:gd name="connsiteY2" fmla="*/ 820342 h 820341"/>
              <a:gd name="connsiteX3" fmla="*/ 730523 w 820341"/>
              <a:gd name="connsiteY3" fmla="*/ 820342 h 820341"/>
              <a:gd name="connsiteX4" fmla="*/ 89819 w 820341"/>
              <a:gd name="connsiteY4" fmla="*/ 820342 h 820341"/>
              <a:gd name="connsiteX5" fmla="*/ 0 w 820341"/>
              <a:gd name="connsiteY5" fmla="*/ 820342 h 820341"/>
              <a:gd name="connsiteX6" fmla="*/ 0 w 820341"/>
              <a:gd name="connsiteY6" fmla="*/ 0 h 820341"/>
              <a:gd name="connsiteX7" fmla="*/ 89819 w 820341"/>
              <a:gd name="connsiteY7" fmla="*/ 0 h 820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0341" h="820341">
                <a:moveTo>
                  <a:pt x="730523" y="0"/>
                </a:moveTo>
                <a:cubicBezTo>
                  <a:pt x="780128" y="0"/>
                  <a:pt x="820342" y="0"/>
                  <a:pt x="820342" y="0"/>
                </a:cubicBezTo>
                <a:lnTo>
                  <a:pt x="820342" y="820342"/>
                </a:lnTo>
                <a:cubicBezTo>
                  <a:pt x="820342" y="820342"/>
                  <a:pt x="780129" y="820342"/>
                  <a:pt x="730523" y="820342"/>
                </a:cubicBezTo>
                <a:lnTo>
                  <a:pt x="89819" y="820342"/>
                </a:lnTo>
                <a:cubicBezTo>
                  <a:pt x="40213" y="820342"/>
                  <a:pt x="0" y="820342"/>
                  <a:pt x="0" y="820342"/>
                </a:cubicBezTo>
                <a:lnTo>
                  <a:pt x="0" y="0"/>
                </a:lnTo>
                <a:cubicBezTo>
                  <a:pt x="0" y="0"/>
                  <a:pt x="40213" y="0"/>
                  <a:pt x="89819" y="0"/>
                </a:cubicBezTo>
                <a:close/>
              </a:path>
            </a:pathLst>
          </a:custGeom>
          <a:solidFill>
            <a:srgbClr val="D9D9D9">
              <a:alpha val="50000"/>
            </a:srgbClr>
          </a:solidFill>
          <a:ln w="7789" cap="flat">
            <a:noFill/>
            <a:prstDash val="solid"/>
            <a:miter/>
          </a:ln>
        </p:spPr>
        <p:txBody>
          <a:bodyPr rtlCol="0" anchor="ctr"/>
          <a:lstStyle/>
          <a:p>
            <a:endParaRPr lang="en-US"/>
          </a:p>
        </p:txBody>
      </p:sp>
      <p:sp>
        <p:nvSpPr>
          <p:cNvPr id="105" name="Name next to HP Logo" hidden="1">
            <a:extLst>
              <a:ext uri="{FF2B5EF4-FFF2-40B4-BE49-F238E27FC236}">
                <a16:creationId xmlns:a16="http://schemas.microsoft.com/office/drawing/2014/main" id="{393CD746-232B-F8BD-8CF6-B9896FC65E8A}"/>
              </a:ext>
            </a:extLst>
          </p:cNvPr>
          <p:cNvSpPr txBox="1">
            <a:spLocks noGrp="1" noRot="1" noMove="1" noResize="1" noEditPoints="1" noAdjustHandles="1" noChangeArrowheads="1" noChangeShapeType="1"/>
          </p:cNvSpPr>
          <p:nvPr/>
        </p:nvSpPr>
        <p:spPr>
          <a:xfrm>
            <a:off x="833081" y="6205420"/>
            <a:ext cx="1289700" cy="115826"/>
          </a:xfrm>
          <a:prstGeom prst="rect">
            <a:avLst/>
          </a:prstGeom>
          <a:noFill/>
        </p:spPr>
        <p:txBody>
          <a:bodyPr wrap="square" lIns="0" tIns="7200" rIns="0" bIns="0" rtlCol="0" anchor="ctr">
            <a:spAutoFit/>
          </a:bodyPr>
          <a:lstStyle/>
          <a:p>
            <a:pPr algn="l">
              <a:lnSpc>
                <a:spcPct val="75000"/>
              </a:lnSpc>
              <a:spcBef>
                <a:spcPts val="0"/>
              </a:spcBef>
            </a:pPr>
            <a:r>
              <a:rPr lang="en-US" sz="920" noProof="1">
                <a:solidFill>
                  <a:schemeClr val="tx1"/>
                </a:solidFill>
                <a:latin typeface="HP Forma DJR Office Medium" pitchFamily="2" charset="77"/>
              </a:rPr>
              <a:t>Lorem Ipsum</a:t>
            </a:r>
          </a:p>
        </p:txBody>
      </p:sp>
    </p:spTree>
    <p:extLst>
      <p:ext uri="{BB962C8B-B14F-4D97-AF65-F5344CB8AC3E}">
        <p14:creationId xmlns:p14="http://schemas.microsoft.com/office/powerpoint/2010/main" val="1166533411"/>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 id="2147483683" r:id="rId20"/>
    <p:sldLayoutId id="2147483684" r:id="rId21"/>
    <p:sldLayoutId id="2147483685" r:id="rId22"/>
    <p:sldLayoutId id="2147483686" r:id="rId23"/>
    <p:sldLayoutId id="2147483687" r:id="rId24"/>
    <p:sldLayoutId id="2147483688" r:id="rId25"/>
    <p:sldLayoutId id="2147483689" r:id="rId26"/>
    <p:sldLayoutId id="2147483690" r:id="rId27"/>
    <p:sldLayoutId id="2147483691" r:id="rId28"/>
    <p:sldLayoutId id="2147483692" r:id="rId29"/>
    <p:sldLayoutId id="2147483693" r:id="rId30"/>
    <p:sldLayoutId id="2147483694" r:id="rId31"/>
    <p:sldLayoutId id="2147483695" r:id="rId32"/>
    <p:sldLayoutId id="2147483696" r:id="rId33"/>
    <p:sldLayoutId id="2147483697" r:id="rId34"/>
    <p:sldLayoutId id="2147483698" r:id="rId35"/>
    <p:sldLayoutId id="2147483699" r:id="rId36"/>
    <p:sldLayoutId id="2147483700" r:id="rId37"/>
    <p:sldLayoutId id="2147483701" r:id="rId38"/>
    <p:sldLayoutId id="2147483702" r:id="rId39"/>
    <p:sldLayoutId id="2147483703" r:id="rId40"/>
    <p:sldLayoutId id="2147483704" r:id="rId41"/>
    <p:sldLayoutId id="2147483705" r:id="rId42"/>
    <p:sldLayoutId id="2147483706" r:id="rId43"/>
    <p:sldLayoutId id="2147483707" r:id="rId44"/>
    <p:sldLayoutId id="2147483708" r:id="rId45"/>
    <p:sldLayoutId id="2147483709" r:id="rId46"/>
    <p:sldLayoutId id="2147483710" r:id="rId47"/>
    <p:sldLayoutId id="2147483711" r:id="rId4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75000"/>
        </a:lnSpc>
        <a:spcBef>
          <a:spcPts val="1000"/>
        </a:spcBef>
        <a:buNone/>
        <a:defRPr sz="3000" b="0" i="0" kern="1200">
          <a:solidFill>
            <a:schemeClr val="tx1"/>
          </a:solidFill>
          <a:latin typeface="+mj-lt"/>
          <a:ea typeface="+mj-ea"/>
          <a:cs typeface="+mj-cs"/>
        </a:defRPr>
      </a:lvl1pPr>
      <a:lvl2pPr algn="l" defTabSz="914400" rtl="0" eaLnBrk="1" latinLnBrk="0" hangingPunct="1">
        <a:lnSpc>
          <a:spcPct val="90000"/>
        </a:lnSpc>
        <a:spcBef>
          <a:spcPts val="600"/>
        </a:spcBef>
        <a:buNone/>
        <a:defRPr sz="2000" b="0" i="0" kern="1200">
          <a:solidFill>
            <a:schemeClr val="tx1"/>
          </a:solidFill>
          <a:latin typeface="+mn-lt"/>
          <a:ea typeface="+mn-ea"/>
          <a:cs typeface="+mn-cs"/>
        </a:defRPr>
      </a:lvl2pPr>
      <a:lvl3pPr algn="l" defTabSz="914400" rtl="0" eaLnBrk="1" latinLnBrk="0" hangingPunct="1">
        <a:lnSpc>
          <a:spcPct val="100000"/>
        </a:lnSpc>
        <a:spcBef>
          <a:spcPts val="2500"/>
        </a:spcBef>
        <a:buNone/>
        <a:defRPr sz="1400" b="0" i="0" kern="1200">
          <a:solidFill>
            <a:schemeClr val="tx1"/>
          </a:solidFill>
          <a:latin typeface="+mj-lt"/>
          <a:ea typeface="+mj-ea"/>
          <a:cs typeface="+mj-cs"/>
        </a:defRPr>
      </a:lvl3pPr>
      <a:lvl4pPr algn="l" defTabSz="914400" rtl="0" eaLnBrk="1" latinLnBrk="0" hangingPunct="1">
        <a:lnSpc>
          <a:spcPct val="100000"/>
        </a:lnSpc>
        <a:spcBef>
          <a:spcPts val="2500"/>
        </a:spcBef>
        <a:buNone/>
        <a:defRPr sz="1100" b="0" i="0" kern="1200">
          <a:solidFill>
            <a:schemeClr val="bg2">
              <a:lumMod val="50000"/>
            </a:schemeClr>
          </a:solidFill>
          <a:latin typeface="+mn-lt"/>
          <a:ea typeface="+mn-ea"/>
          <a:cs typeface="+mn-cs"/>
        </a:defRPr>
      </a:lvl4pPr>
    </p:titleStyle>
    <p:bodyStyle>
      <a:lvl1pPr marL="0" indent="0" algn="l" defTabSz="914400" rtl="0" eaLnBrk="1" latinLnBrk="0" hangingPunct="1">
        <a:lnSpc>
          <a:spcPct val="100000"/>
        </a:lnSpc>
        <a:spcBef>
          <a:spcPts val="1000"/>
        </a:spcBef>
        <a:buFont typeface="Arial" panose="020B0604020202020204" pitchFamily="34" charset="0"/>
        <a:buNone/>
        <a:defRPr sz="1300" b="0" i="0" kern="1200">
          <a:solidFill>
            <a:schemeClr val="tx1"/>
          </a:solidFill>
          <a:latin typeface="+mn-lt"/>
          <a:ea typeface="+mn-ea"/>
          <a:cs typeface="+mn-cs"/>
        </a:defRPr>
      </a:lvl1pPr>
      <a:lvl2pPr marL="179388" indent="-144000" algn="l" defTabSz="914400" rtl="0" eaLnBrk="1" latinLnBrk="0" hangingPunct="1">
        <a:lnSpc>
          <a:spcPct val="100000"/>
        </a:lnSpc>
        <a:spcBef>
          <a:spcPts val="500"/>
        </a:spcBef>
        <a:buFont typeface="Arial" panose="020B0604020202020204" pitchFamily="34" charset="0"/>
        <a:buChar char="•"/>
        <a:defRPr sz="1300" b="0" i="0" kern="1200">
          <a:solidFill>
            <a:schemeClr val="tx1"/>
          </a:solidFill>
          <a:latin typeface="+mn-lt"/>
          <a:ea typeface="+mn-ea"/>
          <a:cs typeface="+mn-cs"/>
        </a:defRPr>
      </a:lvl2pPr>
      <a:lvl3pPr marL="360000" indent="-144000" algn="l" defTabSz="914400" rtl="0" eaLnBrk="1" latinLnBrk="0" hangingPunct="1">
        <a:lnSpc>
          <a:spcPct val="100000"/>
        </a:lnSpc>
        <a:spcBef>
          <a:spcPts val="500"/>
        </a:spcBef>
        <a:buFont typeface="Arial" panose="020B0604020202020204" pitchFamily="34" charset="0"/>
        <a:buChar char="•"/>
        <a:defRPr sz="1300" b="0" i="0" kern="1200">
          <a:solidFill>
            <a:schemeClr val="tx1"/>
          </a:solidFill>
          <a:latin typeface="+mn-lt"/>
          <a:ea typeface="+mn-ea"/>
          <a:cs typeface="+mn-cs"/>
        </a:defRPr>
      </a:lvl3pPr>
      <a:lvl4pPr marL="540000" indent="-144000" algn="l" defTabSz="914400" rtl="0" eaLnBrk="1" latinLnBrk="0" hangingPunct="1">
        <a:lnSpc>
          <a:spcPct val="100000"/>
        </a:lnSpc>
        <a:spcBef>
          <a:spcPts val="500"/>
        </a:spcBef>
        <a:buFont typeface="Arial" panose="020B0604020202020204" pitchFamily="34" charset="0"/>
        <a:buChar char="•"/>
        <a:defRPr sz="1300" b="0" i="0" kern="1200">
          <a:solidFill>
            <a:schemeClr val="tx1"/>
          </a:solidFill>
          <a:latin typeface="+mn-lt"/>
          <a:ea typeface="+mn-ea"/>
          <a:cs typeface="+mn-cs"/>
        </a:defRPr>
      </a:lvl4pPr>
      <a:lvl5pPr marL="234000" indent="-234000" algn="l" defTabSz="914400" rtl="0" eaLnBrk="1" latinLnBrk="0" hangingPunct="1">
        <a:lnSpc>
          <a:spcPct val="100000"/>
        </a:lnSpc>
        <a:spcBef>
          <a:spcPts val="500"/>
        </a:spcBef>
        <a:buFont typeface="+mj-lt"/>
        <a:buAutoNum type="arabicPeriod"/>
        <a:defRPr sz="1300" kern="1200">
          <a:solidFill>
            <a:schemeClr val="tx1"/>
          </a:solidFill>
          <a:latin typeface="+mn-lt"/>
          <a:ea typeface="+mn-ea"/>
          <a:cs typeface="+mn-cs"/>
        </a:defRPr>
      </a:lvl5pPr>
      <a:lvl6pPr marL="468000" indent="-234000" algn="l" defTabSz="914400" rtl="0" eaLnBrk="1" latinLnBrk="0" hangingPunct="1">
        <a:lnSpc>
          <a:spcPct val="100000"/>
        </a:lnSpc>
        <a:spcBef>
          <a:spcPts val="500"/>
        </a:spcBef>
        <a:buFont typeface="+mj-lt"/>
        <a:buAutoNum type="alphaLcPeriod"/>
        <a:defRPr sz="1300" kern="1200">
          <a:solidFill>
            <a:schemeClr val="tx1"/>
          </a:solidFill>
          <a:latin typeface="+mn-lt"/>
          <a:ea typeface="+mn-ea"/>
          <a:cs typeface="+mn-cs"/>
        </a:defRPr>
      </a:lvl6pPr>
      <a:lvl7pPr marL="0" indent="0" algn="l" defTabSz="914400" rtl="0" eaLnBrk="1" latinLnBrk="0" hangingPunct="1">
        <a:lnSpc>
          <a:spcPct val="100000"/>
        </a:lnSpc>
        <a:spcBef>
          <a:spcPts val="1500"/>
        </a:spcBef>
        <a:buFont typeface="+mj-lt"/>
        <a:buNone/>
        <a:defRPr sz="1600" b="0" i="0" kern="1200">
          <a:solidFill>
            <a:schemeClr val="tx1"/>
          </a:solidFill>
          <a:latin typeface="+mj-lt"/>
          <a:ea typeface="+mn-ea"/>
          <a:cs typeface="+mn-cs"/>
        </a:defRPr>
      </a:lvl7pPr>
      <a:lvl8pPr marL="0" indent="0" algn="l" defTabSz="914400" rtl="0" eaLnBrk="1" latinLnBrk="0" hangingPunct="1">
        <a:lnSpc>
          <a:spcPct val="90000"/>
        </a:lnSpc>
        <a:spcBef>
          <a:spcPts val="1500"/>
        </a:spcBef>
        <a:spcAft>
          <a:spcPts val="900"/>
        </a:spcAft>
        <a:buFont typeface="Arial" panose="020B0604020202020204" pitchFamily="34" charset="0"/>
        <a:buNone/>
        <a:defRPr sz="2000" kern="1200">
          <a:solidFill>
            <a:schemeClr val="tx1"/>
          </a:solidFill>
          <a:latin typeface="+mn-lt"/>
          <a:ea typeface="+mn-ea"/>
          <a:cs typeface="+mn-cs"/>
        </a:defRPr>
      </a:lvl8pPr>
      <a:lvl9pPr marL="0" indent="0" algn="l" defTabSz="914400" rtl="0" eaLnBrk="1" latinLnBrk="0" hangingPunct="1">
        <a:lnSpc>
          <a:spcPct val="100000"/>
        </a:lnSpc>
        <a:spcBef>
          <a:spcPts val="1000"/>
        </a:spcBef>
        <a:buFont typeface="+mj-lt"/>
        <a:buNone/>
        <a:defRPr sz="1100" kern="1200">
          <a:solidFill>
            <a:schemeClr val="tx1"/>
          </a:solidFill>
          <a:latin typeface="+mn-lt"/>
          <a:ea typeface="+mn-ea"/>
          <a:cs typeface="+mn-cs"/>
        </a:defRPr>
      </a:lvl9pPr>
    </p:bodyStyle>
    <p:otherStyle>
      <a:lvl1pPr marL="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mn-lt"/>
          <a:ea typeface="+mn-ea"/>
          <a:cs typeface="+mn-cs"/>
        </a:defRPr>
      </a:lvl1pPr>
      <a:lvl2pPr marL="180000" indent="-125413" algn="l" defTabSz="914400" rtl="0" eaLnBrk="1" latinLnBrk="0" hangingPunct="1">
        <a:lnSpc>
          <a:spcPct val="100000"/>
        </a:lnSpc>
        <a:spcBef>
          <a:spcPts val="0"/>
        </a:spcBef>
        <a:buFont typeface="Arial" panose="020B0604020202020204" pitchFamily="34" charset="0"/>
        <a:buChar char="•"/>
        <a:defRPr sz="1100" b="0" i="0" kern="1200">
          <a:solidFill>
            <a:schemeClr val="tx1"/>
          </a:solidFill>
          <a:latin typeface="+mn-lt"/>
          <a:ea typeface="+mn-ea"/>
          <a:cs typeface="+mn-cs"/>
        </a:defRPr>
      </a:lvl2pPr>
      <a:lvl3pPr marL="360000" indent="-126000" algn="l" defTabSz="914400" rtl="0" eaLnBrk="1" latinLnBrk="0" hangingPunct="1">
        <a:lnSpc>
          <a:spcPct val="100000"/>
        </a:lnSpc>
        <a:spcBef>
          <a:spcPts val="0"/>
        </a:spcBef>
        <a:buFont typeface="Arial" panose="020B0604020202020204" pitchFamily="34" charset="0"/>
        <a:buChar char="•"/>
        <a:defRPr sz="1100" b="0" i="0" kern="1200">
          <a:solidFill>
            <a:schemeClr val="tx1"/>
          </a:solidFill>
          <a:latin typeface="+mn-lt"/>
          <a:ea typeface="+mn-ea"/>
          <a:cs typeface="+mn-cs"/>
        </a:defRPr>
      </a:lvl3pPr>
      <a:lvl4pPr marL="540000" indent="-126000" algn="l" defTabSz="914400" rtl="0" eaLnBrk="1" latinLnBrk="0" hangingPunct="1">
        <a:lnSpc>
          <a:spcPct val="100000"/>
        </a:lnSpc>
        <a:spcBef>
          <a:spcPts val="0"/>
        </a:spcBef>
        <a:buFont typeface="Arial" panose="020B0604020202020204" pitchFamily="34" charset="0"/>
        <a:buChar char="•"/>
        <a:defRPr sz="1100" b="0" i="0" kern="1200">
          <a:solidFill>
            <a:schemeClr val="tx1"/>
          </a:solidFill>
          <a:latin typeface="+mn-lt"/>
          <a:ea typeface="+mn-ea"/>
          <a:cs typeface="+mn-cs"/>
        </a:defRPr>
      </a:lvl4pPr>
      <a:lvl5pPr marL="179388" indent="-179388" algn="l" defTabSz="914400" rtl="0" eaLnBrk="1" latinLnBrk="0" hangingPunct="1">
        <a:lnSpc>
          <a:spcPct val="100000"/>
        </a:lnSpc>
        <a:spcBef>
          <a:spcPts val="0"/>
        </a:spcBef>
        <a:buFont typeface="+mj-lt"/>
        <a:buAutoNum type="arabicPeriod"/>
        <a:defRPr sz="1100" b="0" i="0" kern="1200">
          <a:solidFill>
            <a:schemeClr val="tx1"/>
          </a:solidFill>
          <a:latin typeface="+mn-lt"/>
          <a:ea typeface="+mn-ea"/>
          <a:cs typeface="+mn-cs"/>
        </a:defRPr>
      </a:lvl5pPr>
      <a:lvl6pPr marL="358775" indent="-179388" algn="l" defTabSz="914400" rtl="0" eaLnBrk="1" latinLnBrk="0" hangingPunct="1">
        <a:lnSpc>
          <a:spcPct val="100000"/>
        </a:lnSpc>
        <a:spcBef>
          <a:spcPts val="0"/>
        </a:spcBef>
        <a:buFont typeface="+mj-lt"/>
        <a:buAutoNum type="alphaLcPeriod"/>
        <a:defRPr sz="1100" kern="1200">
          <a:solidFill>
            <a:schemeClr val="tx1"/>
          </a:solidFill>
          <a:latin typeface="+mn-lt"/>
          <a:ea typeface="+mn-ea"/>
          <a:cs typeface="+mn-cs"/>
        </a:defRPr>
      </a:lvl6pPr>
      <a:lvl7pPr marL="0" indent="0" algn="l" defTabSz="914400" rtl="0" eaLnBrk="1" latinLnBrk="0" hangingPunct="1">
        <a:lnSpc>
          <a:spcPct val="100000"/>
        </a:lnSpc>
        <a:spcBef>
          <a:spcPts val="500"/>
        </a:spcBef>
        <a:buFont typeface="+mj-lt"/>
        <a:buNone/>
        <a:defRPr sz="1400" b="0" i="0" kern="1200">
          <a:solidFill>
            <a:schemeClr val="tx1"/>
          </a:solidFill>
          <a:latin typeface="+mj-lt"/>
          <a:ea typeface="+mj-ea"/>
          <a:cs typeface="+mj-cs"/>
        </a:defRPr>
      </a:lvl7pPr>
      <a:lvl8pPr marL="0" indent="0" algn="l" defTabSz="914400" rtl="0" eaLnBrk="1" latinLnBrk="0" hangingPunct="1">
        <a:lnSpc>
          <a:spcPct val="90000"/>
        </a:lnSpc>
        <a:spcBef>
          <a:spcPts val="1000"/>
        </a:spcBef>
        <a:spcAft>
          <a:spcPts val="900"/>
        </a:spcAft>
        <a:buFont typeface="Arial" panose="020B0604020202020204" pitchFamily="34" charset="0"/>
        <a:buNone/>
        <a:defRPr sz="1800" kern="1200">
          <a:solidFill>
            <a:schemeClr val="tx1"/>
          </a:solidFill>
          <a:latin typeface="+mn-lt"/>
          <a:ea typeface="+mn-ea"/>
          <a:cs typeface="+mn-cs"/>
        </a:defRPr>
      </a:lvl8pPr>
      <a:lvl9pPr marL="0" indent="0" algn="l" defTabSz="914400" rtl="0" eaLnBrk="1" latinLnBrk="0" hangingPunct="1">
        <a:lnSpc>
          <a:spcPct val="100000"/>
        </a:lnSpc>
        <a:spcBef>
          <a:spcPts val="0"/>
        </a:spcBef>
        <a:buFont typeface="+mj-lt"/>
        <a:buNone/>
        <a:defRPr sz="9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p15:clr>
            <a:srgbClr val="F26B43"/>
          </p15:clr>
        </p15:guide>
        <p15:guide id="2" orient="horz" pos="1130">
          <p15:clr>
            <a:srgbClr val="FBAE40"/>
          </p15:clr>
        </p15:guide>
        <p15:guide id="3" orient="horz" pos="3657">
          <p15:clr>
            <a:srgbClr val="FBAE40"/>
          </p15:clr>
        </p15:guide>
        <p15:guide id="4" orient="horz" pos="4032">
          <p15:clr>
            <a:srgbClr val="F26B43"/>
          </p15:clr>
        </p15:guide>
        <p15:guide id="11" pos="288">
          <p15:clr>
            <a:srgbClr val="F26B43"/>
          </p15:clr>
        </p15:guide>
        <p15:guide id="12" pos="3840">
          <p15:clr>
            <a:srgbClr val="A4A3A4"/>
          </p15:clr>
        </p15:guide>
        <p15:guide id="13" pos="7392">
          <p15:clr>
            <a:srgbClr val="F26B43"/>
          </p15:clr>
        </p15:guide>
        <p15:guide id="201" pos="710">
          <p15:clr>
            <a:srgbClr val="BBCDD4"/>
          </p15:clr>
        </p15:guide>
        <p15:guide id="202" pos="895">
          <p15:clr>
            <a:srgbClr val="BBCDD4"/>
          </p15:clr>
        </p15:guide>
        <p15:guide id="203" pos="1317">
          <p15:clr>
            <a:srgbClr val="BBCDD4"/>
          </p15:clr>
        </p15:guide>
        <p15:guide id="204" pos="1503">
          <p15:clr>
            <a:srgbClr val="BBCDD4"/>
          </p15:clr>
        </p15:guide>
        <p15:guide id="205" pos="1925">
          <p15:clr>
            <a:srgbClr val="BBCDD4"/>
          </p15:clr>
        </p15:guide>
        <p15:guide id="206" pos="2110">
          <p15:clr>
            <a:srgbClr val="BBCDD4"/>
          </p15:clr>
        </p15:guide>
        <p15:guide id="207" pos="2532">
          <p15:clr>
            <a:srgbClr val="BBCDD4"/>
          </p15:clr>
        </p15:guide>
        <p15:guide id="208" pos="2718">
          <p15:clr>
            <a:srgbClr val="BBCDD4"/>
          </p15:clr>
        </p15:guide>
        <p15:guide id="209" pos="3140">
          <p15:clr>
            <a:srgbClr val="BBCDD4"/>
          </p15:clr>
        </p15:guide>
        <p15:guide id="210" pos="3325">
          <p15:clr>
            <a:srgbClr val="BBCDD4"/>
          </p15:clr>
        </p15:guide>
        <p15:guide id="211" pos="3747">
          <p15:clr>
            <a:srgbClr val="BBCDD4"/>
          </p15:clr>
        </p15:guide>
        <p15:guide id="212" pos="3933">
          <p15:clr>
            <a:srgbClr val="BBCDD4"/>
          </p15:clr>
        </p15:guide>
        <p15:guide id="213" pos="4355">
          <p15:clr>
            <a:srgbClr val="BBCDD4"/>
          </p15:clr>
        </p15:guide>
        <p15:guide id="214" pos="4540">
          <p15:clr>
            <a:srgbClr val="BBCDD4"/>
          </p15:clr>
        </p15:guide>
        <p15:guide id="215" pos="4962">
          <p15:clr>
            <a:srgbClr val="BBCDD4"/>
          </p15:clr>
        </p15:guide>
        <p15:guide id="216" pos="5148">
          <p15:clr>
            <a:srgbClr val="BBCDD4"/>
          </p15:clr>
        </p15:guide>
        <p15:guide id="217" pos="5570">
          <p15:clr>
            <a:srgbClr val="BBCDD4"/>
          </p15:clr>
        </p15:guide>
        <p15:guide id="218" pos="5755">
          <p15:clr>
            <a:srgbClr val="BBCDD4"/>
          </p15:clr>
        </p15:guide>
        <p15:guide id="219" pos="6177">
          <p15:clr>
            <a:srgbClr val="BBCDD4"/>
          </p15:clr>
        </p15:guide>
        <p15:guide id="220" pos="6363">
          <p15:clr>
            <a:srgbClr val="BBCDD4"/>
          </p15:clr>
        </p15:guide>
        <p15:guide id="221" pos="6785">
          <p15:clr>
            <a:srgbClr val="BBCDD4"/>
          </p15:clr>
        </p15:guide>
        <p15:guide id="222" pos="6970">
          <p15:clr>
            <a:srgbClr val="BBCDD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9.sv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svg"/><Relationship Id="rId6" Type="http://schemas.openxmlformats.org/officeDocument/2006/relationships/image" Target="../media/image13.svg"/><Relationship Id="rId7" Type="http://schemas.openxmlformats.org/officeDocument/2006/relationships/image" Target="../media/image14.svg"/><Relationship Id="rId8" Type="http://schemas.openxmlformats.org/officeDocument/2006/relationships/image" Target="../media/image15.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6.png"/><Relationship Id="rId3" Type="http://schemas.microsoft.com/office/2007/relationships/hdphoto" Target="../media/hdphoto1.wdp"/><Relationship Id="rId4" Type="http://schemas.openxmlformats.org/officeDocument/2006/relationships/image" Target="../media/image17.svg"/><Relationship Id="rId5" Type="http://schemas.openxmlformats.org/officeDocument/2006/relationships/image" Target="../media/image18.svg"/><Relationship Id="rId6" Type="http://schemas.openxmlformats.org/officeDocument/2006/relationships/image" Target="../media/image19.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xml"/><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8A38A-A9F8-19DE-70F1-991AE9C06007}"/>
              </a:ext>
            </a:extLst>
          </p:cNvPr>
          <p:cNvSpPr>
            <a:spLocks noGrp="1"/>
          </p:cNvSpPr>
          <p:nvPr>
            <p:ph type="title"/>
          </p:nvPr>
        </p:nvSpPr>
        <p:spPr>
          <a:xfrm>
            <a:off x="735867" y="2043820"/>
            <a:ext cx="7402530" cy="646331"/>
          </a:xfrm>
        </p:spPr>
        <p:txBody>
          <a:bodyPr/>
          <a:lstStyle/>
          <a:p>
            <a:pPr algn="l"/>
            <a:r>
              <a:rPr lang="en-US" sz="6000" b="1" dirty="0">
                <a:latin typeface="HP Forma DJR Office Medium" pitchFamily="2" charset="77"/>
                <a:ea typeface="Arial Black" pitchFamily="34" charset="-122"/>
                <a:cs typeface="Arial Black" pitchFamily="34" charset="-120"/>
              </a:rPr>
              <a:t>HP ZGX Fury G1n</a:t>
            </a:r>
            <a:br>
              <a:rPr lang="en-US" sz="6000" b="1" dirty="0">
                <a:solidFill>
                  <a:prstClr val="black"/>
                </a:solidFill>
                <a:highlight>
                  <a:srgbClr val="000000"/>
                </a:highlight>
                <a:latin typeface="HP Forma DJR Office Medium" pitchFamily="2" charset="77"/>
              </a:rPr>
            </a:br>
            <a:endParaRPr lang="en-US" sz="6000" b="1" dirty="0">
              <a:highlight>
                <a:srgbClr val="000000"/>
              </a:highlight>
              <a:latin typeface="HP Forma DJR Office Medium" pitchFamily="2" charset="77"/>
            </a:endParaRPr>
          </a:p>
        </p:txBody>
      </p:sp>
      <p:sp>
        <p:nvSpPr>
          <p:cNvPr id="11" name="Text Placeholder 10">
            <a:extLst>
              <a:ext uri="{FF2B5EF4-FFF2-40B4-BE49-F238E27FC236}">
                <a16:creationId xmlns:a16="http://schemas.microsoft.com/office/drawing/2014/main" id="{0EC1E753-B3D6-7E37-BFDC-5C5CDE2FAFE4}"/>
              </a:ext>
            </a:extLst>
          </p:cNvPr>
          <p:cNvSpPr>
            <a:spLocks noGrp="1"/>
          </p:cNvSpPr>
          <p:nvPr>
            <p:ph type="body" sz="quarter" idx="14"/>
          </p:nvPr>
        </p:nvSpPr>
        <p:spPr>
          <a:xfrm>
            <a:off x="1420813" y="5806939"/>
            <a:ext cx="2592000" cy="593861"/>
          </a:xfrm>
        </p:spPr>
        <p:txBody>
          <a:bodyPr/>
          <a:lstStyle/>
          <a:p>
            <a:r>
              <a:rPr lang="en-US" dirty="0">
                <a:latin typeface="HP Forma DJR Office" pitchFamily="2" charset="77"/>
              </a:rPr>
              <a:t>Avril 2026</a:t>
            </a:r>
          </a:p>
        </p:txBody>
      </p:sp>
      <p:sp>
        <p:nvSpPr>
          <p:cNvPr id="3" name="TextBox 2">
            <a:extLst>
              <a:ext uri="{FF2B5EF4-FFF2-40B4-BE49-F238E27FC236}">
                <a16:creationId xmlns:a16="http://schemas.microsoft.com/office/drawing/2014/main" id="{B5E2A2D2-FD30-DBD5-D754-837B04D32969}"/>
              </a:ext>
            </a:extLst>
          </p:cNvPr>
          <p:cNvSpPr txBox="1"/>
          <p:nvPr/>
        </p:nvSpPr>
        <p:spPr>
          <a:xfrm>
            <a:off x="735867" y="2782669"/>
            <a:ext cx="12117494" cy="646331"/>
          </a:xfrm>
          <a:prstGeom prst="rect">
            <a:avLst/>
          </a:prstGeom>
          <a:noFill/>
        </p:spPr>
        <p:txBody>
          <a:bodyPr wrap="square" lIns="0" rtlCol="0">
            <a:spAutoFit/>
          </a:bodyPr>
          <a:lstStyle/>
          <a:p>
            <a:r>
              <a:rPr lang="en-US" dirty="0">
                <a:latin typeface="HP Forma DJR Office" pitchFamily="2" charset="77"/>
                <a:ea typeface="Arial" pitchFamily="34" charset="-122"/>
                <a:cs typeface="Arial" pitchFamily="34" charset="-120"/>
              </a:rPr>
              <a:t>IA de niveau datacenter. Encombrement de bureau.</a:t>
            </a:r>
            <a:endParaRPr lang="en-US" dirty="0">
              <a:latin typeface="HP Forma DJR Office" pitchFamily="2" charset="77"/>
            </a:endParaRPr>
          </a:p>
          <a:p>
            <a:endParaRPr lang="en-US" dirty="0"/>
          </a:p>
        </p:txBody>
      </p:sp>
      <p:sp>
        <p:nvSpPr>
          <p:cNvPr id="4" name="Text 2">
            <a:extLst>
              <a:ext uri="{FF2B5EF4-FFF2-40B4-BE49-F238E27FC236}">
                <a16:creationId xmlns:a16="http://schemas.microsoft.com/office/drawing/2014/main" id="{2E93265F-0A6C-2B75-8C37-65F6315C4A18}"/>
              </a:ext>
            </a:extLst>
          </p:cNvPr>
          <p:cNvSpPr/>
          <p:nvPr/>
        </p:nvSpPr>
        <p:spPr>
          <a:xfrm>
            <a:off x="735867" y="4724739"/>
            <a:ext cx="8534400" cy="609600"/>
          </a:xfrm>
          <a:prstGeom prst="rect">
            <a:avLst/>
          </a:prstGeom>
          <a:noFill/>
          <a:ln/>
        </p:spPr>
        <p:txBody>
          <a:bodyPr wrap="square" lIns="0" rtlCol="0" anchor="ctr"/>
          <a:lstStyle/>
          <a:p>
            <a:pPr defTabSz="1219170"/>
            <a:r>
              <a:rPr lang="en-US" sz="1400" dirty="0">
                <a:latin typeface="HP Forma DJR Office" pitchFamily="2" charset="77"/>
                <a:ea typeface="Arial" pitchFamily="34" charset="-122"/>
                <a:cs typeface="Arial" pitchFamily="34" charset="-120"/>
              </a:rPr>
              <a:t>Auteur : Curtis Burkhalter, PhD, Technical PMM, ACS AI Solutions</a:t>
            </a:r>
            <a:endParaRPr lang="en-US" sz="1400" dirty="0">
              <a:latin typeface="HP Forma DJR Office" pitchFamily="2" charset="77"/>
            </a:endParaRPr>
          </a:p>
        </p:txBody>
      </p:sp>
    </p:spTree>
    <p:extLst>
      <p:ext uri="{BB962C8B-B14F-4D97-AF65-F5344CB8AC3E}">
        <p14:creationId xmlns:p14="http://schemas.microsoft.com/office/powerpoint/2010/main" val="625245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2846EB6-4920-8296-FFF8-A7A6A955E6C5}"/>
              </a:ext>
            </a:extLst>
          </p:cNvPr>
          <p:cNvSpPr>
            <a:spLocks noGrp="1"/>
          </p:cNvSpPr>
          <p:nvPr>
            <p:ph type="title"/>
          </p:nvPr>
        </p:nvSpPr>
        <p:spPr>
          <a:xfrm>
            <a:off x="457200" y="441471"/>
            <a:ext cx="11278800" cy="393300"/>
          </a:xfrm>
        </p:spPr>
        <p:txBody>
          <a:bodyPr/>
          <a:lstStyle/>
          <a:p>
            <a:r>
              <a:rPr lang="en-US" dirty="0"/>
              <a:t>Les dépenses en IA s'accélèrent.</a:t>
            </a:r>
          </a:p>
        </p:txBody>
      </p:sp>
      <p:sp>
        <p:nvSpPr>
          <p:cNvPr id="6" name="Text Placeholder 5">
            <a:extLst>
              <a:ext uri="{FF2B5EF4-FFF2-40B4-BE49-F238E27FC236}">
                <a16:creationId xmlns:a16="http://schemas.microsoft.com/office/drawing/2014/main" id="{5F8D9EAC-EEFD-E2B8-EA5A-B55C6A2B5E9C}"/>
              </a:ext>
            </a:extLst>
          </p:cNvPr>
          <p:cNvSpPr>
            <a:spLocks noGrp="1"/>
          </p:cNvSpPr>
          <p:nvPr>
            <p:ph type="body" sz="quarter" idx="13"/>
          </p:nvPr>
        </p:nvSpPr>
        <p:spPr>
          <a:xfrm>
            <a:off x="457200" y="834770"/>
            <a:ext cx="11278800" cy="295967"/>
          </a:xfrm>
        </p:spPr>
        <p:txBody>
          <a:bodyPr/>
          <a:lstStyle/>
          <a:p>
            <a:r>
              <a:rPr lang="en-US" dirty="0"/>
              <a:t>L'IA de production ne devrait pas nécessiter de centre de données.</a:t>
            </a:r>
          </a:p>
        </p:txBody>
      </p:sp>
      <p:sp>
        <p:nvSpPr>
          <p:cNvPr id="10" name="Shape 3">
            <a:extLst>
              <a:ext uri="{FF2B5EF4-FFF2-40B4-BE49-F238E27FC236}">
                <a16:creationId xmlns:a16="http://schemas.microsoft.com/office/drawing/2014/main" id="{99A7099A-68FD-C98F-C060-09A70D039C85}"/>
              </a:ext>
            </a:extLst>
          </p:cNvPr>
          <p:cNvSpPr/>
          <p:nvPr/>
        </p:nvSpPr>
        <p:spPr>
          <a:xfrm>
            <a:off x="457200" y="1568468"/>
            <a:ext cx="5120640" cy="1584960"/>
          </a:xfrm>
          <a:prstGeom prst="rect">
            <a:avLst/>
          </a:prstGeom>
          <a:solidFill>
            <a:srgbClr val="F5F5F5"/>
          </a:solidFill>
          <a:ln/>
        </p:spPr>
        <p:txBody>
          <a:bodyPr/>
          <a:lstStyle/>
          <a:p>
            <a:pPr defTabSz="1219170"/>
            <a:endParaRPr lang="en-US" sz="2400">
              <a:solidFill>
                <a:prstClr val="black"/>
              </a:solidFill>
              <a:latin typeface="HP Forma DJR Office" pitchFamily="2" charset="0"/>
            </a:endParaRPr>
          </a:p>
        </p:txBody>
      </p:sp>
      <p:sp>
        <p:nvSpPr>
          <p:cNvPr id="11" name="Shape 5">
            <a:extLst>
              <a:ext uri="{FF2B5EF4-FFF2-40B4-BE49-F238E27FC236}">
                <a16:creationId xmlns:a16="http://schemas.microsoft.com/office/drawing/2014/main" id="{1632B303-0329-0790-F8D8-7E1ED43B57F3}"/>
              </a:ext>
            </a:extLst>
          </p:cNvPr>
          <p:cNvSpPr/>
          <p:nvPr/>
        </p:nvSpPr>
        <p:spPr>
          <a:xfrm>
            <a:off x="6065520" y="1568468"/>
            <a:ext cx="5120640" cy="1584960"/>
          </a:xfrm>
          <a:prstGeom prst="rect">
            <a:avLst/>
          </a:prstGeom>
          <a:solidFill>
            <a:srgbClr val="F5F5F5"/>
          </a:solidFill>
          <a:ln/>
        </p:spPr>
        <p:txBody>
          <a:bodyPr/>
          <a:lstStyle/>
          <a:p>
            <a:pPr defTabSz="1219170"/>
            <a:endParaRPr lang="en-US" sz="2400">
              <a:solidFill>
                <a:prstClr val="black"/>
              </a:solidFill>
              <a:latin typeface="HP Forma DJR Office" pitchFamily="2" charset="0"/>
            </a:endParaRPr>
          </a:p>
        </p:txBody>
      </p:sp>
      <p:sp>
        <p:nvSpPr>
          <p:cNvPr id="12" name="Text 7">
            <a:extLst>
              <a:ext uri="{FF2B5EF4-FFF2-40B4-BE49-F238E27FC236}">
                <a16:creationId xmlns:a16="http://schemas.microsoft.com/office/drawing/2014/main" id="{978B8FDB-965F-F33E-ACC2-64A50180E187}"/>
              </a:ext>
            </a:extLst>
          </p:cNvPr>
          <p:cNvSpPr/>
          <p:nvPr/>
        </p:nvSpPr>
        <p:spPr>
          <a:xfrm>
            <a:off x="457200" y="3458228"/>
            <a:ext cx="10728960" cy="426720"/>
          </a:xfrm>
          <a:prstGeom prst="rect">
            <a:avLst/>
          </a:prstGeom>
          <a:noFill/>
          <a:ln/>
        </p:spPr>
        <p:txBody>
          <a:bodyPr wrap="square" lIns="0" rtlCol="0" anchor="ctr"/>
          <a:lstStyle/>
          <a:p>
            <a:pPr defTabSz="1219170"/>
            <a:r>
              <a:rPr lang="en-US" dirty="0">
                <a:latin typeface="+mj-lt"/>
                <a:ea typeface="Arial" pitchFamily="34" charset="-122"/>
                <a:cs typeface="Arial" pitchFamily="34" charset="-120"/>
              </a:rPr>
              <a:t>Points de friction courants :</a:t>
            </a:r>
            <a:endParaRPr lang="en-US" dirty="0">
              <a:latin typeface="+mj-lt"/>
            </a:endParaRPr>
          </a:p>
        </p:txBody>
      </p:sp>
      <p:sp>
        <p:nvSpPr>
          <p:cNvPr id="13" name="Text 9">
            <a:extLst>
              <a:ext uri="{FF2B5EF4-FFF2-40B4-BE49-F238E27FC236}">
                <a16:creationId xmlns:a16="http://schemas.microsoft.com/office/drawing/2014/main" id="{C1230C2B-69B4-F042-0E6E-34A43F10787F}"/>
              </a:ext>
            </a:extLst>
          </p:cNvPr>
          <p:cNvSpPr/>
          <p:nvPr/>
        </p:nvSpPr>
        <p:spPr>
          <a:xfrm>
            <a:off x="457200" y="3944238"/>
            <a:ext cx="5120640" cy="487680"/>
          </a:xfrm>
          <a:prstGeom prst="rect">
            <a:avLst/>
          </a:prstGeom>
          <a:noFill/>
          <a:ln/>
        </p:spPr>
        <p:txBody>
          <a:bodyPr wrap="square" lIns="0" rtlCol="0" anchor="t"/>
          <a:lstStyle/>
          <a:p>
            <a:pPr marL="123825" indent="-123825" defTabSz="1219170">
              <a:buClr>
                <a:schemeClr val="tx2"/>
              </a:buClr>
              <a:buFont typeface="Wingdings" pitchFamily="2" charset="2"/>
              <a:buChar char="§"/>
            </a:pPr>
            <a:r>
              <a:rPr lang="en-US" sz="1500" dirty="0">
                <a:solidFill>
                  <a:srgbClr val="333333"/>
                </a:solidFill>
                <a:latin typeface="HP Forma DJR Office" pitchFamily="2" charset="0"/>
                <a:ea typeface="Arial" pitchFamily="34" charset="-122"/>
                <a:cs typeface="Arial" pitchFamily="34" charset="-120"/>
              </a:rPr>
              <a:t>Les coûts de l'IA dans le cloud sont imprévisibles et en hausse</a:t>
            </a:r>
          </a:p>
          <a:p>
            <a:pPr marL="123825" indent="-123825" defTabSz="1219170">
              <a:buClr>
                <a:schemeClr val="tx2"/>
              </a:buClr>
              <a:buFont typeface="Wingdings" pitchFamily="2" charset="2"/>
              <a:buChar char="§"/>
            </a:pPr>
            <a:endParaRPr lang="en-US" sz="1500" dirty="0">
              <a:solidFill>
                <a:srgbClr val="333333"/>
              </a:solidFill>
              <a:latin typeface="HP Forma DJR Office" pitchFamily="2" charset="0"/>
              <a:cs typeface="Arial" pitchFamily="34" charset="-120"/>
            </a:endParaRPr>
          </a:p>
          <a:p>
            <a:pPr marL="123825" indent="-123825" defTabSz="1219170">
              <a:buClr>
                <a:schemeClr val="tx2"/>
              </a:buClr>
              <a:buFont typeface="Wingdings" pitchFamily="2" charset="2"/>
              <a:buChar char="§"/>
            </a:pPr>
            <a:r>
              <a:rPr lang="en-US" sz="1500" dirty="0">
                <a:solidFill>
                  <a:srgbClr val="333333"/>
                </a:solidFill>
                <a:latin typeface="HP Forma DJR Office" pitchFamily="2" charset="0"/>
                <a:ea typeface="Arial" pitchFamily="34" charset="-122"/>
                <a:cs typeface="Arial" pitchFamily="34" charset="-120"/>
              </a:rPr>
              <a:t/>
            </a:r>
            <a:endParaRPr lang="en-US" sz="1500" dirty="0">
              <a:solidFill>
                <a:prstClr val="black"/>
              </a:solidFill>
              <a:latin typeface="HP Forma DJR Office" pitchFamily="2" charset="0"/>
            </a:endParaRPr>
          </a:p>
          <a:p>
            <a:pPr marL="123825" indent="-123825" defTabSz="1219170">
              <a:buClr>
                <a:schemeClr val="tx2"/>
              </a:buClr>
              <a:buFont typeface="Wingdings" pitchFamily="2" charset="2"/>
              <a:buChar char="§"/>
            </a:pPr>
            <a:endParaRPr lang="en-US" sz="1500" dirty="0">
              <a:solidFill>
                <a:prstClr val="black"/>
              </a:solidFill>
              <a:latin typeface="HP Forma DJR Office" pitchFamily="2" charset="0"/>
            </a:endParaRPr>
          </a:p>
        </p:txBody>
      </p:sp>
      <p:sp>
        <p:nvSpPr>
          <p:cNvPr id="17" name="Text 4">
            <a:extLst>
              <a:ext uri="{FF2B5EF4-FFF2-40B4-BE49-F238E27FC236}">
                <a16:creationId xmlns:a16="http://schemas.microsoft.com/office/drawing/2014/main" id="{75FCC8FE-CFF3-AB32-AD02-D68A6A105187}"/>
              </a:ext>
            </a:extLst>
          </p:cNvPr>
          <p:cNvSpPr/>
          <p:nvPr/>
        </p:nvSpPr>
        <p:spPr>
          <a:xfrm>
            <a:off x="640080" y="1751348"/>
            <a:ext cx="3618769" cy="1219200"/>
          </a:xfrm>
          <a:prstGeom prst="rect">
            <a:avLst/>
          </a:prstGeom>
          <a:noFill/>
          <a:ln/>
        </p:spPr>
        <p:txBody>
          <a:bodyPr wrap="square" rtlCol="0" anchor="t"/>
          <a:lstStyle/>
          <a:p>
            <a:pPr defTabSz="1219170"/>
            <a:r>
              <a:rPr lang="en-US" sz="1733" dirty="0">
                <a:solidFill>
                  <a:srgbClr val="000000"/>
                </a:solidFill>
                <a:latin typeface="HP Forma DJR Office" pitchFamily="2" charset="0"/>
                <a:ea typeface="Arial" pitchFamily="34" charset="-122"/>
                <a:cs typeface="Arial" pitchFamily="34" charset="-120"/>
              </a:rPr>
              <a:t>Les temps d'attente ralentissent la vitesse de développement</a:t>
            </a:r>
            <a:r>
              <a:rPr lang="en-US" sz="1733" i="1" dirty="0">
                <a:solidFill>
                  <a:srgbClr val="000000"/>
                </a:solidFill>
                <a:latin typeface="HP Forma DJR Office" pitchFamily="2" charset="0"/>
                <a:ea typeface="Arial" pitchFamily="34" charset="-122"/>
                <a:cs typeface="Arial" pitchFamily="34" charset="-120"/>
              </a:rPr>
              <a:t/>
            </a:r>
            <a:r>
              <a:rPr lang="en-US" sz="1467" dirty="0">
                <a:solidFill>
                  <a:srgbClr val="666666"/>
                </a:solidFill>
                <a:latin typeface="HP Forma DJR Office" pitchFamily="2" charset="0"/>
                <a:ea typeface="Arial" pitchFamily="34" charset="-122"/>
                <a:cs typeface="Arial" pitchFamily="34" charset="-120"/>
              </a:rPr>
              <a:t/>
            </a:r>
            <a:endParaRPr lang="en-US" sz="1733" dirty="0">
              <a:solidFill>
                <a:prstClr val="black"/>
              </a:solidFill>
              <a:latin typeface="HP Forma DJR Office" pitchFamily="2" charset="0"/>
            </a:endParaRPr>
          </a:p>
        </p:txBody>
      </p:sp>
      <p:sp>
        <p:nvSpPr>
          <p:cNvPr id="18" name="Text 6">
            <a:extLst>
              <a:ext uri="{FF2B5EF4-FFF2-40B4-BE49-F238E27FC236}">
                <a16:creationId xmlns:a16="http://schemas.microsoft.com/office/drawing/2014/main" id="{32E23544-055D-8690-4688-858EE40E68F8}"/>
              </a:ext>
            </a:extLst>
          </p:cNvPr>
          <p:cNvSpPr/>
          <p:nvPr/>
        </p:nvSpPr>
        <p:spPr>
          <a:xfrm>
            <a:off x="6248400" y="1751348"/>
            <a:ext cx="3947786" cy="1219200"/>
          </a:xfrm>
          <a:prstGeom prst="rect">
            <a:avLst/>
          </a:prstGeom>
          <a:noFill/>
          <a:ln/>
        </p:spPr>
        <p:txBody>
          <a:bodyPr wrap="square" rtlCol="0" anchor="t"/>
          <a:lstStyle/>
          <a:p>
            <a:pPr defTabSz="1219170"/>
            <a:r>
              <a:rPr lang="en-US" sz="1733" dirty="0">
                <a:solidFill>
                  <a:srgbClr val="000000"/>
                </a:solidFill>
                <a:latin typeface="HP Forma DJR Office" pitchFamily="2" charset="0"/>
                <a:ea typeface="Arial" pitchFamily="34" charset="-122"/>
                <a:cs typeface="Arial" pitchFamily="34" charset="-120"/>
              </a:rPr>
              <a:t>"Nous dépensons plus de 35 000 $ par mois pour développer de l'IA dans le cloud."</a:t>
            </a:r>
            <a:r>
              <a:rPr lang="en-US" sz="1733" i="1" dirty="0">
                <a:solidFill>
                  <a:srgbClr val="000000"/>
                </a:solidFill>
                <a:latin typeface="HP Forma DJR Office" pitchFamily="2" charset="0"/>
                <a:ea typeface="Arial" pitchFamily="34" charset="-122"/>
                <a:cs typeface="Arial" pitchFamily="34" charset="-120"/>
              </a:rPr>
              <a:t/>
            </a:r>
            <a:r>
              <a:rPr lang="en-US" sz="1467" dirty="0">
                <a:solidFill>
                  <a:srgbClr val="666666"/>
                </a:solidFill>
                <a:latin typeface="HP Forma DJR Office" pitchFamily="2" charset="0"/>
                <a:ea typeface="Arial" pitchFamily="34" charset="-122"/>
                <a:cs typeface="Arial" pitchFamily="34" charset="-120"/>
              </a:rPr>
              <a:t/>
            </a:r>
            <a:endParaRPr lang="en-US" sz="1733" dirty="0">
              <a:solidFill>
                <a:prstClr val="black"/>
              </a:solidFill>
              <a:latin typeface="HP Forma DJR Office" pitchFamily="2" charset="0"/>
            </a:endParaRPr>
          </a:p>
        </p:txBody>
      </p:sp>
      <p:sp>
        <p:nvSpPr>
          <p:cNvPr id="19" name="Text 9">
            <a:extLst>
              <a:ext uri="{FF2B5EF4-FFF2-40B4-BE49-F238E27FC236}">
                <a16:creationId xmlns:a16="http://schemas.microsoft.com/office/drawing/2014/main" id="{90533903-CE3F-4588-93E0-E820D818E51C}"/>
              </a:ext>
            </a:extLst>
          </p:cNvPr>
          <p:cNvSpPr/>
          <p:nvPr/>
        </p:nvSpPr>
        <p:spPr>
          <a:xfrm>
            <a:off x="6106438" y="3944238"/>
            <a:ext cx="5811242" cy="487680"/>
          </a:xfrm>
          <a:prstGeom prst="rect">
            <a:avLst/>
          </a:prstGeom>
          <a:noFill/>
          <a:ln/>
        </p:spPr>
        <p:txBody>
          <a:bodyPr wrap="square" lIns="0" rtlCol="0" anchor="t"/>
          <a:lstStyle/>
          <a:p>
            <a:pPr marL="123825" indent="-123825" defTabSz="1219170">
              <a:buClr>
                <a:schemeClr val="tx2"/>
              </a:buClr>
              <a:buFont typeface="Wingdings" pitchFamily="2" charset="2"/>
              <a:buChar char="§"/>
            </a:pPr>
            <a:r>
              <a:rPr lang="en-US" sz="1500" dirty="0">
                <a:solidFill>
                  <a:srgbClr val="333333"/>
                </a:solidFill>
                <a:latin typeface="HP Forma DJR Office" pitchFamily="2" charset="0"/>
                <a:ea typeface="Arial" pitchFamily="34" charset="-122"/>
                <a:cs typeface="Arial" pitchFamily="34" charset="-120"/>
              </a:rPr>
              <a:t>- Client HP, intégrateur de systèmes fédéral</a:t>
            </a:r>
          </a:p>
          <a:p>
            <a:pPr marL="123825" indent="-123825" defTabSz="1219170">
              <a:buClr>
                <a:schemeClr val="tx2"/>
              </a:buClr>
              <a:buFont typeface="Wingdings" pitchFamily="2" charset="2"/>
              <a:buChar char="§"/>
            </a:pPr>
            <a:endParaRPr lang="en-US" sz="1500" dirty="0">
              <a:solidFill>
                <a:prstClr val="black"/>
              </a:solidFill>
              <a:latin typeface="HP Forma DJR Office" pitchFamily="2" charset="0"/>
            </a:endParaRPr>
          </a:p>
          <a:p>
            <a:pPr marL="123825" indent="-123825" defTabSz="1219170">
              <a:buClr>
                <a:schemeClr val="tx2"/>
              </a:buClr>
              <a:buFont typeface="Wingdings" pitchFamily="2" charset="2"/>
              <a:buChar char="§"/>
            </a:pPr>
            <a:r>
              <a:rPr lang="en-US" sz="1500" dirty="0">
                <a:solidFill>
                  <a:srgbClr val="333333"/>
                </a:solidFill>
                <a:latin typeface="HP Forma DJR Office" pitchFamily="2" charset="0"/>
                <a:ea typeface="Arial" pitchFamily="34" charset="-122"/>
                <a:cs typeface="Arial" pitchFamily="34" charset="-120"/>
              </a:rPr>
              <a:t/>
            </a:r>
            <a:endParaRPr lang="en-US" sz="1500" dirty="0">
              <a:solidFill>
                <a:prstClr val="black"/>
              </a:solidFill>
              <a:latin typeface="HP Forma DJR Office" pitchFamily="2" charset="0"/>
            </a:endParaRPr>
          </a:p>
          <a:p>
            <a:pPr marL="123825" indent="-123825" defTabSz="1219170">
              <a:buClr>
                <a:schemeClr val="tx2"/>
              </a:buClr>
              <a:buFont typeface="Wingdings" pitchFamily="2" charset="2"/>
              <a:buChar char="§"/>
            </a:pPr>
            <a:endParaRPr lang="en-US" sz="1500" dirty="0">
              <a:solidFill>
                <a:prstClr val="black"/>
              </a:solidFill>
              <a:latin typeface="HP Forma DJR Office" pitchFamily="2" charset="0"/>
            </a:endParaRPr>
          </a:p>
        </p:txBody>
      </p:sp>
      <p:sp>
        <p:nvSpPr>
          <p:cNvPr id="20" name="Shape 16">
            <a:extLst>
              <a:ext uri="{FF2B5EF4-FFF2-40B4-BE49-F238E27FC236}">
                <a16:creationId xmlns:a16="http://schemas.microsoft.com/office/drawing/2014/main" id="{72D8A9CD-F385-115D-8994-F6D172E5F487}"/>
              </a:ext>
            </a:extLst>
          </p:cNvPr>
          <p:cNvSpPr/>
          <p:nvPr/>
        </p:nvSpPr>
        <p:spPr>
          <a:xfrm>
            <a:off x="457200" y="5137968"/>
            <a:ext cx="10728960" cy="670560"/>
          </a:xfrm>
          <a:prstGeom prst="rect">
            <a:avLst/>
          </a:prstGeom>
          <a:solidFill>
            <a:schemeClr val="tx2"/>
          </a:solidFill>
          <a:ln w="19050">
            <a:noFill/>
          </a:ln>
        </p:spPr>
        <p:txBody>
          <a:bodyPr/>
          <a:lstStyle/>
          <a:p>
            <a:pPr defTabSz="1219170"/>
            <a:endParaRPr lang="en-US" sz="2400">
              <a:solidFill>
                <a:schemeClr val="bg1"/>
              </a:solidFill>
              <a:latin typeface="HP Forma DJR Office" pitchFamily="2" charset="0"/>
            </a:endParaRPr>
          </a:p>
        </p:txBody>
      </p:sp>
      <p:sp>
        <p:nvSpPr>
          <p:cNvPr id="21" name="Text 17">
            <a:extLst>
              <a:ext uri="{FF2B5EF4-FFF2-40B4-BE49-F238E27FC236}">
                <a16:creationId xmlns:a16="http://schemas.microsoft.com/office/drawing/2014/main" id="{74DCCB8A-B889-3FC0-85C4-F7DBFC9CEFBE}"/>
              </a:ext>
            </a:extLst>
          </p:cNvPr>
          <p:cNvSpPr/>
          <p:nvPr/>
        </p:nvSpPr>
        <p:spPr>
          <a:xfrm>
            <a:off x="640080" y="5272151"/>
            <a:ext cx="10363200" cy="426720"/>
          </a:xfrm>
          <a:prstGeom prst="rect">
            <a:avLst/>
          </a:prstGeom>
          <a:noFill/>
          <a:ln/>
        </p:spPr>
        <p:txBody>
          <a:bodyPr wrap="square" rtlCol="0" anchor="ctr"/>
          <a:lstStyle/>
          <a:p>
            <a:pPr algn="ctr" defTabSz="1219170"/>
            <a:r>
              <a:rPr lang="en-US" dirty="0">
                <a:solidFill>
                  <a:schemeClr val="bg1"/>
                </a:solidFill>
                <a:ea typeface="+mj-ea"/>
                <a:cs typeface="Arial" pitchFamily="34" charset="-120"/>
              </a:rPr>
              <a:t>"L'inférence IA nous coûte environ 45 000 $ par trimestre sur Azure."</a:t>
            </a:r>
            <a:endParaRPr lang="en-US" dirty="0">
              <a:solidFill>
                <a:schemeClr val="bg1"/>
              </a:solidFill>
              <a:ea typeface="+mj-ea"/>
            </a:endParaRPr>
          </a:p>
        </p:txBody>
      </p:sp>
      <p:sp>
        <p:nvSpPr>
          <p:cNvPr id="2" name="Footer Placeholder 5">
            <a:extLst>
              <a:ext uri="{FF2B5EF4-FFF2-40B4-BE49-F238E27FC236}">
                <a16:creationId xmlns:a16="http://schemas.microsoft.com/office/drawing/2014/main" id="{3B6CDDB0-DF71-7D23-B7BC-6DB5CACD78F5}"/>
              </a:ext>
            </a:extLst>
          </p:cNvPr>
          <p:cNvSpPr>
            <a:spLocks noGrp="1"/>
          </p:cNvSpPr>
          <p:nvPr>
            <p:ph type="ftr" sz="quarter" idx="18"/>
          </p:nvPr>
        </p:nvSpPr>
        <p:spPr>
          <a:xfrm>
            <a:off x="6396505" y="6316162"/>
            <a:ext cx="5339495" cy="107722"/>
          </a:xfrm>
        </p:spPr>
        <p:txBody>
          <a:bodyPr/>
          <a:lstStyle/>
          <a:p>
            <a:r>
              <a:rPr lang="en-US" dirty="0"/>
              <a:t>- Responsable de l'innovation IA chez HP</a:t>
            </a:r>
          </a:p>
        </p:txBody>
      </p:sp>
    </p:spTree>
    <p:extLst>
      <p:ext uri="{BB962C8B-B14F-4D97-AF65-F5344CB8AC3E}">
        <p14:creationId xmlns:p14="http://schemas.microsoft.com/office/powerpoint/2010/main" val="2358378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71666-1A6A-4DDF-7250-85B83E36FB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D103F7-7C64-106B-9DC5-A98FE6A91A5B}"/>
              </a:ext>
            </a:extLst>
          </p:cNvPr>
          <p:cNvSpPr>
            <a:spLocks noGrp="1"/>
          </p:cNvSpPr>
          <p:nvPr>
            <p:ph type="title"/>
          </p:nvPr>
        </p:nvSpPr>
        <p:spPr>
          <a:xfrm>
            <a:off x="457200" y="441471"/>
            <a:ext cx="11278800" cy="393300"/>
          </a:xfrm>
        </p:spPr>
        <p:txBody>
          <a:bodyPr/>
          <a:lstStyle/>
          <a:p>
            <a:r>
              <a:rPr lang="en-US" dirty="0"/>
              <a:t>Économie de l'IA : le paradoxe des dépenses</a:t>
            </a:r>
          </a:p>
        </p:txBody>
      </p:sp>
      <p:sp>
        <p:nvSpPr>
          <p:cNvPr id="7" name="Footer Placeholder 5">
            <a:extLst>
              <a:ext uri="{FF2B5EF4-FFF2-40B4-BE49-F238E27FC236}">
                <a16:creationId xmlns:a16="http://schemas.microsoft.com/office/drawing/2014/main" id="{6543B0C4-036C-07C4-8701-6FE705EC2AA5}"/>
              </a:ext>
            </a:extLst>
          </p:cNvPr>
          <p:cNvSpPr>
            <a:spLocks noGrp="1"/>
          </p:cNvSpPr>
          <p:nvPr>
            <p:ph type="ftr" sz="quarter" idx="18"/>
          </p:nvPr>
        </p:nvSpPr>
        <p:spPr>
          <a:xfrm>
            <a:off x="6396505" y="6316162"/>
            <a:ext cx="5339495" cy="107722"/>
          </a:xfrm>
        </p:spPr>
        <p:txBody>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srgbClr val="000000">
                    <a:lumMod val="50000"/>
                    <a:lumOff val="50000"/>
                  </a:srgbClr>
                </a:solidFill>
                <a:effectLst/>
                <a:uLnTx/>
                <a:uFillTx/>
                <a:latin typeface="HP Forma DJR Office" pitchFamily="2" charset="0"/>
              </a:rPr>
              <a:t>HP Restreint. Usage interne HP uniquement.</a:t>
            </a:r>
          </a:p>
        </p:txBody>
      </p:sp>
      <p:sp>
        <p:nvSpPr>
          <p:cNvPr id="3" name="Shape 1">
            <a:extLst>
              <a:ext uri="{FF2B5EF4-FFF2-40B4-BE49-F238E27FC236}">
                <a16:creationId xmlns:a16="http://schemas.microsoft.com/office/drawing/2014/main" id="{FA932ED1-ACFE-4064-9915-4C877267C107}"/>
              </a:ext>
            </a:extLst>
          </p:cNvPr>
          <p:cNvSpPr/>
          <p:nvPr/>
        </p:nvSpPr>
        <p:spPr>
          <a:xfrm>
            <a:off x="457200" y="1228088"/>
            <a:ext cx="4998720" cy="1770344"/>
          </a:xfrm>
          <a:prstGeom prst="rect">
            <a:avLst/>
          </a:prstGeom>
          <a:solidFill>
            <a:srgbClr val="024AD8"/>
          </a:solidFill>
          <a:ln/>
        </p:spPr>
        <p:txBody>
          <a:bodyPr/>
          <a:lstStyle/>
          <a:p>
            <a:pPr marL="0" marR="0" lvl="0" indent="0" algn="l" defTabSz="121917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HP Forma DJR Office" pitchFamily="2" charset="77"/>
            </a:endParaRPr>
          </a:p>
        </p:txBody>
      </p:sp>
      <p:sp>
        <p:nvSpPr>
          <p:cNvPr id="4" name="Text 2">
            <a:extLst>
              <a:ext uri="{FF2B5EF4-FFF2-40B4-BE49-F238E27FC236}">
                <a16:creationId xmlns:a16="http://schemas.microsoft.com/office/drawing/2014/main" id="{F0D46C37-5FF5-F4DC-F5DE-8F26D40E454D}"/>
              </a:ext>
            </a:extLst>
          </p:cNvPr>
          <p:cNvSpPr/>
          <p:nvPr/>
        </p:nvSpPr>
        <p:spPr>
          <a:xfrm>
            <a:off x="457200" y="1303244"/>
            <a:ext cx="4998720" cy="10972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6000" b="0" i="0" u="none" strike="noStrike" kern="1200" cap="none" spc="0" normalizeH="0" baseline="0" noProof="0" dirty="0">
                <a:ln>
                  <a:noFill/>
                </a:ln>
                <a:solidFill>
                  <a:srgbClr val="FFFFFF"/>
                </a:solidFill>
                <a:effectLst/>
                <a:uLnTx/>
                <a:uFillTx/>
                <a:latin typeface="HP Forma DJR Office Medium" pitchFamily="2" charset="0"/>
                <a:ea typeface="Calibri" pitchFamily="34" charset="-122"/>
                <a:cs typeface="Calibri" pitchFamily="34" charset="-120"/>
              </a:rPr>
              <a:t>280×</a:t>
            </a:r>
            <a:endParaRPr kumimoji="0" lang="en-US" sz="6000" b="0" i="0" u="none" strike="noStrike" kern="1200" cap="none" spc="0" normalizeH="0" baseline="0" noProof="0" dirty="0">
              <a:ln>
                <a:noFill/>
              </a:ln>
              <a:solidFill>
                <a:prstClr val="black"/>
              </a:solidFill>
              <a:effectLst/>
              <a:uLnTx/>
              <a:uFillTx/>
              <a:latin typeface="HP Forma DJR Office Medium" pitchFamily="2" charset="0"/>
            </a:endParaRPr>
          </a:p>
        </p:txBody>
      </p:sp>
      <p:sp>
        <p:nvSpPr>
          <p:cNvPr id="5" name="Text 3">
            <a:extLst>
              <a:ext uri="{FF2B5EF4-FFF2-40B4-BE49-F238E27FC236}">
                <a16:creationId xmlns:a16="http://schemas.microsoft.com/office/drawing/2014/main" id="{2130B3A3-55E6-63A2-CCC3-666F285EB074}"/>
              </a:ext>
            </a:extLst>
          </p:cNvPr>
          <p:cNvSpPr/>
          <p:nvPr/>
        </p:nvSpPr>
        <p:spPr>
          <a:xfrm>
            <a:off x="457200" y="2151674"/>
            <a:ext cx="4998720" cy="60960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67" b="0" i="0" u="none" strike="noStrike" kern="1200" cap="none" spc="0" normalizeH="0" baseline="0" noProof="0" dirty="0">
                <a:ln>
                  <a:noFill/>
                </a:ln>
                <a:solidFill>
                  <a:srgbClr val="FFFFFF"/>
                </a:solidFill>
                <a:effectLst/>
                <a:uLnTx/>
                <a:uFillTx/>
                <a:latin typeface="HP Forma DJR Office" pitchFamily="2" charset="77"/>
                <a:ea typeface="Calibri" pitchFamily="34" charset="-122"/>
                <a:cs typeface="Calibri" pitchFamily="34" charset="-120"/>
              </a:rPr>
              <a:t>Baisse du prix des tokens en 2 ans</a:t>
            </a:r>
            <a:endParaRPr kumimoji="0" lang="en-US" sz="1867" b="0" i="0" u="none" strike="noStrike" kern="1200" cap="none" spc="0" normalizeH="0" baseline="0" noProof="0" dirty="0">
              <a:ln>
                <a:noFill/>
              </a:ln>
              <a:solidFill>
                <a:prstClr val="black"/>
              </a:solidFill>
              <a:effectLst/>
              <a:uLnTx/>
              <a:uFillTx/>
              <a:latin typeface="HP Forma DJR Office" pitchFamily="2" charset="77"/>
            </a:endParaRPr>
          </a:p>
        </p:txBody>
      </p:sp>
      <p:sp>
        <p:nvSpPr>
          <p:cNvPr id="6" name="Shape 4">
            <a:extLst>
              <a:ext uri="{FF2B5EF4-FFF2-40B4-BE49-F238E27FC236}">
                <a16:creationId xmlns:a16="http://schemas.microsoft.com/office/drawing/2014/main" id="{F2647D58-1A95-6524-DB1F-9338EAC656B8}"/>
              </a:ext>
            </a:extLst>
          </p:cNvPr>
          <p:cNvSpPr/>
          <p:nvPr/>
        </p:nvSpPr>
        <p:spPr>
          <a:xfrm>
            <a:off x="5943600" y="1228088"/>
            <a:ext cx="4998720" cy="1770344"/>
          </a:xfrm>
          <a:prstGeom prst="rect">
            <a:avLst/>
          </a:prstGeom>
          <a:solidFill>
            <a:srgbClr val="374151"/>
          </a:solidFill>
          <a:ln/>
        </p:spPr>
        <p:txBody>
          <a:bodyPr/>
          <a:lstStyle/>
          <a:p>
            <a:pPr marL="0" marR="0" lvl="0" indent="0" algn="l" defTabSz="121917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HP Forma DJR Office" pitchFamily="2" charset="77"/>
            </a:endParaRPr>
          </a:p>
        </p:txBody>
      </p:sp>
      <p:sp>
        <p:nvSpPr>
          <p:cNvPr id="19" name="Text 5">
            <a:extLst>
              <a:ext uri="{FF2B5EF4-FFF2-40B4-BE49-F238E27FC236}">
                <a16:creationId xmlns:a16="http://schemas.microsoft.com/office/drawing/2014/main" id="{CCBE81B6-9738-2353-87A6-71A83655A299}"/>
              </a:ext>
            </a:extLst>
          </p:cNvPr>
          <p:cNvSpPr/>
          <p:nvPr/>
        </p:nvSpPr>
        <p:spPr>
          <a:xfrm>
            <a:off x="5943600" y="1303244"/>
            <a:ext cx="4998720" cy="10972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6000" b="0" i="0" u="none" strike="noStrike" kern="1200" cap="none" spc="0" normalizeH="0" baseline="0" noProof="0" dirty="0">
                <a:ln>
                  <a:noFill/>
                </a:ln>
                <a:solidFill>
                  <a:srgbClr val="FFFFFF"/>
                </a:solidFill>
                <a:effectLst/>
                <a:uLnTx/>
                <a:uFillTx/>
                <a:latin typeface="HP Forma DJR Office Medium" pitchFamily="2" charset="0"/>
                <a:ea typeface="Calibri" pitchFamily="34" charset="-122"/>
                <a:cs typeface="Calibri" pitchFamily="34" charset="-120"/>
              </a:rPr>
              <a:t>320%</a:t>
            </a:r>
            <a:endParaRPr kumimoji="0" lang="en-US" sz="6000" b="0" i="0" u="none" strike="noStrike" kern="1200" cap="none" spc="0" normalizeH="0" baseline="0" noProof="0" dirty="0">
              <a:ln>
                <a:noFill/>
              </a:ln>
              <a:solidFill>
                <a:prstClr val="black"/>
              </a:solidFill>
              <a:effectLst/>
              <a:uLnTx/>
              <a:uFillTx/>
              <a:latin typeface="HP Forma DJR Office Medium" pitchFamily="2" charset="0"/>
            </a:endParaRPr>
          </a:p>
        </p:txBody>
      </p:sp>
      <p:sp>
        <p:nvSpPr>
          <p:cNvPr id="20" name="Text 6">
            <a:extLst>
              <a:ext uri="{FF2B5EF4-FFF2-40B4-BE49-F238E27FC236}">
                <a16:creationId xmlns:a16="http://schemas.microsoft.com/office/drawing/2014/main" id="{34FEF90F-2D40-5661-7BE7-F20E8819755F}"/>
              </a:ext>
            </a:extLst>
          </p:cNvPr>
          <p:cNvSpPr/>
          <p:nvPr/>
        </p:nvSpPr>
        <p:spPr>
          <a:xfrm>
            <a:off x="5943600" y="2151674"/>
            <a:ext cx="4998720" cy="60960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67" b="0" i="0" u="none" strike="noStrike" kern="1200" cap="none" spc="0" normalizeH="0" baseline="0" noProof="0" dirty="0">
                <a:ln>
                  <a:noFill/>
                </a:ln>
                <a:solidFill>
                  <a:srgbClr val="FFFFFF"/>
                </a:solidFill>
                <a:effectLst/>
                <a:uLnTx/>
                <a:uFillTx/>
                <a:latin typeface="HP Forma DJR Office" pitchFamily="2" charset="77"/>
                <a:ea typeface="Calibri" pitchFamily="34" charset="-122"/>
                <a:cs typeface="Calibri" pitchFamily="34" charset="-120"/>
              </a:rPr>
              <a:t>Hausse des dépenses en IA des entreprises</a:t>
            </a:r>
            <a:endParaRPr kumimoji="0" lang="en-US" sz="1867" b="0" i="0" u="none" strike="noStrike" kern="1200" cap="none" spc="0" normalizeH="0" baseline="0" noProof="0" dirty="0">
              <a:ln>
                <a:noFill/>
              </a:ln>
              <a:solidFill>
                <a:prstClr val="black"/>
              </a:solidFill>
              <a:effectLst/>
              <a:uLnTx/>
              <a:uFillTx/>
              <a:latin typeface="HP Forma DJR Office" pitchFamily="2" charset="77"/>
            </a:endParaRPr>
          </a:p>
        </p:txBody>
      </p:sp>
      <p:sp>
        <p:nvSpPr>
          <p:cNvPr id="21" name="Text 7">
            <a:extLst>
              <a:ext uri="{FF2B5EF4-FFF2-40B4-BE49-F238E27FC236}">
                <a16:creationId xmlns:a16="http://schemas.microsoft.com/office/drawing/2014/main" id="{2F2C0FDD-BFCF-8E83-F699-762370F508E9}"/>
              </a:ext>
            </a:extLst>
          </p:cNvPr>
          <p:cNvSpPr/>
          <p:nvPr/>
        </p:nvSpPr>
        <p:spPr>
          <a:xfrm>
            <a:off x="457199" y="3178807"/>
            <a:ext cx="10991589" cy="5486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000000"/>
                </a:solidFill>
                <a:effectLst/>
                <a:uLnTx/>
                <a:uFillTx/>
                <a:latin typeface="HP Forma DJR Office" pitchFamily="2" charset="0"/>
                <a:ea typeface="Calibri" pitchFamily="34" charset="-122"/>
                <a:cs typeface="Calibri" pitchFamily="34" charset="-120"/>
              </a:rPr>
              <a:t>Pourquoi ? Les workflows agents, les pipelines RAG et les agents permanents consomment de la puissance de calcul à des rythmes imprévus.</a:t>
            </a:r>
            <a:endParaRPr kumimoji="0" lang="en-US" sz="1800" b="0" i="0" u="none" strike="noStrike" kern="1200" cap="none" spc="0" normalizeH="0" baseline="0" noProof="0" dirty="0">
              <a:ln>
                <a:noFill/>
              </a:ln>
              <a:solidFill>
                <a:srgbClr val="000000"/>
              </a:solidFill>
              <a:effectLst/>
              <a:uLnTx/>
              <a:uFillTx/>
              <a:latin typeface="HP Forma DJR Office" pitchFamily="2" charset="0"/>
            </a:endParaRPr>
          </a:p>
        </p:txBody>
      </p:sp>
      <p:sp>
        <p:nvSpPr>
          <p:cNvPr id="22" name="Shape 8">
            <a:extLst>
              <a:ext uri="{FF2B5EF4-FFF2-40B4-BE49-F238E27FC236}">
                <a16:creationId xmlns:a16="http://schemas.microsoft.com/office/drawing/2014/main" id="{4CDE4CDE-D3E5-4218-4AAD-0A5A6F7F80B1}"/>
              </a:ext>
            </a:extLst>
          </p:cNvPr>
          <p:cNvSpPr/>
          <p:nvPr/>
        </p:nvSpPr>
        <p:spPr>
          <a:xfrm>
            <a:off x="457200" y="4000933"/>
            <a:ext cx="10485120" cy="1584960"/>
          </a:xfrm>
          <a:prstGeom prst="rect">
            <a:avLst/>
          </a:prstGeom>
          <a:solidFill>
            <a:srgbClr val="F2F4F7"/>
          </a:solidFill>
          <a:ln/>
        </p:spPr>
        <p:txBody>
          <a:bodyPr/>
          <a:lstStyle/>
          <a:p>
            <a:pPr marL="0" marR="0" lvl="0" indent="0" algn="l" defTabSz="121917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HP Forma DJR Office" pitchFamily="2" charset="77"/>
            </a:endParaRPr>
          </a:p>
        </p:txBody>
      </p:sp>
      <p:sp>
        <p:nvSpPr>
          <p:cNvPr id="23" name="Text 9">
            <a:extLst>
              <a:ext uri="{FF2B5EF4-FFF2-40B4-BE49-F238E27FC236}">
                <a16:creationId xmlns:a16="http://schemas.microsoft.com/office/drawing/2014/main" id="{050C5DB1-8542-9D47-57BE-CCB002E1FC4B}"/>
              </a:ext>
            </a:extLst>
          </p:cNvPr>
          <p:cNvSpPr/>
          <p:nvPr/>
        </p:nvSpPr>
        <p:spPr>
          <a:xfrm>
            <a:off x="701040" y="4167942"/>
            <a:ext cx="9997440" cy="13411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1000"/>
              </a:spcBef>
              <a:spcAft>
                <a:spcPts val="80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000000"/>
                </a:solidFill>
                <a:effectLst/>
                <a:uLnTx/>
                <a:uFillTx/>
                <a:latin typeface="HP Forma DJR Office Medium" pitchFamily="2" charset="0"/>
                <a:ea typeface="Calibri" pitchFamily="34" charset="-122"/>
                <a:cs typeface="Calibri" pitchFamily="34" charset="-120"/>
              </a:rPr>
              <a:t>OpenAI : Perte projetée de 14 Mrds $ en 2026. Dépense 2,25 $ pour chaque dollar gagné. Anthropic : Plus de 10 Mrds $ dépensés en inférence et entraînement contre 5 Mrds $ de revenus cumulés sur toute la durée de vie. GitHub Copilot : Suspension des nouvelles inscriptions aux plans Pro, Pro+ et Étudiant en avril 2026.</a:t>
            </a:r>
            <a:r>
              <a:rPr kumimoji="0" lang="en-US" sz="1600" b="0" i="0" u="none" strike="noStrike" kern="1200" cap="none" spc="0" normalizeH="0" baseline="0" noProof="0" dirty="0">
                <a:ln>
                  <a:noFill/>
                </a:ln>
                <a:solidFill>
                  <a:srgbClr val="000000"/>
                </a:solidFill>
                <a:effectLst/>
                <a:uLnTx/>
                <a:uFillTx/>
                <a:latin typeface="HP Forma DJR Office" pitchFamily="2" charset="77"/>
                <a:ea typeface="Calibri" pitchFamily="34" charset="-122"/>
                <a:cs typeface="Calibri" pitchFamily="34" charset="-120"/>
              </a:rPr>
              <a:t/>
            </a:r>
            <a:endParaRPr kumimoji="0" lang="en-US" sz="1600" b="0" i="0" u="none" strike="noStrike" kern="1200" cap="none" spc="0" normalizeH="0" baseline="0" noProof="0" dirty="0">
              <a:ln>
                <a:noFill/>
              </a:ln>
              <a:solidFill>
                <a:srgbClr val="000000"/>
              </a:solidFill>
              <a:effectLst/>
              <a:uLnTx/>
              <a:uFillTx/>
              <a:latin typeface="HP Forma DJR Office" pitchFamily="2" charset="77"/>
            </a:endParaRPr>
          </a:p>
          <a:p>
            <a:pPr marL="0" marR="0" lvl="0" indent="0" algn="l" defTabSz="1219170" rtl="0" eaLnBrk="1" fontAlgn="auto" latinLnBrk="0" hangingPunct="1">
              <a:lnSpc>
                <a:spcPct val="100000"/>
              </a:lnSpc>
              <a:spcBef>
                <a:spcPts val="1000"/>
              </a:spcBef>
              <a:spcAft>
                <a:spcPts val="80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000000"/>
                </a:solidFill>
                <a:effectLst/>
                <a:uLnTx/>
                <a:uFillTx/>
                <a:latin typeface="HP Forma DJR Office" pitchFamily="2" charset="77"/>
                <a:ea typeface="Calibri" pitchFamily="34" charset="-122"/>
                <a:cs typeface="Calibri" pitchFamily="34" charset="-120"/>
              </a:rPr>
              <a:t/>
            </a:r>
            <a:r>
              <a:rPr kumimoji="0" lang="en-US" sz="1600" b="0" i="0" u="none" strike="noStrike" kern="1200" cap="none" spc="0" normalizeH="0" baseline="0" noProof="0" dirty="0">
                <a:ln>
                  <a:noFill/>
                </a:ln>
                <a:solidFill>
                  <a:srgbClr val="000000"/>
                </a:solidFill>
                <a:effectLst/>
                <a:uLnTx/>
                <a:uFillTx/>
                <a:latin typeface="HP Forma DJR Office" pitchFamily="2" charset="77"/>
                <a:ea typeface="Calibri" pitchFamily="34" charset="-122"/>
                <a:cs typeface="Calibri" pitchFamily="34" charset="-120"/>
              </a:rPr>
              <a:t/>
            </a:r>
            <a:endParaRPr kumimoji="0" lang="en-US" sz="1600" b="0" i="0" u="none" strike="noStrike" kern="1200" cap="none" spc="0" normalizeH="0" baseline="0" noProof="0" dirty="0">
              <a:ln>
                <a:noFill/>
              </a:ln>
              <a:solidFill>
                <a:srgbClr val="000000"/>
              </a:solidFill>
              <a:effectLst/>
              <a:uLnTx/>
              <a:uFillTx/>
              <a:latin typeface="HP Forma DJR Office" pitchFamily="2" charset="77"/>
            </a:endParaRPr>
          </a:p>
          <a:p>
            <a:pPr marL="0" marR="0" lvl="0" indent="0" algn="l" defTabSz="1219170" rtl="0" eaLnBrk="1" fontAlgn="auto" latinLnBrk="0" hangingPunct="1">
              <a:lnSpc>
                <a:spcPct val="100000"/>
              </a:lnSpc>
              <a:spcBef>
                <a:spcPts val="1000"/>
              </a:spcBef>
              <a:spcAft>
                <a:spcPts val="80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000000"/>
                </a:solidFill>
                <a:effectLst/>
                <a:uLnTx/>
                <a:uFillTx/>
                <a:latin typeface="HP Forma DJR Office" pitchFamily="2" charset="77"/>
                <a:ea typeface="Calibri" pitchFamily="34" charset="-122"/>
                <a:cs typeface="Calibri" pitchFamily="34" charset="-120"/>
              </a:rPr>
              <a:t/>
            </a:r>
            <a:r>
              <a:rPr kumimoji="0" lang="en-US" sz="1600" b="0" i="0" u="none" strike="noStrike" kern="1200" cap="none" spc="0" normalizeH="0" baseline="0" noProof="0" dirty="0">
                <a:ln>
                  <a:noFill/>
                </a:ln>
                <a:solidFill>
                  <a:srgbClr val="000000"/>
                </a:solidFill>
                <a:effectLst/>
                <a:uLnTx/>
                <a:uFillTx/>
                <a:latin typeface="HP Forma DJR Office" pitchFamily="2" charset="77"/>
                <a:ea typeface="Calibri" pitchFamily="34" charset="-122"/>
                <a:cs typeface="Calibri" pitchFamily="34" charset="-120"/>
              </a:rPr>
              <a:t/>
            </a:r>
            <a:endParaRPr kumimoji="0" lang="en-US" sz="1600" b="0" i="0" u="none" strike="noStrike" kern="1200" cap="none" spc="0" normalizeH="0" baseline="0" noProof="0" dirty="0">
              <a:ln>
                <a:noFill/>
              </a:ln>
              <a:solidFill>
                <a:srgbClr val="000000"/>
              </a:solidFill>
              <a:effectLst/>
              <a:uLnTx/>
              <a:uFillTx/>
              <a:latin typeface="HP Forma DJR Office" pitchFamily="2" charset="77"/>
            </a:endParaRPr>
          </a:p>
        </p:txBody>
      </p:sp>
      <p:sp>
        <p:nvSpPr>
          <p:cNvPr id="24" name="Text 10">
            <a:extLst>
              <a:ext uri="{FF2B5EF4-FFF2-40B4-BE49-F238E27FC236}">
                <a16:creationId xmlns:a16="http://schemas.microsoft.com/office/drawing/2014/main" id="{7AEE697D-04F5-D8B0-AF17-AD4ACE466872}"/>
              </a:ext>
            </a:extLst>
          </p:cNvPr>
          <p:cNvSpPr/>
          <p:nvPr/>
        </p:nvSpPr>
        <p:spPr>
          <a:xfrm>
            <a:off x="914400" y="6023886"/>
            <a:ext cx="10363200" cy="48768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dirty="0">
                <a:ln>
                  <a:noFill/>
                </a:ln>
                <a:solidFill>
                  <a:srgbClr val="6B7280"/>
                </a:solidFill>
                <a:effectLst/>
                <a:uLnTx/>
                <a:uFillTx/>
                <a:latin typeface="HP Forma DJR Office" pitchFamily="2" charset="77"/>
                <a:ea typeface="Calibri" pitchFamily="34" charset="-122"/>
                <a:cs typeface="Calibri" pitchFamily="34" charset="-120"/>
              </a:rPr>
              <a:t>Source : Product Impact, « La balade gratuite est terminée », avr. 2026 | Fortune, nov. 2025 | The Register, avr. 2026 productimpactpod.com/news/ai-economics-most-important-strategy-decision</a:t>
            </a:r>
            <a:br>
              <a:rPr kumimoji="0" lang="en-US" sz="800" b="0" i="0" u="none" strike="noStrike" kern="1200" cap="none" spc="0" normalizeH="0" baseline="0" noProof="0" dirty="0">
                <a:ln>
                  <a:noFill/>
                </a:ln>
                <a:solidFill>
                  <a:srgbClr val="6B7280"/>
                </a:solidFill>
                <a:effectLst/>
                <a:uLnTx/>
                <a:uFillTx/>
                <a:latin typeface="HP Forma DJR Office" pitchFamily="2" charset="77"/>
                <a:ea typeface="Calibri" pitchFamily="34" charset="-122"/>
                <a:cs typeface="Calibri" pitchFamily="34" charset="-120"/>
              </a:rPr>
            </a:br>
            <a:r>
              <a:rPr kumimoji="0" lang="en-US" sz="800" b="0" i="0" u="none" strike="noStrike" kern="1200" cap="none" spc="0" normalizeH="0" baseline="0" noProof="0" dirty="0">
                <a:ln>
                  <a:noFill/>
                </a:ln>
                <a:solidFill>
                  <a:srgbClr val="6B7280"/>
                </a:solidFill>
                <a:effectLst/>
                <a:uLnTx/>
                <a:uFillTx/>
                <a:latin typeface="HP Forma DJR Office" pitchFamily="2" charset="77"/>
                <a:ea typeface="Calibri" pitchFamily="34" charset="-122"/>
                <a:cs typeface="Calibri" pitchFamily="34" charset="-120"/>
              </a:rPr>
              <a:t/>
            </a:r>
            <a:endParaRPr kumimoji="0" lang="en-US" sz="800" b="0" i="0" u="none" strike="noStrike" kern="1200" cap="none" spc="0" normalizeH="0" baseline="0" noProof="0" dirty="0">
              <a:ln>
                <a:noFill/>
              </a:ln>
              <a:solidFill>
                <a:prstClr val="black"/>
              </a:solidFill>
              <a:effectLst/>
              <a:uLnTx/>
              <a:uFillTx/>
              <a:latin typeface="HP Forma DJR Office" pitchFamily="2" charset="77"/>
            </a:endParaRPr>
          </a:p>
        </p:txBody>
      </p:sp>
    </p:spTree>
    <p:extLst>
      <p:ext uri="{BB962C8B-B14F-4D97-AF65-F5344CB8AC3E}">
        <p14:creationId xmlns:p14="http://schemas.microsoft.com/office/powerpoint/2010/main" val="930882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7B642-DB97-1FC6-B9A5-38148564092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AAC080F-EE7F-CA78-E9B7-2BC69C185BB6}"/>
              </a:ext>
            </a:extLst>
          </p:cNvPr>
          <p:cNvSpPr>
            <a:spLocks noGrp="1"/>
          </p:cNvSpPr>
          <p:nvPr>
            <p:ph type="title"/>
          </p:nvPr>
        </p:nvSpPr>
        <p:spPr>
          <a:xfrm>
            <a:off x="457200" y="441471"/>
            <a:ext cx="11278800" cy="393300"/>
          </a:xfrm>
        </p:spPr>
        <p:txBody>
          <a:bodyPr/>
          <a:lstStyle/>
          <a:p>
            <a:r>
              <a:rPr lang="en-US" dirty="0"/>
              <a:t>Caractéristiques principales et spécifications de l'HP ZGX Fury</a:t>
            </a:r>
          </a:p>
        </p:txBody>
      </p:sp>
      <p:sp>
        <p:nvSpPr>
          <p:cNvPr id="4" name="Text 2">
            <a:extLst>
              <a:ext uri="{FF2B5EF4-FFF2-40B4-BE49-F238E27FC236}">
                <a16:creationId xmlns:a16="http://schemas.microsoft.com/office/drawing/2014/main" id="{0D220A78-3674-0715-ECA3-2F032EA55C4A}"/>
              </a:ext>
            </a:extLst>
          </p:cNvPr>
          <p:cNvSpPr/>
          <p:nvPr/>
        </p:nvSpPr>
        <p:spPr>
          <a:xfrm>
            <a:off x="457200" y="1017082"/>
            <a:ext cx="3535680" cy="853440"/>
          </a:xfrm>
          <a:prstGeom prst="rect">
            <a:avLst/>
          </a:prstGeom>
          <a:noFill/>
          <a:ln/>
        </p:spPr>
        <p:txBody>
          <a:bodyPr wrap="square" lIns="0" rtlCol="0" anchor="ctr"/>
          <a:lstStyle/>
          <a:p>
            <a:pPr defTabSz="1219170"/>
            <a:r>
              <a:rPr lang="en-US" sz="4800" dirty="0">
                <a:latin typeface="+mj-lt"/>
                <a:ea typeface="Arial Black" pitchFamily="34" charset="-122"/>
                <a:cs typeface="Arial Black" pitchFamily="34" charset="-120"/>
              </a:rPr>
              <a:t>748 Go</a:t>
            </a:r>
            <a:endParaRPr lang="en-US" sz="4800" dirty="0">
              <a:latin typeface="+mj-lt"/>
            </a:endParaRPr>
          </a:p>
        </p:txBody>
      </p:sp>
      <p:sp>
        <p:nvSpPr>
          <p:cNvPr id="7" name="Text 3">
            <a:extLst>
              <a:ext uri="{FF2B5EF4-FFF2-40B4-BE49-F238E27FC236}">
                <a16:creationId xmlns:a16="http://schemas.microsoft.com/office/drawing/2014/main" id="{E4113D2C-DC2E-8B13-2209-5E1CFCF1A1CD}"/>
              </a:ext>
            </a:extLst>
          </p:cNvPr>
          <p:cNvSpPr/>
          <p:nvPr/>
        </p:nvSpPr>
        <p:spPr>
          <a:xfrm>
            <a:off x="533216" y="1721880"/>
            <a:ext cx="3535680" cy="426720"/>
          </a:xfrm>
          <a:prstGeom prst="rect">
            <a:avLst/>
          </a:prstGeom>
          <a:noFill/>
          <a:ln/>
        </p:spPr>
        <p:txBody>
          <a:bodyPr wrap="square" lIns="0" rtlCol="0" anchor="ctr"/>
          <a:lstStyle/>
          <a:p>
            <a:pPr defTabSz="1219170"/>
            <a:r>
              <a:rPr lang="en-US" sz="1600" dirty="0">
                <a:solidFill>
                  <a:srgbClr val="666666"/>
                </a:solidFill>
                <a:latin typeface="HP Forma DJR Office" pitchFamily="2" charset="0"/>
                <a:ea typeface="Arial" pitchFamily="34" charset="-122"/>
                <a:cs typeface="Arial" pitchFamily="34" charset="-120"/>
              </a:rPr>
              <a:t>Mémoire cohérente</a:t>
            </a:r>
            <a:endParaRPr lang="en-US" sz="1600" dirty="0">
              <a:solidFill>
                <a:prstClr val="black"/>
              </a:solidFill>
              <a:latin typeface="HP Forma DJR Office" pitchFamily="2" charset="0"/>
            </a:endParaRPr>
          </a:p>
        </p:txBody>
      </p:sp>
      <p:sp>
        <p:nvSpPr>
          <p:cNvPr id="8" name="Text 4">
            <a:extLst>
              <a:ext uri="{FF2B5EF4-FFF2-40B4-BE49-F238E27FC236}">
                <a16:creationId xmlns:a16="http://schemas.microsoft.com/office/drawing/2014/main" id="{7480BA2B-9EE2-7806-DFDB-7DE379CDCDD4}"/>
              </a:ext>
            </a:extLst>
          </p:cNvPr>
          <p:cNvSpPr/>
          <p:nvPr/>
        </p:nvSpPr>
        <p:spPr>
          <a:xfrm>
            <a:off x="4129856" y="1020220"/>
            <a:ext cx="3535680" cy="853440"/>
          </a:xfrm>
          <a:prstGeom prst="rect">
            <a:avLst/>
          </a:prstGeom>
          <a:noFill/>
          <a:ln/>
        </p:spPr>
        <p:txBody>
          <a:bodyPr wrap="square" lIns="0" rtlCol="0" anchor="ctr"/>
          <a:lstStyle/>
          <a:p>
            <a:pPr defTabSz="1219170"/>
            <a:r>
              <a:rPr lang="en-US" sz="4800">
                <a:latin typeface="+mj-lt"/>
                <a:ea typeface="Arial Black" pitchFamily="34" charset="-122"/>
                <a:cs typeface="Arial Black" pitchFamily="34" charset="-120"/>
              </a:rPr>
              <a:t>GB300</a:t>
            </a:r>
            <a:endParaRPr lang="en-US" sz="4800">
              <a:latin typeface="+mj-lt"/>
            </a:endParaRPr>
          </a:p>
        </p:txBody>
      </p:sp>
      <p:sp>
        <p:nvSpPr>
          <p:cNvPr id="9" name="Text 5">
            <a:extLst>
              <a:ext uri="{FF2B5EF4-FFF2-40B4-BE49-F238E27FC236}">
                <a16:creationId xmlns:a16="http://schemas.microsoft.com/office/drawing/2014/main" id="{7B250E6C-CE75-15AB-9DC9-63D4E904E16E}"/>
              </a:ext>
            </a:extLst>
          </p:cNvPr>
          <p:cNvSpPr/>
          <p:nvPr/>
        </p:nvSpPr>
        <p:spPr>
          <a:xfrm>
            <a:off x="4129856" y="1669212"/>
            <a:ext cx="3535680" cy="426720"/>
          </a:xfrm>
          <a:prstGeom prst="rect">
            <a:avLst/>
          </a:prstGeom>
          <a:noFill/>
          <a:ln/>
        </p:spPr>
        <p:txBody>
          <a:bodyPr wrap="square" lIns="0" rtlCol="0" anchor="ctr"/>
          <a:lstStyle/>
          <a:p>
            <a:pPr defTabSz="1219170"/>
            <a:r>
              <a:rPr lang="en-US" sz="1600" dirty="0">
                <a:solidFill>
                  <a:srgbClr val="666666"/>
                </a:solidFill>
                <a:latin typeface="HP Forma DJR Office" pitchFamily="2" charset="0"/>
                <a:ea typeface="Arial" pitchFamily="34" charset="-122"/>
                <a:cs typeface="Arial" pitchFamily="34" charset="-120"/>
              </a:rPr>
              <a:t>NVIDIA Blackwell Ultra</a:t>
            </a:r>
            <a:endParaRPr lang="en-US" sz="1600" dirty="0">
              <a:solidFill>
                <a:prstClr val="black"/>
              </a:solidFill>
              <a:latin typeface="HP Forma DJR Office" pitchFamily="2" charset="0"/>
            </a:endParaRPr>
          </a:p>
        </p:txBody>
      </p:sp>
      <p:sp>
        <p:nvSpPr>
          <p:cNvPr id="14" name="Text 6">
            <a:extLst>
              <a:ext uri="{FF2B5EF4-FFF2-40B4-BE49-F238E27FC236}">
                <a16:creationId xmlns:a16="http://schemas.microsoft.com/office/drawing/2014/main" id="{C69B2E32-87BC-9C57-6930-56F18AB300BA}"/>
              </a:ext>
            </a:extLst>
          </p:cNvPr>
          <p:cNvSpPr/>
          <p:nvPr/>
        </p:nvSpPr>
        <p:spPr>
          <a:xfrm>
            <a:off x="7878896" y="1010135"/>
            <a:ext cx="3535680" cy="853440"/>
          </a:xfrm>
          <a:prstGeom prst="rect">
            <a:avLst/>
          </a:prstGeom>
          <a:noFill/>
          <a:ln/>
        </p:spPr>
        <p:txBody>
          <a:bodyPr wrap="square" lIns="0" rtlCol="0" anchor="ctr"/>
          <a:lstStyle/>
          <a:p>
            <a:pPr defTabSz="1219170"/>
            <a:r>
              <a:rPr lang="en-US" sz="4800">
                <a:latin typeface="+mj-lt"/>
                <a:ea typeface="Arial Black" pitchFamily="34" charset="-122"/>
                <a:cs typeface="Arial Black" pitchFamily="34" charset="-120"/>
              </a:rPr>
              <a:t>72 cœurs</a:t>
            </a:r>
            <a:endParaRPr lang="en-US" sz="4800">
              <a:latin typeface="+mj-lt"/>
            </a:endParaRPr>
          </a:p>
        </p:txBody>
      </p:sp>
      <p:sp>
        <p:nvSpPr>
          <p:cNvPr id="15" name="Text 7">
            <a:extLst>
              <a:ext uri="{FF2B5EF4-FFF2-40B4-BE49-F238E27FC236}">
                <a16:creationId xmlns:a16="http://schemas.microsoft.com/office/drawing/2014/main" id="{CBF221D8-5765-C3A4-EB0F-714526D179F7}"/>
              </a:ext>
            </a:extLst>
          </p:cNvPr>
          <p:cNvSpPr/>
          <p:nvPr/>
        </p:nvSpPr>
        <p:spPr>
          <a:xfrm>
            <a:off x="7878896" y="1647025"/>
            <a:ext cx="3535680" cy="426720"/>
          </a:xfrm>
          <a:prstGeom prst="rect">
            <a:avLst/>
          </a:prstGeom>
          <a:noFill/>
          <a:ln/>
        </p:spPr>
        <p:txBody>
          <a:bodyPr wrap="square" lIns="0" rtlCol="0" anchor="ctr"/>
          <a:lstStyle/>
          <a:p>
            <a:pPr defTabSz="1219170"/>
            <a:r>
              <a:rPr lang="en-US" sz="1600" dirty="0">
                <a:solidFill>
                  <a:srgbClr val="666666"/>
                </a:solidFill>
                <a:latin typeface="HP Forma DJR Office" pitchFamily="2" charset="0"/>
                <a:ea typeface="Arial" pitchFamily="34" charset="-122"/>
                <a:cs typeface="Arial" pitchFamily="34" charset="-120"/>
              </a:rPr>
              <a:t>Processeur basé sur l'architecture ARM</a:t>
            </a:r>
            <a:endParaRPr lang="en-US" sz="1600" dirty="0">
              <a:solidFill>
                <a:prstClr val="black"/>
              </a:solidFill>
              <a:latin typeface="HP Forma DJR Office" pitchFamily="2" charset="0"/>
            </a:endParaRPr>
          </a:p>
        </p:txBody>
      </p:sp>
      <p:graphicFrame>
        <p:nvGraphicFramePr>
          <p:cNvPr id="16" name="Table 0">
            <a:extLst>
              <a:ext uri="{FF2B5EF4-FFF2-40B4-BE49-F238E27FC236}">
                <a16:creationId xmlns:a16="http://schemas.microsoft.com/office/drawing/2014/main" id="{A2EBBDAB-DA75-5F51-8E12-71D47E3AA338}"/>
              </a:ext>
            </a:extLst>
          </p:cNvPr>
          <p:cNvGraphicFramePr>
            <a:graphicFrameLocks noGrp="1"/>
          </p:cNvGraphicFramePr>
          <p:nvPr>
            <p:extLst>
              <p:ext uri="{D42A27DB-BD31-4B8C-83A1-F6EECF244321}">
                <p14:modId xmlns:p14="http://schemas.microsoft.com/office/powerpoint/2010/main" val="3976779621"/>
              </p:ext>
            </p:extLst>
          </p:nvPr>
        </p:nvGraphicFramePr>
        <p:xfrm>
          <a:off x="533216" y="2412783"/>
          <a:ext cx="10728960" cy="3413760"/>
        </p:xfrm>
        <a:graphic>
          <a:graphicData uri="http://schemas.openxmlformats.org/drawingml/2006/table">
            <a:tbl>
              <a:tblPr/>
              <a:tblGrid>
                <a:gridCol w="2682240">
                  <a:extLst>
                    <a:ext uri="{9D8B030D-6E8A-4147-A177-3AD203B41FA5}">
                      <a16:colId xmlns:a16="http://schemas.microsoft.com/office/drawing/2014/main" val="20000"/>
                    </a:ext>
                  </a:extLst>
                </a:gridCol>
                <a:gridCol w="8046720">
                  <a:extLst>
                    <a:ext uri="{9D8B030D-6E8A-4147-A177-3AD203B41FA5}">
                      <a16:colId xmlns:a16="http://schemas.microsoft.com/office/drawing/2014/main" val="20001"/>
                    </a:ext>
                  </a:extLst>
                </a:gridCol>
              </a:tblGrid>
              <a:tr h="426720">
                <a:tc>
                  <a:txBody>
                    <a:bodyPr/>
                    <a:lstStyle/>
                    <a:p>
                      <a:pPr marL="0" indent="0">
                        <a:buNone/>
                      </a:pPr>
                      <a:r>
                        <a:rPr lang="en-US" sz="1500" b="0" dirty="0">
                          <a:solidFill>
                            <a:schemeClr val="bg1"/>
                          </a:solidFill>
                          <a:latin typeface="+mj-ea"/>
                          <a:ea typeface="+mj-ea"/>
                          <a:cs typeface="Arial" pitchFamily="34" charset="-120"/>
                        </a:rPr>
                        <a:t>Composant</a:t>
                      </a:r>
                      <a:endParaRPr lang="en-US" sz="1500" b="0" dirty="0">
                        <a:solidFill>
                          <a:schemeClr val="bg1"/>
                        </a:solidFill>
                        <a:latin typeface="+mj-ea"/>
                        <a:ea typeface="+mj-ea"/>
                        <a:cs typeface="Arial" charset="0"/>
                      </a:endParaRPr>
                    </a:p>
                  </a:txBody>
                  <a:tcPr marL="121920" marR="121920" marT="60960" marB="60960">
                    <a:lnL w="12700" cap="flat" cmpd="sng" algn="ctr">
                      <a:solidFill>
                        <a:schemeClr val="tx2"/>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tc>
                  <a:txBody>
                    <a:bodyPr/>
                    <a:lstStyle/>
                    <a:p>
                      <a:pPr marL="0" indent="0">
                        <a:buNone/>
                      </a:pPr>
                      <a:r>
                        <a:rPr lang="en-US" sz="1500" b="0" dirty="0">
                          <a:solidFill>
                            <a:schemeClr val="bg1"/>
                          </a:solidFill>
                          <a:latin typeface="+mj-ea"/>
                          <a:ea typeface="+mj-ea"/>
                          <a:cs typeface="Arial" pitchFamily="34" charset="-120"/>
                        </a:rPr>
                        <a:t>Spécification</a:t>
                      </a:r>
                      <a:endParaRPr lang="en-US" sz="1500" b="0" dirty="0">
                        <a:solidFill>
                          <a:schemeClr val="bg1"/>
                        </a:solidFill>
                        <a:latin typeface="+mj-ea"/>
                        <a:ea typeface="+mj-ea"/>
                        <a:cs typeface="Arial" charset="0"/>
                      </a:endParaRPr>
                    </a:p>
                  </a:txBody>
                  <a:tcPr marL="121920" marR="121920" marT="60960" marB="60960">
                    <a:lnL w="12700" cap="flat" cmpd="sng" algn="ctr">
                      <a:solidFill>
                        <a:schemeClr val="bg2">
                          <a:lumMod val="90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26720">
                <a:tc>
                  <a:txBody>
                    <a:bodyPr/>
                    <a:lstStyle/>
                    <a:p>
                      <a:pPr marL="0" indent="0">
                        <a:buNone/>
                      </a:pPr>
                      <a:r>
                        <a:rPr lang="en-US" sz="1500" b="0" dirty="0">
                          <a:solidFill>
                            <a:srgbClr val="000000"/>
                          </a:solidFill>
                          <a:latin typeface="+mj-ea"/>
                          <a:ea typeface="+mj-ea"/>
                          <a:cs typeface="Arial" pitchFamily="34" charset="-120"/>
                        </a:rPr>
                        <a:t>GPU</a:t>
                      </a:r>
                      <a:endParaRPr lang="en-US" sz="1500" b="0" dirty="0">
                        <a:latin typeface="+mj-ea"/>
                        <a:ea typeface="+mj-ea"/>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12700" cap="flat" cmpd="sng" algn="ctr">
                      <a:solidFill>
                        <a:schemeClr val="tx2"/>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500" dirty="0">
                          <a:solidFill>
                            <a:srgbClr val="000000"/>
                          </a:solidFill>
                          <a:latin typeface="HP Forma DJR Office" pitchFamily="2" charset="77"/>
                          <a:ea typeface="Arial" pitchFamily="34" charset="-122"/>
                          <a:cs typeface="Arial" pitchFamily="34" charset="-120"/>
                        </a:rPr>
                        <a:t>1x NVIDIA Blackwell Ultra</a:t>
                      </a:r>
                      <a:endParaRPr lang="en-US" sz="1500" dirty="0">
                        <a:latin typeface="HP Forma DJR Office" pitchFamily="2" charset="77"/>
                        <a:ea typeface="Arial" charset="0"/>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12700" cap="flat" cmpd="sng" algn="ctr">
                      <a:solidFill>
                        <a:schemeClr val="tx2"/>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426720">
                <a:tc>
                  <a:txBody>
                    <a:bodyPr/>
                    <a:lstStyle/>
                    <a:p>
                      <a:pPr marL="0" indent="0">
                        <a:buNone/>
                      </a:pPr>
                      <a:r>
                        <a:rPr lang="en-US" sz="1500" b="0" dirty="0">
                          <a:solidFill>
                            <a:srgbClr val="000000"/>
                          </a:solidFill>
                          <a:latin typeface="+mj-ea"/>
                          <a:ea typeface="+mj-ea"/>
                          <a:cs typeface="Arial" pitchFamily="34" charset="-120"/>
                        </a:rPr>
                        <a:t>CPU</a:t>
                      </a:r>
                      <a:endParaRPr lang="en-US" sz="1500" b="0" dirty="0">
                        <a:latin typeface="+mj-ea"/>
                        <a:ea typeface="+mj-ea"/>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500" dirty="0">
                          <a:solidFill>
                            <a:srgbClr val="000000"/>
                          </a:solidFill>
                          <a:latin typeface="HP Forma DJR Office" pitchFamily="2" charset="77"/>
                          <a:ea typeface="Arial" pitchFamily="34" charset="-122"/>
                          <a:cs typeface="Arial" pitchFamily="34" charset="-120"/>
                        </a:rPr>
                        <a:t>1x Grace-72 Core Neoverse V2</a:t>
                      </a:r>
                      <a:endParaRPr lang="en-US" sz="1500" dirty="0">
                        <a:latin typeface="HP Forma DJR Office" pitchFamily="2" charset="77"/>
                        <a:ea typeface="Arial" charset="0"/>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426720">
                <a:tc>
                  <a:txBody>
                    <a:bodyPr/>
                    <a:lstStyle/>
                    <a:p>
                      <a:pPr marL="0" indent="0">
                        <a:buNone/>
                      </a:pPr>
                      <a:r>
                        <a:rPr lang="en-US" sz="1500" b="0" dirty="0">
                          <a:solidFill>
                            <a:srgbClr val="000000"/>
                          </a:solidFill>
                          <a:latin typeface="+mj-ea"/>
                          <a:ea typeface="+mj-ea"/>
                          <a:cs typeface="Arial" pitchFamily="34" charset="-120"/>
                        </a:rPr>
                        <a:t>Mémoire</a:t>
                      </a:r>
                      <a:endParaRPr lang="en-US" sz="1500" b="0" dirty="0">
                        <a:latin typeface="+mj-ea"/>
                        <a:ea typeface="+mj-ea"/>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500" dirty="0">
                          <a:solidFill>
                            <a:srgbClr val="000000"/>
                          </a:solidFill>
                          <a:latin typeface="HP Forma DJR Office" pitchFamily="2" charset="77"/>
                          <a:ea typeface="Arial" pitchFamily="34" charset="-122"/>
                          <a:cs typeface="Arial" pitchFamily="34" charset="-120"/>
                        </a:rPr>
                        <a:t>252 Go HBM3e (7,1 To/s) + 496 Go LPDDR5X (396 Go/s)</a:t>
                      </a:r>
                      <a:endParaRPr lang="en-US" sz="1500" dirty="0">
                        <a:latin typeface="HP Forma DJR Office" pitchFamily="2" charset="77"/>
                        <a:ea typeface="Arial" charset="0"/>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426720">
                <a:tc>
                  <a:txBody>
                    <a:bodyPr/>
                    <a:lstStyle/>
                    <a:p>
                      <a:pPr marL="0" indent="0">
                        <a:buNone/>
                      </a:pPr>
                      <a:r>
                        <a:rPr lang="en-US" sz="1500" b="0" dirty="0">
                          <a:solidFill>
                            <a:srgbClr val="000000"/>
                          </a:solidFill>
                          <a:latin typeface="+mj-ea"/>
                          <a:ea typeface="+mj-ea"/>
                          <a:cs typeface="Arial" pitchFamily="34" charset="-120"/>
                        </a:rPr>
                        <a:t>Stockage</a:t>
                      </a:r>
                      <a:endParaRPr lang="en-US" sz="1500" b="0" dirty="0">
                        <a:latin typeface="+mj-ea"/>
                        <a:ea typeface="+mj-ea"/>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500" dirty="0">
                          <a:solidFill>
                            <a:srgbClr val="000000"/>
                          </a:solidFill>
                          <a:latin typeface="HP Forma DJR Office" pitchFamily="2" charset="77"/>
                          <a:ea typeface="Arial" pitchFamily="34" charset="-122"/>
                          <a:cs typeface="Arial" pitchFamily="34" charset="-120"/>
                        </a:rPr>
                        <a:t>2x PCIe Gen5 M.2 (OS) + 2x PCIe Gen6 M.2 (données)</a:t>
                      </a:r>
                      <a:endParaRPr lang="en-US" sz="1500" dirty="0">
                        <a:latin typeface="HP Forma DJR Office" pitchFamily="2" charset="77"/>
                        <a:ea typeface="Arial" charset="0"/>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426720">
                <a:tc>
                  <a:txBody>
                    <a:bodyPr/>
                    <a:lstStyle/>
                    <a:p>
                      <a:pPr marL="0" indent="0">
                        <a:buNone/>
                      </a:pPr>
                      <a:r>
                        <a:rPr lang="en-US" sz="1500" b="0" dirty="0">
                          <a:solidFill>
                            <a:srgbClr val="000000"/>
                          </a:solidFill>
                          <a:latin typeface="+mj-ea"/>
                          <a:ea typeface="+mj-ea"/>
                          <a:cs typeface="Arial" pitchFamily="34" charset="-120"/>
                        </a:rPr>
                        <a:t>Réseau</a:t>
                      </a:r>
                      <a:endParaRPr lang="en-US" sz="1500" b="0" dirty="0">
                        <a:latin typeface="+mj-ea"/>
                        <a:ea typeface="+mj-ea"/>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500" dirty="0">
                          <a:solidFill>
                            <a:srgbClr val="000000"/>
                          </a:solidFill>
                          <a:latin typeface="HP Forma DJR Office" pitchFamily="2" charset="77"/>
                          <a:ea typeface="Arial" pitchFamily="34" charset="-122"/>
                          <a:cs typeface="Arial" pitchFamily="34" charset="-120"/>
                        </a:rPr>
                        <a:t>ConnectX-8 SuperNIC, 800 Gbps au total</a:t>
                      </a:r>
                      <a:r>
                        <a:rPr lang="en-US" sz="1500" dirty="0" err="1">
                          <a:solidFill>
                            <a:srgbClr val="000000"/>
                          </a:solidFill>
                          <a:latin typeface="HP Forma DJR Office" pitchFamily="2" charset="77"/>
                          <a:ea typeface="Arial" pitchFamily="34" charset="-122"/>
                          <a:cs typeface="Arial" pitchFamily="34" charset="-120"/>
                        </a:rPr>
                        <a:t/>
                      </a:r>
                      <a:r>
                        <a:rPr lang="en-US" sz="1500" dirty="0">
                          <a:solidFill>
                            <a:srgbClr val="000000"/>
                          </a:solidFill>
                          <a:latin typeface="HP Forma DJR Office" pitchFamily="2" charset="77"/>
                          <a:ea typeface="Arial" pitchFamily="34" charset="-122"/>
                          <a:cs typeface="Arial" pitchFamily="34" charset="-120"/>
                        </a:rPr>
                        <a:t/>
                      </a:r>
                      <a:endParaRPr lang="en-US" sz="1500" dirty="0">
                        <a:latin typeface="HP Forma DJR Office" pitchFamily="2" charset="77"/>
                        <a:ea typeface="Arial" charset="0"/>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426720">
                <a:tc>
                  <a:txBody>
                    <a:bodyPr/>
                    <a:lstStyle/>
                    <a:p>
                      <a:pPr marL="0" indent="0">
                        <a:buNone/>
                      </a:pPr>
                      <a:r>
                        <a:rPr lang="en-US" sz="1500" b="0" dirty="0">
                          <a:solidFill>
                            <a:srgbClr val="000000"/>
                          </a:solidFill>
                          <a:latin typeface="+mj-ea"/>
                          <a:ea typeface="+mj-ea"/>
                          <a:cs typeface="Arial" pitchFamily="34" charset="-120"/>
                        </a:rPr>
                        <a:t>Facteur de forme</a:t>
                      </a:r>
                      <a:endParaRPr lang="en-US" sz="1500" b="0" dirty="0">
                        <a:latin typeface="+mj-ea"/>
                        <a:ea typeface="+mj-ea"/>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500" dirty="0">
                          <a:solidFill>
                            <a:srgbClr val="000000"/>
                          </a:solidFill>
                          <a:latin typeface="HP Forma DJR Office" pitchFamily="2" charset="77"/>
                          <a:ea typeface="Arial" pitchFamily="34" charset="-122"/>
                          <a:cs typeface="Arial" pitchFamily="34" charset="-120"/>
                        </a:rPr>
                        <a:t>Tour convertible ou rack (5U), refroidi par liquide, 1600 W (20 A)</a:t>
                      </a:r>
                      <a:endParaRPr lang="en-US" sz="1500" dirty="0">
                        <a:latin typeface="HP Forma DJR Office" pitchFamily="2" charset="77"/>
                        <a:ea typeface="Arial" charset="0"/>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426720">
                <a:tc>
                  <a:txBody>
                    <a:bodyPr/>
                    <a:lstStyle/>
                    <a:p>
                      <a:pPr marL="0" indent="0">
                        <a:buNone/>
                      </a:pPr>
                      <a:r>
                        <a:rPr lang="en-US" sz="1500" b="0" dirty="0">
                          <a:solidFill>
                            <a:srgbClr val="000000"/>
                          </a:solidFill>
                          <a:latin typeface="+mj-ea"/>
                          <a:ea typeface="+mj-ea"/>
                          <a:cs typeface="Arial" pitchFamily="34" charset="-120"/>
                        </a:rPr>
                        <a:t>Disponibilité</a:t>
                      </a:r>
                      <a:endParaRPr lang="en-US" sz="1500" b="0" dirty="0">
                        <a:latin typeface="+mj-ea"/>
                        <a:ea typeface="+mj-ea"/>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500" dirty="0">
                          <a:solidFill>
                            <a:srgbClr val="000000"/>
                          </a:solidFill>
                          <a:latin typeface="HP Forma DJR Office" pitchFamily="2" charset="77"/>
                          <a:ea typeface="Arial" pitchFamily="34" charset="-122"/>
                          <a:cs typeface="Arial" pitchFamily="34" charset="-120"/>
                        </a:rPr>
                        <a:t>Août 2026</a:t>
                      </a:r>
                      <a:endParaRPr lang="en-US" sz="1500" dirty="0">
                        <a:latin typeface="HP Forma DJR Office" pitchFamily="2" charset="77"/>
                        <a:ea typeface="Arial" charset="0"/>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3" name="Footer Placeholder 5">
            <a:extLst>
              <a:ext uri="{FF2B5EF4-FFF2-40B4-BE49-F238E27FC236}">
                <a16:creationId xmlns:a16="http://schemas.microsoft.com/office/drawing/2014/main" id="{7B2F853A-A4C2-D0A9-C16F-09F15DC90169}"/>
              </a:ext>
            </a:extLst>
          </p:cNvPr>
          <p:cNvSpPr>
            <a:spLocks noGrp="1"/>
          </p:cNvSpPr>
          <p:nvPr>
            <p:ph type="ftr" sz="quarter" idx="18"/>
          </p:nvPr>
        </p:nvSpPr>
        <p:spPr>
          <a:xfrm>
            <a:off x="6396505" y="6316162"/>
            <a:ext cx="5339495" cy="107722"/>
          </a:xfrm>
        </p:spPr>
        <p:txBody>
          <a:bodyPr/>
          <a:lstStyle/>
          <a:p>
            <a:r>
              <a:rPr lang="en-US" dirty="0"/>
              <a:t>Réservé à HP. Usage interne HP uniquement.</a:t>
            </a:r>
          </a:p>
        </p:txBody>
      </p:sp>
    </p:spTree>
    <p:extLst>
      <p:ext uri="{BB962C8B-B14F-4D97-AF65-F5344CB8AC3E}">
        <p14:creationId xmlns:p14="http://schemas.microsoft.com/office/powerpoint/2010/main" val="3842720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06FE3-D0E4-3BD9-4CD5-D76A260DE3A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BDA4510-C1C1-57B8-9D3F-29318BB75E08}"/>
              </a:ext>
            </a:extLst>
          </p:cNvPr>
          <p:cNvSpPr>
            <a:spLocks noGrp="1"/>
          </p:cNvSpPr>
          <p:nvPr>
            <p:ph type="title"/>
          </p:nvPr>
        </p:nvSpPr>
        <p:spPr>
          <a:xfrm>
            <a:off x="457200" y="441471"/>
            <a:ext cx="11278800" cy="393300"/>
          </a:xfrm>
        </p:spPr>
        <p:txBody>
          <a:bodyPr/>
          <a:lstStyle/>
          <a:p>
            <a:r>
              <a:rPr lang="en-US" dirty="0"/>
              <a:t>Ce qui distingue HP</a:t>
            </a:r>
          </a:p>
        </p:txBody>
      </p:sp>
      <p:sp>
        <p:nvSpPr>
          <p:cNvPr id="6" name="Text Placeholder 5">
            <a:extLst>
              <a:ext uri="{FF2B5EF4-FFF2-40B4-BE49-F238E27FC236}">
                <a16:creationId xmlns:a16="http://schemas.microsoft.com/office/drawing/2014/main" id="{AFE4CB42-DB52-4D3E-02A6-9FF77E40C997}"/>
              </a:ext>
            </a:extLst>
          </p:cNvPr>
          <p:cNvSpPr>
            <a:spLocks noGrp="1"/>
          </p:cNvSpPr>
          <p:nvPr>
            <p:ph type="body" sz="quarter" idx="13"/>
          </p:nvPr>
        </p:nvSpPr>
        <p:spPr>
          <a:xfrm>
            <a:off x="457200" y="834770"/>
            <a:ext cx="11278800" cy="295967"/>
          </a:xfrm>
        </p:spPr>
        <p:txBody>
          <a:bodyPr/>
          <a:lstStyle/>
          <a:p>
            <a:r>
              <a:rPr lang="en-US" dirty="0"/>
              <a:t>Même puce NVIDIA. Approche différente du logiciel et du support.</a:t>
            </a:r>
          </a:p>
          <a:p>
            <a:endParaRPr lang="en-US" dirty="0"/>
          </a:p>
        </p:txBody>
      </p:sp>
      <p:sp>
        <p:nvSpPr>
          <p:cNvPr id="20" name="Shape 16">
            <a:extLst>
              <a:ext uri="{FF2B5EF4-FFF2-40B4-BE49-F238E27FC236}">
                <a16:creationId xmlns:a16="http://schemas.microsoft.com/office/drawing/2014/main" id="{1D7BA1AC-F0C5-5673-4563-A17B0B996366}"/>
              </a:ext>
            </a:extLst>
          </p:cNvPr>
          <p:cNvSpPr/>
          <p:nvPr/>
        </p:nvSpPr>
        <p:spPr>
          <a:xfrm>
            <a:off x="457200" y="5211191"/>
            <a:ext cx="10728960" cy="718360"/>
          </a:xfrm>
          <a:prstGeom prst="rect">
            <a:avLst/>
          </a:prstGeom>
          <a:solidFill>
            <a:schemeClr val="tx2"/>
          </a:solidFill>
          <a:ln w="19050">
            <a:noFill/>
          </a:ln>
        </p:spPr>
        <p:txBody>
          <a:bodyPr/>
          <a:lstStyle/>
          <a:p>
            <a:pPr defTabSz="1219170"/>
            <a:endParaRPr lang="en-US" sz="2400">
              <a:solidFill>
                <a:prstClr val="black"/>
              </a:solidFill>
              <a:latin typeface="HP Forma DJR Office" pitchFamily="2" charset="0"/>
            </a:endParaRPr>
          </a:p>
        </p:txBody>
      </p:sp>
      <p:sp>
        <p:nvSpPr>
          <p:cNvPr id="21" name="Text 17">
            <a:extLst>
              <a:ext uri="{FF2B5EF4-FFF2-40B4-BE49-F238E27FC236}">
                <a16:creationId xmlns:a16="http://schemas.microsoft.com/office/drawing/2014/main" id="{5DDC7F2B-E305-DF4D-84E8-37AA05EAAC48}"/>
              </a:ext>
            </a:extLst>
          </p:cNvPr>
          <p:cNvSpPr/>
          <p:nvPr/>
        </p:nvSpPr>
        <p:spPr>
          <a:xfrm>
            <a:off x="996874" y="5285598"/>
            <a:ext cx="9579685" cy="426720"/>
          </a:xfrm>
          <a:prstGeom prst="rect">
            <a:avLst/>
          </a:prstGeom>
          <a:noFill/>
          <a:ln/>
        </p:spPr>
        <p:txBody>
          <a:bodyPr wrap="square" rtlCol="0" anchor="t"/>
          <a:lstStyle/>
          <a:p>
            <a:pPr algn="ctr" defTabSz="1219170">
              <a:lnSpc>
                <a:spcPts val="1960"/>
              </a:lnSpc>
            </a:pPr>
            <a:r>
              <a:rPr lang="en-US" dirty="0">
                <a:solidFill>
                  <a:schemeClr val="bg1"/>
                </a:solidFill>
                <a:ea typeface="+mj-ea"/>
                <a:cs typeface="Arial" pitchFamily="34" charset="-120"/>
              </a:rPr>
              <a:t>HP vous fournit la puce et s'efface - aucun palier de licence, aucun cliff tarifaire en production, aucune dépendance aux logiciels du fournisseur.</a:t>
            </a:r>
          </a:p>
          <a:p>
            <a:pPr algn="ctr" defTabSz="1219170">
              <a:lnSpc>
                <a:spcPts val="1960"/>
              </a:lnSpc>
            </a:pPr>
            <a:endParaRPr lang="en-US" dirty="0">
              <a:solidFill>
                <a:schemeClr val="bg1"/>
              </a:solidFill>
              <a:ea typeface="+mj-ea"/>
              <a:cs typeface="Arial" pitchFamily="34" charset="-120"/>
            </a:endParaRPr>
          </a:p>
        </p:txBody>
      </p:sp>
      <p:sp>
        <p:nvSpPr>
          <p:cNvPr id="2" name="Shape 3">
            <a:extLst>
              <a:ext uri="{FF2B5EF4-FFF2-40B4-BE49-F238E27FC236}">
                <a16:creationId xmlns:a16="http://schemas.microsoft.com/office/drawing/2014/main" id="{631BA704-AE9A-F595-0F89-757C8D08E247}"/>
              </a:ext>
            </a:extLst>
          </p:cNvPr>
          <p:cNvSpPr/>
          <p:nvPr/>
        </p:nvSpPr>
        <p:spPr>
          <a:xfrm>
            <a:off x="457200" y="1431671"/>
            <a:ext cx="5120640" cy="1706880"/>
          </a:xfrm>
          <a:prstGeom prst="rect">
            <a:avLst/>
          </a:prstGeom>
          <a:solidFill>
            <a:srgbClr val="F5F5F5"/>
          </a:solidFill>
          <a:ln/>
        </p:spPr>
        <p:txBody>
          <a:bodyPr lIns="0"/>
          <a:lstStyle/>
          <a:p>
            <a:pPr defTabSz="1219170"/>
            <a:endParaRPr sz="2400">
              <a:solidFill>
                <a:prstClr val="black"/>
              </a:solidFill>
              <a:latin typeface="HP Forma DJR Office" pitchFamily="2" charset="0"/>
            </a:endParaRPr>
          </a:p>
        </p:txBody>
      </p:sp>
      <p:sp>
        <p:nvSpPr>
          <p:cNvPr id="3" name="Text 4">
            <a:extLst>
              <a:ext uri="{FF2B5EF4-FFF2-40B4-BE49-F238E27FC236}">
                <a16:creationId xmlns:a16="http://schemas.microsoft.com/office/drawing/2014/main" id="{73FA02D6-433D-A203-9CE9-069238DC3A4E}"/>
              </a:ext>
            </a:extLst>
          </p:cNvPr>
          <p:cNvSpPr/>
          <p:nvPr/>
        </p:nvSpPr>
        <p:spPr>
          <a:xfrm>
            <a:off x="640080" y="1513250"/>
            <a:ext cx="3657600" cy="426720"/>
          </a:xfrm>
          <a:prstGeom prst="rect">
            <a:avLst/>
          </a:prstGeom>
          <a:noFill/>
          <a:ln/>
        </p:spPr>
        <p:txBody>
          <a:bodyPr wrap="square" lIns="0" rtlCol="0" anchor="ctr"/>
          <a:lstStyle/>
          <a:p>
            <a:pPr defTabSz="1219170"/>
            <a:r>
              <a:rPr lang="en-US" dirty="0">
                <a:solidFill>
                  <a:srgbClr val="000000"/>
                </a:solidFill>
                <a:latin typeface="+mj-lt"/>
                <a:ea typeface="Arial" pitchFamily="34" charset="-122"/>
                <a:cs typeface="Arial" pitchFamily="34" charset="-120"/>
              </a:rPr>
              <a:t>ZGX Toolkit</a:t>
            </a:r>
            <a:endParaRPr lang="en-US" dirty="0">
              <a:solidFill>
                <a:prstClr val="black"/>
              </a:solidFill>
              <a:latin typeface="+mj-lt"/>
            </a:endParaRPr>
          </a:p>
        </p:txBody>
      </p:sp>
      <p:sp>
        <p:nvSpPr>
          <p:cNvPr id="4" name="Shape 5">
            <a:extLst>
              <a:ext uri="{FF2B5EF4-FFF2-40B4-BE49-F238E27FC236}">
                <a16:creationId xmlns:a16="http://schemas.microsoft.com/office/drawing/2014/main" id="{8C22914F-FCF9-1E3E-B8E9-81D4B5A235AF}"/>
              </a:ext>
            </a:extLst>
          </p:cNvPr>
          <p:cNvSpPr/>
          <p:nvPr/>
        </p:nvSpPr>
        <p:spPr>
          <a:xfrm>
            <a:off x="640080" y="1980311"/>
            <a:ext cx="1828800" cy="304800"/>
          </a:xfrm>
          <a:prstGeom prst="rect">
            <a:avLst/>
          </a:prstGeom>
          <a:solidFill>
            <a:schemeClr val="tx2"/>
          </a:solidFill>
          <a:ln>
            <a:noFill/>
          </a:ln>
        </p:spPr>
        <p:txBody>
          <a:bodyPr lIns="0"/>
          <a:lstStyle/>
          <a:p>
            <a:pPr defTabSz="1219170"/>
            <a:endParaRPr sz="2400">
              <a:latin typeface="HP Forma DJR Office" pitchFamily="2" charset="0"/>
            </a:endParaRPr>
          </a:p>
        </p:txBody>
      </p:sp>
      <p:sp>
        <p:nvSpPr>
          <p:cNvPr id="7" name="Text 6">
            <a:extLst>
              <a:ext uri="{FF2B5EF4-FFF2-40B4-BE49-F238E27FC236}">
                <a16:creationId xmlns:a16="http://schemas.microsoft.com/office/drawing/2014/main" id="{8204F379-0084-AF39-82FB-35A7F948690D}"/>
              </a:ext>
            </a:extLst>
          </p:cNvPr>
          <p:cNvSpPr/>
          <p:nvPr/>
        </p:nvSpPr>
        <p:spPr>
          <a:xfrm>
            <a:off x="754828" y="2004695"/>
            <a:ext cx="1219200" cy="243840"/>
          </a:xfrm>
          <a:prstGeom prst="rect">
            <a:avLst/>
          </a:prstGeom>
          <a:noFill/>
          <a:ln/>
        </p:spPr>
        <p:txBody>
          <a:bodyPr wrap="square" lIns="0" rtlCol="0" anchor="ctr"/>
          <a:lstStyle/>
          <a:p>
            <a:pPr defTabSz="1219170"/>
            <a:r>
              <a:rPr lang="en-US" sz="1200" dirty="0">
                <a:solidFill>
                  <a:schemeClr val="bg1"/>
                </a:solidFill>
                <a:ea typeface="Arial" pitchFamily="34" charset="-122"/>
                <a:cs typeface="Arial" pitchFamily="34" charset="-120"/>
              </a:rPr>
              <a:t>Gratuit</a:t>
            </a:r>
            <a:endParaRPr lang="en-US" sz="1200" dirty="0">
              <a:solidFill>
                <a:schemeClr val="bg1"/>
              </a:solidFill>
            </a:endParaRPr>
          </a:p>
        </p:txBody>
      </p:sp>
      <p:sp>
        <p:nvSpPr>
          <p:cNvPr id="8" name="Text 7">
            <a:extLst>
              <a:ext uri="{FF2B5EF4-FFF2-40B4-BE49-F238E27FC236}">
                <a16:creationId xmlns:a16="http://schemas.microsoft.com/office/drawing/2014/main" id="{0282DBA6-4B0D-401E-FFF5-F4DF6053F682}"/>
              </a:ext>
            </a:extLst>
          </p:cNvPr>
          <p:cNvSpPr/>
          <p:nvPr/>
        </p:nvSpPr>
        <p:spPr>
          <a:xfrm>
            <a:off x="640080" y="2356089"/>
            <a:ext cx="4738744" cy="609600"/>
          </a:xfrm>
          <a:prstGeom prst="rect">
            <a:avLst/>
          </a:prstGeom>
          <a:noFill/>
          <a:ln/>
        </p:spPr>
        <p:txBody>
          <a:bodyPr wrap="square" lIns="0" rtlCol="0" anchor="t"/>
          <a:lstStyle/>
          <a:p>
            <a:pPr defTabSz="1219170"/>
            <a:r>
              <a:rPr lang="en-US" sz="1300" dirty="0">
                <a:latin typeface="HP Forma DJR Office" pitchFamily="2" charset="0"/>
                <a:ea typeface="Arial" pitchFamily="34" charset="-122"/>
                <a:cs typeface="Arial" pitchFamily="34" charset="-120"/>
              </a:rPr>
              <a:t>Évitez l'enfer des dépendances. Pile open-source. Productif dès le premier jour. Pas de verrouillage fournisseur.</a:t>
            </a:r>
            <a:endParaRPr lang="en-US" sz="1300" dirty="0">
              <a:latin typeface="HP Forma DJR Office" pitchFamily="2" charset="0"/>
            </a:endParaRPr>
          </a:p>
        </p:txBody>
      </p:sp>
      <p:sp>
        <p:nvSpPr>
          <p:cNvPr id="9" name="Shape 8">
            <a:extLst>
              <a:ext uri="{FF2B5EF4-FFF2-40B4-BE49-F238E27FC236}">
                <a16:creationId xmlns:a16="http://schemas.microsoft.com/office/drawing/2014/main" id="{C5256C83-521F-34F0-DCBC-23F09D6E5545}"/>
              </a:ext>
            </a:extLst>
          </p:cNvPr>
          <p:cNvSpPr/>
          <p:nvPr/>
        </p:nvSpPr>
        <p:spPr>
          <a:xfrm>
            <a:off x="6065520" y="1431671"/>
            <a:ext cx="5120640" cy="1706880"/>
          </a:xfrm>
          <a:prstGeom prst="rect">
            <a:avLst/>
          </a:prstGeom>
          <a:solidFill>
            <a:srgbClr val="F5F5F5"/>
          </a:solidFill>
          <a:ln/>
        </p:spPr>
        <p:txBody>
          <a:bodyPr lIns="0"/>
          <a:lstStyle/>
          <a:p>
            <a:pPr defTabSz="1219170"/>
            <a:endParaRPr sz="2400">
              <a:solidFill>
                <a:prstClr val="black"/>
              </a:solidFill>
              <a:latin typeface="HP Forma DJR Office" pitchFamily="2" charset="0"/>
            </a:endParaRPr>
          </a:p>
        </p:txBody>
      </p:sp>
      <p:sp>
        <p:nvSpPr>
          <p:cNvPr id="14" name="Text 9">
            <a:extLst>
              <a:ext uri="{FF2B5EF4-FFF2-40B4-BE49-F238E27FC236}">
                <a16:creationId xmlns:a16="http://schemas.microsoft.com/office/drawing/2014/main" id="{E679AF6D-BB74-A049-3CC0-9B6E6C75C80B}"/>
              </a:ext>
            </a:extLst>
          </p:cNvPr>
          <p:cNvSpPr/>
          <p:nvPr/>
        </p:nvSpPr>
        <p:spPr>
          <a:xfrm>
            <a:off x="6248400" y="1513250"/>
            <a:ext cx="3657600" cy="426720"/>
          </a:xfrm>
          <a:prstGeom prst="rect">
            <a:avLst/>
          </a:prstGeom>
          <a:noFill/>
          <a:ln/>
        </p:spPr>
        <p:txBody>
          <a:bodyPr wrap="square" lIns="0" rtlCol="0" anchor="ctr"/>
          <a:lstStyle/>
          <a:p>
            <a:pPr defTabSz="1219170"/>
            <a:r>
              <a:rPr lang="en-US">
                <a:solidFill>
                  <a:srgbClr val="000000"/>
                </a:solidFill>
                <a:latin typeface="+mj-lt"/>
                <a:ea typeface="Arial" pitchFamily="34" charset="-122"/>
                <a:cs typeface="Arial" pitchFamily="34" charset="-120"/>
              </a:rPr>
              <a:t>ZGX CLI</a:t>
            </a:r>
            <a:endParaRPr lang="en-US">
              <a:solidFill>
                <a:prstClr val="black"/>
              </a:solidFill>
              <a:latin typeface="+mj-lt"/>
            </a:endParaRPr>
          </a:p>
        </p:txBody>
      </p:sp>
      <p:sp>
        <p:nvSpPr>
          <p:cNvPr id="15" name="Shape 10">
            <a:extLst>
              <a:ext uri="{FF2B5EF4-FFF2-40B4-BE49-F238E27FC236}">
                <a16:creationId xmlns:a16="http://schemas.microsoft.com/office/drawing/2014/main" id="{DACB99A9-DB11-4209-294D-1168BF7C1EE8}"/>
              </a:ext>
            </a:extLst>
          </p:cNvPr>
          <p:cNvSpPr/>
          <p:nvPr/>
        </p:nvSpPr>
        <p:spPr>
          <a:xfrm>
            <a:off x="6248400" y="1980311"/>
            <a:ext cx="1819656" cy="304800"/>
          </a:xfrm>
          <a:prstGeom prst="rect">
            <a:avLst/>
          </a:prstGeom>
          <a:solidFill>
            <a:schemeClr val="tx2"/>
          </a:solidFill>
          <a:ln>
            <a:noFill/>
          </a:ln>
        </p:spPr>
        <p:txBody>
          <a:bodyPr lIns="0"/>
          <a:lstStyle/>
          <a:p>
            <a:pPr defTabSz="1219170"/>
            <a:endParaRPr sz="2400">
              <a:latin typeface="HP Forma DJR Office" pitchFamily="2" charset="0"/>
            </a:endParaRPr>
          </a:p>
        </p:txBody>
      </p:sp>
      <p:sp>
        <p:nvSpPr>
          <p:cNvPr id="16" name="Text 11">
            <a:extLst>
              <a:ext uri="{FF2B5EF4-FFF2-40B4-BE49-F238E27FC236}">
                <a16:creationId xmlns:a16="http://schemas.microsoft.com/office/drawing/2014/main" id="{CE571EA9-1115-401B-C589-C9091A7CFA1F}"/>
              </a:ext>
            </a:extLst>
          </p:cNvPr>
          <p:cNvSpPr/>
          <p:nvPr/>
        </p:nvSpPr>
        <p:spPr>
          <a:xfrm>
            <a:off x="6363148" y="2004695"/>
            <a:ext cx="1219200" cy="243840"/>
          </a:xfrm>
          <a:prstGeom prst="rect">
            <a:avLst/>
          </a:prstGeom>
          <a:noFill/>
          <a:ln/>
        </p:spPr>
        <p:txBody>
          <a:bodyPr wrap="square" lIns="0" rtlCol="0" anchor="ctr"/>
          <a:lstStyle/>
          <a:p>
            <a:pPr defTabSz="1219170"/>
            <a:r>
              <a:rPr lang="en-US" sz="1200">
                <a:solidFill>
                  <a:schemeClr val="bg1"/>
                </a:solidFill>
                <a:ea typeface="Arial" pitchFamily="34" charset="-122"/>
                <a:cs typeface="Arial" pitchFamily="34" charset="-120"/>
              </a:rPr>
              <a:t>Gratuit</a:t>
            </a:r>
            <a:endParaRPr lang="en-US" sz="1200">
              <a:solidFill>
                <a:schemeClr val="bg1"/>
              </a:solidFill>
            </a:endParaRPr>
          </a:p>
        </p:txBody>
      </p:sp>
      <p:sp>
        <p:nvSpPr>
          <p:cNvPr id="22" name="Text 12">
            <a:extLst>
              <a:ext uri="{FF2B5EF4-FFF2-40B4-BE49-F238E27FC236}">
                <a16:creationId xmlns:a16="http://schemas.microsoft.com/office/drawing/2014/main" id="{9F4ECF93-326D-DEAC-338B-5E489E0ED7A2}"/>
              </a:ext>
            </a:extLst>
          </p:cNvPr>
          <p:cNvSpPr/>
          <p:nvPr/>
        </p:nvSpPr>
        <p:spPr>
          <a:xfrm>
            <a:off x="6248400" y="2356089"/>
            <a:ext cx="4482353" cy="609600"/>
          </a:xfrm>
          <a:prstGeom prst="rect">
            <a:avLst/>
          </a:prstGeom>
          <a:noFill/>
          <a:ln/>
        </p:spPr>
        <p:txBody>
          <a:bodyPr wrap="square" lIns="0" rtlCol="0" anchor="t"/>
          <a:lstStyle/>
          <a:p>
            <a:pPr defTabSz="1219170"/>
            <a:r>
              <a:rPr lang="en-US" sz="1300" dirty="0">
                <a:latin typeface="HP Forma DJR Office" pitchFamily="2" charset="0"/>
                <a:ea typeface="Arial" pitchFamily="34" charset="-122"/>
                <a:cs typeface="Arial" pitchFamily="34" charset="-120"/>
              </a:rPr>
              <a:t>Services de modèle simples. Aucune licence requise pour l'inférence en production.</a:t>
            </a:r>
            <a:endParaRPr lang="en-US" sz="1300" dirty="0">
              <a:latin typeface="HP Forma DJR Office" pitchFamily="2" charset="0"/>
            </a:endParaRPr>
          </a:p>
        </p:txBody>
      </p:sp>
      <p:sp>
        <p:nvSpPr>
          <p:cNvPr id="23" name="Shape 13">
            <a:extLst>
              <a:ext uri="{FF2B5EF4-FFF2-40B4-BE49-F238E27FC236}">
                <a16:creationId xmlns:a16="http://schemas.microsoft.com/office/drawing/2014/main" id="{43C78C59-F2A7-7F46-BD71-1E9C1EC26DD6}"/>
              </a:ext>
            </a:extLst>
          </p:cNvPr>
          <p:cNvSpPr/>
          <p:nvPr/>
        </p:nvSpPr>
        <p:spPr>
          <a:xfrm>
            <a:off x="457200" y="3321431"/>
            <a:ext cx="5120640" cy="1706880"/>
          </a:xfrm>
          <a:prstGeom prst="rect">
            <a:avLst/>
          </a:prstGeom>
          <a:solidFill>
            <a:srgbClr val="F5F5F5"/>
          </a:solidFill>
          <a:ln/>
        </p:spPr>
        <p:txBody>
          <a:bodyPr lIns="0"/>
          <a:lstStyle/>
          <a:p>
            <a:pPr defTabSz="1219170"/>
            <a:endParaRPr sz="2400">
              <a:solidFill>
                <a:prstClr val="black"/>
              </a:solidFill>
              <a:latin typeface="HP Forma DJR Office" pitchFamily="2" charset="0"/>
            </a:endParaRPr>
          </a:p>
        </p:txBody>
      </p:sp>
      <p:sp>
        <p:nvSpPr>
          <p:cNvPr id="24" name="Text 14">
            <a:extLst>
              <a:ext uri="{FF2B5EF4-FFF2-40B4-BE49-F238E27FC236}">
                <a16:creationId xmlns:a16="http://schemas.microsoft.com/office/drawing/2014/main" id="{35E93909-7475-E421-EDE3-37FB3CFE192A}"/>
              </a:ext>
            </a:extLst>
          </p:cNvPr>
          <p:cNvSpPr/>
          <p:nvPr/>
        </p:nvSpPr>
        <p:spPr>
          <a:xfrm>
            <a:off x="640080" y="3403010"/>
            <a:ext cx="3657600" cy="426720"/>
          </a:xfrm>
          <a:prstGeom prst="rect">
            <a:avLst/>
          </a:prstGeom>
          <a:noFill/>
          <a:ln/>
        </p:spPr>
        <p:txBody>
          <a:bodyPr wrap="square" lIns="0" rtlCol="0" anchor="ctr"/>
          <a:lstStyle/>
          <a:p>
            <a:pPr defTabSz="1219170"/>
            <a:r>
              <a:rPr lang="en-US">
                <a:solidFill>
                  <a:srgbClr val="000000"/>
                </a:solidFill>
                <a:latin typeface="+mj-lt"/>
                <a:ea typeface="Arial" pitchFamily="34" charset="-122"/>
                <a:cs typeface="Arial" pitchFamily="34" charset="-120"/>
              </a:rPr>
              <a:t>Aucun piège de licence</a:t>
            </a:r>
            <a:endParaRPr lang="en-US">
              <a:solidFill>
                <a:prstClr val="black"/>
              </a:solidFill>
              <a:latin typeface="+mj-lt"/>
            </a:endParaRPr>
          </a:p>
        </p:txBody>
      </p:sp>
      <p:sp>
        <p:nvSpPr>
          <p:cNvPr id="25" name="Shape 15">
            <a:extLst>
              <a:ext uri="{FF2B5EF4-FFF2-40B4-BE49-F238E27FC236}">
                <a16:creationId xmlns:a16="http://schemas.microsoft.com/office/drawing/2014/main" id="{8EEB9EA0-191D-C28A-8155-BB8DD0A28E8D}"/>
              </a:ext>
            </a:extLst>
          </p:cNvPr>
          <p:cNvSpPr/>
          <p:nvPr/>
        </p:nvSpPr>
        <p:spPr>
          <a:xfrm>
            <a:off x="640079" y="3870071"/>
            <a:ext cx="1815353" cy="304800"/>
          </a:xfrm>
          <a:prstGeom prst="rect">
            <a:avLst/>
          </a:prstGeom>
          <a:solidFill>
            <a:schemeClr val="tx2"/>
          </a:solidFill>
          <a:ln>
            <a:noFill/>
          </a:ln>
        </p:spPr>
        <p:txBody>
          <a:bodyPr lIns="0"/>
          <a:lstStyle/>
          <a:p>
            <a:pPr defTabSz="1219170"/>
            <a:endParaRPr sz="2400">
              <a:latin typeface="HP Forma DJR Office" pitchFamily="2" charset="0"/>
            </a:endParaRPr>
          </a:p>
        </p:txBody>
      </p:sp>
      <p:sp>
        <p:nvSpPr>
          <p:cNvPr id="26" name="Text 16">
            <a:extLst>
              <a:ext uri="{FF2B5EF4-FFF2-40B4-BE49-F238E27FC236}">
                <a16:creationId xmlns:a16="http://schemas.microsoft.com/office/drawing/2014/main" id="{6268BBF8-F98B-F0E9-F07A-8A11E4E32128}"/>
              </a:ext>
            </a:extLst>
          </p:cNvPr>
          <p:cNvSpPr/>
          <p:nvPr/>
        </p:nvSpPr>
        <p:spPr>
          <a:xfrm>
            <a:off x="754828" y="3894455"/>
            <a:ext cx="1524000" cy="243840"/>
          </a:xfrm>
          <a:prstGeom prst="rect">
            <a:avLst/>
          </a:prstGeom>
          <a:noFill/>
          <a:ln/>
        </p:spPr>
        <p:txBody>
          <a:bodyPr wrap="square" lIns="0" rtlCol="0" anchor="ctr"/>
          <a:lstStyle/>
          <a:p>
            <a:pPr defTabSz="1219170"/>
            <a:r>
              <a:rPr lang="en-US" sz="1200">
                <a:solidFill>
                  <a:schemeClr val="bg1"/>
                </a:solidFill>
                <a:ea typeface="Arial" pitchFamily="34" charset="-122"/>
                <a:cs typeface="Arial" pitchFamily="34" charset="-120"/>
              </a:rPr>
              <a:t>TCO prévisible</a:t>
            </a:r>
            <a:endParaRPr lang="en-US" sz="1200">
              <a:solidFill>
                <a:schemeClr val="bg1"/>
              </a:solidFill>
            </a:endParaRPr>
          </a:p>
        </p:txBody>
      </p:sp>
      <p:sp>
        <p:nvSpPr>
          <p:cNvPr id="27" name="Text 17">
            <a:extLst>
              <a:ext uri="{FF2B5EF4-FFF2-40B4-BE49-F238E27FC236}">
                <a16:creationId xmlns:a16="http://schemas.microsoft.com/office/drawing/2014/main" id="{57478B1F-D43C-3305-9BF9-25C5D9325446}"/>
              </a:ext>
            </a:extLst>
          </p:cNvPr>
          <p:cNvSpPr/>
          <p:nvPr/>
        </p:nvSpPr>
        <p:spPr>
          <a:xfrm>
            <a:off x="640080" y="4245849"/>
            <a:ext cx="4998720" cy="609600"/>
          </a:xfrm>
          <a:prstGeom prst="rect">
            <a:avLst/>
          </a:prstGeom>
          <a:noFill/>
          <a:ln/>
        </p:spPr>
        <p:txBody>
          <a:bodyPr wrap="square" lIns="0" rtlCol="0" anchor="t"/>
          <a:lstStyle/>
          <a:p>
            <a:pPr defTabSz="1219170"/>
            <a:r>
              <a:rPr lang="en-US" sz="1300">
                <a:latin typeface="HP Forma DJR Office" pitchFamily="2" charset="0"/>
                <a:ea typeface="Arial" pitchFamily="34" charset="-122"/>
                <a:cs typeface="Arial" pitchFamily="34" charset="-120"/>
              </a:rPr>
              <a:t>Gratuit pour le développement ET la production. Pas de facturation au jeton. Pas de cliff tarifaire.</a:t>
            </a:r>
            <a:endParaRPr lang="en-US" sz="1300">
              <a:latin typeface="HP Forma DJR Office" pitchFamily="2" charset="0"/>
            </a:endParaRPr>
          </a:p>
        </p:txBody>
      </p:sp>
      <p:sp>
        <p:nvSpPr>
          <p:cNvPr id="28" name="Shape 18">
            <a:extLst>
              <a:ext uri="{FF2B5EF4-FFF2-40B4-BE49-F238E27FC236}">
                <a16:creationId xmlns:a16="http://schemas.microsoft.com/office/drawing/2014/main" id="{56CA5209-53A7-C53B-E792-5E7F7DEF3BC4}"/>
              </a:ext>
            </a:extLst>
          </p:cNvPr>
          <p:cNvSpPr/>
          <p:nvPr/>
        </p:nvSpPr>
        <p:spPr>
          <a:xfrm>
            <a:off x="6065520" y="3321431"/>
            <a:ext cx="5120640" cy="1706880"/>
          </a:xfrm>
          <a:prstGeom prst="rect">
            <a:avLst/>
          </a:prstGeom>
          <a:solidFill>
            <a:srgbClr val="F5F5F5"/>
          </a:solidFill>
          <a:ln/>
        </p:spPr>
        <p:txBody>
          <a:bodyPr lIns="0"/>
          <a:lstStyle/>
          <a:p>
            <a:pPr defTabSz="1219170"/>
            <a:endParaRPr sz="2400">
              <a:solidFill>
                <a:prstClr val="black"/>
              </a:solidFill>
              <a:latin typeface="HP Forma DJR Office" pitchFamily="2" charset="0"/>
            </a:endParaRPr>
          </a:p>
        </p:txBody>
      </p:sp>
      <p:sp>
        <p:nvSpPr>
          <p:cNvPr id="29" name="Text 19">
            <a:extLst>
              <a:ext uri="{FF2B5EF4-FFF2-40B4-BE49-F238E27FC236}">
                <a16:creationId xmlns:a16="http://schemas.microsoft.com/office/drawing/2014/main" id="{801E01B9-719B-0A10-269B-1D861B39DA7F}"/>
              </a:ext>
            </a:extLst>
          </p:cNvPr>
          <p:cNvSpPr/>
          <p:nvPr/>
        </p:nvSpPr>
        <p:spPr>
          <a:xfrm>
            <a:off x="6248400" y="3403010"/>
            <a:ext cx="3657600" cy="426720"/>
          </a:xfrm>
          <a:prstGeom prst="rect">
            <a:avLst/>
          </a:prstGeom>
          <a:noFill/>
          <a:ln/>
        </p:spPr>
        <p:txBody>
          <a:bodyPr wrap="square" lIns="0" rtlCol="0" anchor="ctr"/>
          <a:lstStyle/>
          <a:p>
            <a:pPr defTabSz="1219170"/>
            <a:r>
              <a:rPr lang="en-US">
                <a:solidFill>
                  <a:srgbClr val="000000"/>
                </a:solidFill>
                <a:latin typeface="+mj-lt"/>
                <a:ea typeface="Arial" pitchFamily="34" charset="-122"/>
                <a:cs typeface="Arial" pitchFamily="34" charset="-120"/>
              </a:rPr>
              <a:t>Support HP Enterprise</a:t>
            </a:r>
            <a:endParaRPr lang="en-US">
              <a:solidFill>
                <a:prstClr val="black"/>
              </a:solidFill>
              <a:latin typeface="+mj-lt"/>
            </a:endParaRPr>
          </a:p>
        </p:txBody>
      </p:sp>
      <p:sp>
        <p:nvSpPr>
          <p:cNvPr id="30" name="Shape 20">
            <a:extLst>
              <a:ext uri="{FF2B5EF4-FFF2-40B4-BE49-F238E27FC236}">
                <a16:creationId xmlns:a16="http://schemas.microsoft.com/office/drawing/2014/main" id="{BAFF7D2C-A333-1F1A-3605-AAB474D67417}"/>
              </a:ext>
            </a:extLst>
          </p:cNvPr>
          <p:cNvSpPr/>
          <p:nvPr/>
        </p:nvSpPr>
        <p:spPr>
          <a:xfrm>
            <a:off x="6248400" y="3870071"/>
            <a:ext cx="1819656" cy="304800"/>
          </a:xfrm>
          <a:prstGeom prst="rect">
            <a:avLst/>
          </a:prstGeom>
          <a:solidFill>
            <a:schemeClr val="tx2"/>
          </a:solidFill>
          <a:ln>
            <a:noFill/>
          </a:ln>
        </p:spPr>
        <p:txBody>
          <a:bodyPr lIns="0"/>
          <a:lstStyle/>
          <a:p>
            <a:pPr defTabSz="1219170"/>
            <a:endParaRPr sz="2400">
              <a:latin typeface="HP Forma DJR Office" pitchFamily="2" charset="0"/>
            </a:endParaRPr>
          </a:p>
        </p:txBody>
      </p:sp>
      <p:sp>
        <p:nvSpPr>
          <p:cNvPr id="31" name="Text 21">
            <a:extLst>
              <a:ext uri="{FF2B5EF4-FFF2-40B4-BE49-F238E27FC236}">
                <a16:creationId xmlns:a16="http://schemas.microsoft.com/office/drawing/2014/main" id="{6DFDD638-D86A-BB69-B0CF-38532CCBD109}"/>
              </a:ext>
            </a:extLst>
          </p:cNvPr>
          <p:cNvSpPr/>
          <p:nvPr/>
        </p:nvSpPr>
        <p:spPr>
          <a:xfrm>
            <a:off x="6363148" y="3894455"/>
            <a:ext cx="1672814" cy="243840"/>
          </a:xfrm>
          <a:prstGeom prst="rect">
            <a:avLst/>
          </a:prstGeom>
          <a:noFill/>
          <a:ln/>
        </p:spPr>
        <p:txBody>
          <a:bodyPr wrap="square" lIns="0" rtlCol="0" anchor="ctr"/>
          <a:lstStyle/>
          <a:p>
            <a:pPr defTabSz="1219170"/>
            <a:r>
              <a:rPr lang="en-US" sz="1200">
                <a:solidFill>
                  <a:schemeClr val="bg1"/>
                </a:solidFill>
                <a:ea typeface="Arial" pitchFamily="34" charset="-122"/>
                <a:cs typeface="Arial" pitchFamily="34" charset="-120"/>
              </a:rPr>
              <a:t>Couverture mondiale</a:t>
            </a:r>
            <a:endParaRPr lang="en-US" sz="1200">
              <a:solidFill>
                <a:schemeClr val="bg1"/>
              </a:solidFill>
            </a:endParaRPr>
          </a:p>
        </p:txBody>
      </p:sp>
      <p:sp>
        <p:nvSpPr>
          <p:cNvPr id="32" name="Text 22">
            <a:extLst>
              <a:ext uri="{FF2B5EF4-FFF2-40B4-BE49-F238E27FC236}">
                <a16:creationId xmlns:a16="http://schemas.microsoft.com/office/drawing/2014/main" id="{C1B8961D-3E14-22DA-C7FC-0370F3F9CA7C}"/>
              </a:ext>
            </a:extLst>
          </p:cNvPr>
          <p:cNvSpPr/>
          <p:nvPr/>
        </p:nvSpPr>
        <p:spPr>
          <a:xfrm>
            <a:off x="6248400" y="4245849"/>
            <a:ext cx="4998720" cy="609600"/>
          </a:xfrm>
          <a:prstGeom prst="rect">
            <a:avLst/>
          </a:prstGeom>
          <a:noFill/>
          <a:ln/>
        </p:spPr>
        <p:txBody>
          <a:bodyPr wrap="square" lIns="0" rtlCol="0" anchor="t"/>
          <a:lstStyle/>
          <a:p>
            <a:pPr defTabSz="1219170"/>
            <a:r>
              <a:rPr lang="en-US" sz="1300">
                <a:latin typeface="HP Forma DJR Office" pitchFamily="2" charset="0"/>
                <a:ea typeface="Arial" pitchFamily="34" charset="-122"/>
                <a:cs typeface="Arial" pitchFamily="34" charset="-120"/>
              </a:rPr>
              <a:t>Support de qualité entreprise d'un partenaire de confiance. Pas un OEM de niche.</a:t>
            </a:r>
            <a:endParaRPr lang="en-US" sz="1300">
              <a:latin typeface="HP Forma DJR Office" pitchFamily="2" charset="0"/>
            </a:endParaRPr>
          </a:p>
        </p:txBody>
      </p:sp>
      <p:sp>
        <p:nvSpPr>
          <p:cNvPr id="33" name="Footer Placeholder 5">
            <a:extLst>
              <a:ext uri="{FF2B5EF4-FFF2-40B4-BE49-F238E27FC236}">
                <a16:creationId xmlns:a16="http://schemas.microsoft.com/office/drawing/2014/main" id="{EFEA4457-23F7-9E00-E44E-EC63009412B2}"/>
              </a:ext>
            </a:extLst>
          </p:cNvPr>
          <p:cNvSpPr>
            <a:spLocks noGrp="1"/>
          </p:cNvSpPr>
          <p:nvPr>
            <p:ph type="ftr" sz="quarter" idx="18"/>
          </p:nvPr>
        </p:nvSpPr>
        <p:spPr>
          <a:xfrm>
            <a:off x="6396505" y="6316162"/>
            <a:ext cx="5339495" cy="107722"/>
          </a:xfrm>
        </p:spPr>
        <p:txBody>
          <a:bodyPr/>
          <a:lstStyle/>
          <a:p>
            <a:r>
              <a:rPr lang="en-US" dirty="0"/>
              <a:t>HP Restricted. Usage interne HP uniquement.</a:t>
            </a:r>
          </a:p>
        </p:txBody>
      </p:sp>
    </p:spTree>
    <p:extLst>
      <p:ext uri="{BB962C8B-B14F-4D97-AF65-F5344CB8AC3E}">
        <p14:creationId xmlns:p14="http://schemas.microsoft.com/office/powerpoint/2010/main" val="3126322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408F-59A7-62DB-BF0A-69A7EF7C024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2433A00-B60F-56A1-F802-C63D1C972E31}"/>
              </a:ext>
            </a:extLst>
          </p:cNvPr>
          <p:cNvSpPr>
            <a:spLocks noGrp="1"/>
          </p:cNvSpPr>
          <p:nvPr>
            <p:ph type="title"/>
          </p:nvPr>
        </p:nvSpPr>
        <p:spPr>
          <a:xfrm>
            <a:off x="457200" y="441471"/>
            <a:ext cx="11278800" cy="393300"/>
          </a:xfrm>
        </p:spPr>
        <p:txBody>
          <a:bodyPr/>
          <a:lstStyle/>
          <a:p>
            <a:r>
              <a:rPr lang="en-US" dirty="0"/>
              <a:t>Environnement d'IA axé sur les développeurs</a:t>
            </a:r>
          </a:p>
        </p:txBody>
      </p:sp>
      <p:sp>
        <p:nvSpPr>
          <p:cNvPr id="33" name="Footer Placeholder 5">
            <a:extLst>
              <a:ext uri="{FF2B5EF4-FFF2-40B4-BE49-F238E27FC236}">
                <a16:creationId xmlns:a16="http://schemas.microsoft.com/office/drawing/2014/main" id="{87BE0ED7-7641-0AB0-37EB-0ED2837B86BF}"/>
              </a:ext>
            </a:extLst>
          </p:cNvPr>
          <p:cNvSpPr>
            <a:spLocks noGrp="1"/>
          </p:cNvSpPr>
          <p:nvPr>
            <p:ph type="ftr" sz="quarter" idx="18"/>
          </p:nvPr>
        </p:nvSpPr>
        <p:spPr>
          <a:xfrm>
            <a:off x="6396505" y="6316162"/>
            <a:ext cx="5339495" cy="107722"/>
          </a:xfrm>
        </p:spPr>
        <p:txBody>
          <a:bodyPr/>
          <a:lstStyle/>
          <a:p>
            <a:r>
              <a:rPr lang="en-US" dirty="0"/>
              <a:t>HP Restreint. Réservé à un usage interne HP uniquement.</a:t>
            </a:r>
          </a:p>
        </p:txBody>
      </p:sp>
      <p:sp>
        <p:nvSpPr>
          <p:cNvPr id="12" name="Rectangle 11">
            <a:extLst>
              <a:ext uri="{FF2B5EF4-FFF2-40B4-BE49-F238E27FC236}">
                <a16:creationId xmlns:a16="http://schemas.microsoft.com/office/drawing/2014/main" id="{12959029-E047-AC66-2235-16131A235F2C}"/>
              </a:ext>
            </a:extLst>
          </p:cNvPr>
          <p:cNvSpPr/>
          <p:nvPr/>
        </p:nvSpPr>
        <p:spPr bwMode="ltGray">
          <a:xfrm>
            <a:off x="319132" y="2353507"/>
            <a:ext cx="3311236" cy="1745673"/>
          </a:xfrm>
          <a:prstGeom prst="rect">
            <a:avLst/>
          </a:prstGeom>
          <a:solidFill>
            <a:schemeClr val="accent3"/>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grpSp>
        <p:nvGrpSpPr>
          <p:cNvPr id="13" name="Group 12">
            <a:extLst>
              <a:ext uri="{FF2B5EF4-FFF2-40B4-BE49-F238E27FC236}">
                <a16:creationId xmlns:a16="http://schemas.microsoft.com/office/drawing/2014/main" id="{D2F0F9B3-13D3-CAEF-1052-DAA6ADFAEE0B}"/>
              </a:ext>
            </a:extLst>
          </p:cNvPr>
          <p:cNvGrpSpPr/>
          <p:nvPr/>
        </p:nvGrpSpPr>
        <p:grpSpPr>
          <a:xfrm>
            <a:off x="1972762" y="2142022"/>
            <a:ext cx="1572442" cy="1683277"/>
            <a:chOff x="5357844" y="4226609"/>
            <a:chExt cx="914400" cy="914400"/>
          </a:xfrm>
        </p:grpSpPr>
        <p:sp>
          <p:nvSpPr>
            <p:cNvPr id="17" name="Flowchart: Process 14">
              <a:extLst>
                <a:ext uri="{FF2B5EF4-FFF2-40B4-BE49-F238E27FC236}">
                  <a16:creationId xmlns:a16="http://schemas.microsoft.com/office/drawing/2014/main" id="{D0F4C6EA-2FDD-AEBA-890F-D5817CAB2543}"/>
                </a:ext>
              </a:extLst>
            </p:cNvPr>
            <p:cNvSpPr/>
            <p:nvPr/>
          </p:nvSpPr>
          <p:spPr bwMode="ltGray">
            <a:xfrm>
              <a:off x="5525507" y="4460407"/>
              <a:ext cx="574047" cy="366149"/>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grpSp>
          <p:nvGrpSpPr>
            <p:cNvPr id="18" name="Group 17">
              <a:extLst>
                <a:ext uri="{FF2B5EF4-FFF2-40B4-BE49-F238E27FC236}">
                  <a16:creationId xmlns:a16="http://schemas.microsoft.com/office/drawing/2014/main" id="{A1823F6E-CB90-5C1A-A57C-3FD923DFC5BE}"/>
                </a:ext>
              </a:extLst>
            </p:cNvPr>
            <p:cNvGrpSpPr/>
            <p:nvPr/>
          </p:nvGrpSpPr>
          <p:grpSpPr>
            <a:xfrm>
              <a:off x="5357844" y="4226609"/>
              <a:ext cx="914400" cy="914400"/>
              <a:chOff x="1965115" y="5145695"/>
              <a:chExt cx="914400" cy="914400"/>
            </a:xfrm>
          </p:grpSpPr>
          <p:pic>
            <p:nvPicPr>
              <p:cNvPr id="19" name="Graphic 18" descr="Laptop with solid fill">
                <a:extLst>
                  <a:ext uri="{FF2B5EF4-FFF2-40B4-BE49-F238E27FC236}">
                    <a16:creationId xmlns:a16="http://schemas.microsoft.com/office/drawing/2014/main" id="{3B4D1BD9-2EF5-F29C-6BF0-F0DF59E9D1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965115" y="5145695"/>
                <a:ext cx="914400" cy="914400"/>
              </a:xfrm>
              <a:prstGeom prst="rect">
                <a:avLst/>
              </a:prstGeom>
            </p:spPr>
          </p:pic>
          <p:pic>
            <p:nvPicPr>
              <p:cNvPr id="34" name="Picture 2" descr="-">
                <a:extLst>
                  <a:ext uri="{FF2B5EF4-FFF2-40B4-BE49-F238E27FC236}">
                    <a16:creationId xmlns:a16="http://schemas.microsoft.com/office/drawing/2014/main" id="{63E7C708-6873-3502-F582-926DC643928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943" t="4629" r="15954" b="6951"/>
              <a:stretch>
                <a:fillRect/>
              </a:stretch>
            </p:blipFill>
            <p:spPr bwMode="auto">
              <a:xfrm>
                <a:off x="2114746" y="5379493"/>
                <a:ext cx="424817" cy="318422"/>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5" name="TextBox 34">
            <a:extLst>
              <a:ext uri="{FF2B5EF4-FFF2-40B4-BE49-F238E27FC236}">
                <a16:creationId xmlns:a16="http://schemas.microsoft.com/office/drawing/2014/main" id="{2DE7C15E-48B9-AAF9-63DB-F5CB0DF41786}"/>
              </a:ext>
            </a:extLst>
          </p:cNvPr>
          <p:cNvSpPr txBox="1"/>
          <p:nvPr/>
        </p:nvSpPr>
        <p:spPr>
          <a:xfrm>
            <a:off x="469543" y="2645107"/>
            <a:ext cx="1572442" cy="80534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i="0" u="none" strike="noStrike" kern="1200" cap="none" spc="0" normalizeH="0" baseline="0" noProof="0" dirty="0">
                <a:ln>
                  <a:noFill/>
                </a:ln>
                <a:solidFill>
                  <a:schemeClr val="bg1"/>
                </a:solidFill>
                <a:effectLst/>
                <a:uLnTx/>
                <a:uFillTx/>
                <a:latin typeface="+mj-lt"/>
              </a:rPr>
              <a:t>Développement d'IA avec ZTK</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bg1"/>
                </a:solidFill>
                <a:effectLst/>
                <a:uLnTx/>
                <a:uFillTx/>
                <a:latin typeface="HP Forma DJR Office" pitchFamily="2" charset="0"/>
              </a:rPr>
              <a:t>Extension VS Code</a:t>
            </a:r>
            <a:r>
              <a:rPr lang="en-US" sz="1200" dirty="0">
                <a:solidFill>
                  <a:schemeClr val="bg1"/>
                </a:solidFill>
                <a:latin typeface="HP Forma DJR Office" pitchFamily="2" charset="0"/>
              </a:rPr>
              <a:t/>
            </a:r>
            <a:r>
              <a:rPr kumimoji="0" lang="en-US" sz="1200" b="0" i="0" u="none" strike="noStrike" kern="1200" cap="none" spc="0" normalizeH="0" baseline="0" noProof="0" dirty="0" err="1">
                <a:ln>
                  <a:noFill/>
                </a:ln>
                <a:solidFill>
                  <a:schemeClr val="bg1"/>
                </a:solidFill>
                <a:effectLst/>
                <a:uLnTx/>
                <a:uFillTx/>
                <a:latin typeface="HP Forma DJR Office" pitchFamily="2" charset="0"/>
              </a:rPr>
              <a:t/>
            </a:r>
            <a:endParaRPr kumimoji="0" lang="en-US" sz="1600" b="0" i="0" u="none" strike="noStrike" kern="1200" cap="none" spc="0" normalizeH="0" baseline="0" noProof="0" dirty="0">
              <a:ln>
                <a:noFill/>
              </a:ln>
              <a:solidFill>
                <a:schemeClr val="bg1"/>
              </a:solidFill>
              <a:effectLst/>
              <a:uLnTx/>
              <a:uFillTx/>
              <a:latin typeface="HP Forma DJR Office" pitchFamily="2" charset="0"/>
            </a:endParaRPr>
          </a:p>
        </p:txBody>
      </p:sp>
      <p:pic>
        <p:nvPicPr>
          <p:cNvPr id="36" name="Picture 35">
            <a:extLst>
              <a:ext uri="{FF2B5EF4-FFF2-40B4-BE49-F238E27FC236}">
                <a16:creationId xmlns:a16="http://schemas.microsoft.com/office/drawing/2014/main" id="{2C3ADDF8-A40C-EB36-9396-467A5F23A48E}"/>
              </a:ext>
            </a:extLst>
          </p:cNvPr>
          <p:cNvPicPr>
            <a:picLocks noChangeAspect="1"/>
          </p:cNvPicPr>
          <p:nvPr/>
        </p:nvPicPr>
        <p:blipFill>
          <a:blip r:embed="rId4"/>
          <a:stretch>
            <a:fillRect/>
          </a:stretch>
        </p:blipFill>
        <p:spPr>
          <a:xfrm>
            <a:off x="2868172" y="2726400"/>
            <a:ext cx="314891" cy="314891"/>
          </a:xfrm>
          <a:prstGeom prst="rect">
            <a:avLst/>
          </a:prstGeom>
        </p:spPr>
      </p:pic>
      <p:sp>
        <p:nvSpPr>
          <p:cNvPr id="37" name="TextBox 36">
            <a:extLst>
              <a:ext uri="{FF2B5EF4-FFF2-40B4-BE49-F238E27FC236}">
                <a16:creationId xmlns:a16="http://schemas.microsoft.com/office/drawing/2014/main" id="{FD4CACAF-7404-65A2-C2D8-493163285D41}"/>
              </a:ext>
            </a:extLst>
          </p:cNvPr>
          <p:cNvSpPr txBox="1"/>
          <p:nvPr/>
        </p:nvSpPr>
        <p:spPr>
          <a:xfrm>
            <a:off x="527678" y="3787576"/>
            <a:ext cx="2964873" cy="18466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bg1"/>
                </a:solidFill>
                <a:effectLst/>
                <a:uLnTx/>
                <a:uFillTx/>
                <a:latin typeface="HP Forma DJR Office" pitchFamily="2" charset="0"/>
              </a:rPr>
              <a:t>Conçu pour la confidentialité. Vos données restent locales.</a:t>
            </a:r>
          </a:p>
        </p:txBody>
      </p:sp>
      <p:pic>
        <p:nvPicPr>
          <p:cNvPr id="38" name="Graphic 37" descr="Lock with solid fill">
            <a:extLst>
              <a:ext uri="{FF2B5EF4-FFF2-40B4-BE49-F238E27FC236}">
                <a16:creationId xmlns:a16="http://schemas.microsoft.com/office/drawing/2014/main" id="{FDE640D6-4936-64E5-B749-394FF6F1653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7134" y="3750471"/>
            <a:ext cx="221771" cy="221771"/>
          </a:xfrm>
          <a:prstGeom prst="rect">
            <a:avLst/>
          </a:prstGeom>
        </p:spPr>
      </p:pic>
      <p:sp>
        <p:nvSpPr>
          <p:cNvPr id="39" name="Rectangle 38">
            <a:extLst>
              <a:ext uri="{FF2B5EF4-FFF2-40B4-BE49-F238E27FC236}">
                <a16:creationId xmlns:a16="http://schemas.microsoft.com/office/drawing/2014/main" id="{90208610-02EB-8673-49D4-09800385E57F}"/>
              </a:ext>
            </a:extLst>
          </p:cNvPr>
          <p:cNvSpPr/>
          <p:nvPr/>
        </p:nvSpPr>
        <p:spPr bwMode="ltGray">
          <a:xfrm>
            <a:off x="4755761" y="1227291"/>
            <a:ext cx="2334491" cy="3994728"/>
          </a:xfrm>
          <a:prstGeom prst="rect">
            <a:avLst/>
          </a:prstGeom>
          <a:solidFill>
            <a:schemeClr val="accent3"/>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sp>
        <p:nvSpPr>
          <p:cNvPr id="40" name="Rectangle 39">
            <a:extLst>
              <a:ext uri="{FF2B5EF4-FFF2-40B4-BE49-F238E27FC236}">
                <a16:creationId xmlns:a16="http://schemas.microsoft.com/office/drawing/2014/main" id="{CFB05AAC-9FB8-CDAD-A605-4215393AA574}"/>
              </a:ext>
            </a:extLst>
          </p:cNvPr>
          <p:cNvSpPr/>
          <p:nvPr/>
        </p:nvSpPr>
        <p:spPr bwMode="ltGray">
          <a:xfrm>
            <a:off x="8368045" y="831955"/>
            <a:ext cx="3311236" cy="1324687"/>
          </a:xfrm>
          <a:prstGeom prst="rect">
            <a:avLst/>
          </a:prstGeom>
          <a:solidFill>
            <a:schemeClr val="accent3"/>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cxnSp>
        <p:nvCxnSpPr>
          <p:cNvPr id="41" name="Straight Connector 40">
            <a:extLst>
              <a:ext uri="{FF2B5EF4-FFF2-40B4-BE49-F238E27FC236}">
                <a16:creationId xmlns:a16="http://schemas.microsoft.com/office/drawing/2014/main" id="{DB488B25-52E9-598E-9600-D28260CAB905}"/>
              </a:ext>
            </a:extLst>
          </p:cNvPr>
          <p:cNvCxnSpPr>
            <a:cxnSpLocks/>
            <a:stCxn id="12" idx="3"/>
            <a:endCxn id="39" idx="1"/>
          </p:cNvCxnSpPr>
          <p:nvPr/>
        </p:nvCxnSpPr>
        <p:spPr bwMode="black">
          <a:xfrm flipV="1">
            <a:off x="3630368" y="3224655"/>
            <a:ext cx="1125393" cy="1689"/>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09FA66E-6563-DEB8-0377-85C7DD35E51A}"/>
              </a:ext>
            </a:extLst>
          </p:cNvPr>
          <p:cNvCxnSpPr>
            <a:cxnSpLocks/>
            <a:stCxn id="39" idx="3"/>
            <a:endCxn id="43" idx="1"/>
          </p:cNvCxnSpPr>
          <p:nvPr/>
        </p:nvCxnSpPr>
        <p:spPr bwMode="black">
          <a:xfrm>
            <a:off x="7090252" y="3224655"/>
            <a:ext cx="1265092"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EF23F712-2736-0B83-47D0-3502B2D920DA}"/>
              </a:ext>
            </a:extLst>
          </p:cNvPr>
          <p:cNvSpPr/>
          <p:nvPr/>
        </p:nvSpPr>
        <p:spPr bwMode="ltGray">
          <a:xfrm>
            <a:off x="8355344" y="2562311"/>
            <a:ext cx="3311236" cy="1324687"/>
          </a:xfrm>
          <a:prstGeom prst="rect">
            <a:avLst/>
          </a:prstGeom>
          <a:solidFill>
            <a:schemeClr val="accent3"/>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sp>
        <p:nvSpPr>
          <p:cNvPr id="44" name="Rectangle 43">
            <a:extLst>
              <a:ext uri="{FF2B5EF4-FFF2-40B4-BE49-F238E27FC236}">
                <a16:creationId xmlns:a16="http://schemas.microsoft.com/office/drawing/2014/main" id="{B5F8CCD7-1910-4554-6C11-A3EF147D791D}"/>
              </a:ext>
            </a:extLst>
          </p:cNvPr>
          <p:cNvSpPr/>
          <p:nvPr/>
        </p:nvSpPr>
        <p:spPr bwMode="ltGray">
          <a:xfrm>
            <a:off x="8368045" y="4292667"/>
            <a:ext cx="3311236" cy="1324687"/>
          </a:xfrm>
          <a:prstGeom prst="rect">
            <a:avLst/>
          </a:prstGeom>
          <a:solidFill>
            <a:schemeClr val="accent3"/>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cxnSp>
        <p:nvCxnSpPr>
          <p:cNvPr id="45" name="Connector: Elbow 28">
            <a:extLst>
              <a:ext uri="{FF2B5EF4-FFF2-40B4-BE49-F238E27FC236}">
                <a16:creationId xmlns:a16="http://schemas.microsoft.com/office/drawing/2014/main" id="{CA4E59F1-F2AD-38A6-C74C-781C9FCA8014}"/>
              </a:ext>
            </a:extLst>
          </p:cNvPr>
          <p:cNvCxnSpPr>
            <a:stCxn id="40" idx="1"/>
            <a:endCxn id="44" idx="1"/>
          </p:cNvCxnSpPr>
          <p:nvPr/>
        </p:nvCxnSpPr>
        <p:spPr bwMode="black">
          <a:xfrm rot="10800000" flipV="1">
            <a:off x="8368045" y="1494299"/>
            <a:ext cx="12700" cy="3460712"/>
          </a:xfrm>
          <a:prstGeom prst="bentConnector3">
            <a:avLst>
              <a:gd name="adj1" fmla="val 4745449"/>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3BA99B6B-A1FA-3BE3-3D41-BB8578BFE271}"/>
              </a:ext>
            </a:extLst>
          </p:cNvPr>
          <p:cNvSpPr txBox="1"/>
          <p:nvPr/>
        </p:nvSpPr>
        <p:spPr>
          <a:xfrm>
            <a:off x="5007314" y="2301933"/>
            <a:ext cx="1793515" cy="303672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400" i="0" u="none" strike="noStrike" kern="1200" cap="none" spc="0" normalizeH="0" baseline="0" noProof="0" dirty="0">
                <a:ln>
                  <a:noFill/>
                </a:ln>
                <a:solidFill>
                  <a:schemeClr val="bg1"/>
                </a:solidFill>
                <a:effectLst/>
                <a:uLnTx/>
                <a:uFillTx/>
                <a:latin typeface="+mj-lt"/>
              </a:rPr>
              <a:t>Découverte des appareils</a:t>
            </a:r>
            <a:br>
              <a:rPr kumimoji="0" lang="en-US" sz="1400" b="1" i="0" u="none" strike="noStrike" kern="1200" cap="none" spc="0" normalizeH="0" baseline="0" noProof="0" dirty="0">
                <a:ln>
                  <a:noFill/>
                </a:ln>
                <a:solidFill>
                  <a:schemeClr val="bg1"/>
                </a:solidFill>
                <a:effectLst/>
                <a:uLnTx/>
                <a:uFillTx/>
                <a:latin typeface="HP Forma DJR Office" pitchFamily="2" charset="0"/>
              </a:rPr>
            </a:br>
            <a:r>
              <a:rPr kumimoji="0" lang="en-US" sz="1200" i="0" u="none" strike="noStrike" kern="1200" cap="none" spc="0" normalizeH="0" baseline="0" noProof="0" dirty="0">
                <a:ln>
                  <a:noFill/>
                </a:ln>
                <a:solidFill>
                  <a:schemeClr val="bg1"/>
                </a:solidFill>
                <a:effectLst/>
                <a:uLnTx/>
                <a:uFillTx/>
                <a:latin typeface="HP Forma DJR Office" pitchFamily="2" charset="0"/>
              </a:rPr>
              <a:t/>
            </a:r>
            <a:endParaRPr kumimoji="0" lang="en-US" sz="1400" b="1" i="0" u="none" strike="noStrike" kern="1200" cap="none" spc="0" normalizeH="0" baseline="0" noProof="0" dirty="0">
              <a:ln>
                <a:noFill/>
              </a:ln>
              <a:solidFill>
                <a:schemeClr val="bg1"/>
              </a:solidFill>
              <a:effectLst/>
              <a:uLnTx/>
              <a:uFillTx/>
              <a:latin typeface="HP Forma DJR Office" pitchFamily="2" charset="0"/>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400" i="0" u="none" strike="noStrike" kern="1200" cap="none" spc="0" normalizeH="0" baseline="0" noProof="0" dirty="0">
                <a:ln>
                  <a:noFill/>
                </a:ln>
                <a:solidFill>
                  <a:schemeClr val="bg1"/>
                </a:solidFill>
                <a:effectLst/>
                <a:uLnTx/>
                <a:uFillTx/>
                <a:latin typeface="+mj-lt"/>
              </a:rPr>
              <a:t>Trouvez les ZGX sur le réseau</a:t>
            </a:r>
            <a:r>
              <a:rPr lang="en-US" sz="1400" dirty="0">
                <a:solidFill>
                  <a:schemeClr val="bg1"/>
                </a:solidFill>
                <a:latin typeface="+mj-lt"/>
              </a:rPr>
              <a:t/>
            </a:r>
            <a:r>
              <a:rPr kumimoji="0" lang="en-US" sz="1400" i="0" u="none" strike="noStrike" kern="1200" cap="none" spc="0" normalizeH="0" baseline="0" noProof="0" dirty="0">
                <a:ln>
                  <a:noFill/>
                </a:ln>
                <a:solidFill>
                  <a:schemeClr val="bg1"/>
                </a:solidFill>
                <a:effectLst/>
                <a:uLnTx/>
                <a:uFillTx/>
                <a:latin typeface="+mj-lt"/>
              </a:rPr>
              <a:t/>
            </a:r>
            <a:br>
              <a:rPr kumimoji="0" lang="en-US" sz="1400" b="1" i="0" u="none" strike="noStrike" kern="1200" cap="none" spc="0" normalizeH="0" baseline="0" noProof="0" dirty="0">
                <a:ln>
                  <a:noFill/>
                </a:ln>
                <a:solidFill>
                  <a:schemeClr val="bg1"/>
                </a:solidFill>
                <a:effectLst/>
                <a:uLnTx/>
                <a:uFillTx/>
                <a:latin typeface="HP Forma DJR Office" pitchFamily="2" charset="0"/>
              </a:rPr>
            </a:br>
            <a:r>
              <a:rPr kumimoji="0" lang="en-US" sz="1200" b="0" i="0" u="none" strike="noStrike" kern="1200" cap="none" spc="0" normalizeH="0" baseline="0" noProof="0" dirty="0">
                <a:ln>
                  <a:noFill/>
                </a:ln>
                <a:solidFill>
                  <a:schemeClr val="bg1"/>
                </a:solidFill>
                <a:effectLst/>
                <a:uLnTx/>
                <a:uFillTx/>
                <a:latin typeface="HP Forma DJR Office" pitchFamily="2" charset="0"/>
              </a:rPr>
              <a:t/>
            </a:r>
            <a:br>
              <a:rPr kumimoji="0" lang="en-US" sz="1200" b="0" i="0" u="none" strike="noStrike" kern="1200" cap="none" spc="0" normalizeH="0" baseline="0" noProof="0" dirty="0">
                <a:ln>
                  <a:noFill/>
                </a:ln>
                <a:solidFill>
                  <a:schemeClr val="bg1"/>
                </a:solidFill>
                <a:effectLst/>
                <a:uLnTx/>
                <a:uFillTx/>
                <a:latin typeface="HP Forma DJR Office" pitchFamily="2" charset="0"/>
              </a:rPr>
            </a:br>
            <a:br>
              <a:rPr kumimoji="0" lang="en-US" sz="1200" b="0" i="0" u="none" strike="noStrike" kern="1200" cap="none" spc="0" normalizeH="0" baseline="0" noProof="0" dirty="0">
                <a:ln>
                  <a:noFill/>
                </a:ln>
                <a:solidFill>
                  <a:schemeClr val="bg1"/>
                </a:solidFill>
                <a:effectLst/>
                <a:uLnTx/>
                <a:uFillTx/>
                <a:latin typeface="HP Forma DJR Office" pitchFamily="2" charset="0"/>
              </a:rPr>
            </a:br>
            <a:r>
              <a:rPr kumimoji="0" lang="en-US" sz="1400" i="0" u="none" strike="noStrike" kern="1200" cap="none" spc="0" normalizeH="0" baseline="0" noProof="0" dirty="0">
                <a:ln>
                  <a:noFill/>
                </a:ln>
                <a:solidFill>
                  <a:schemeClr val="bg1"/>
                </a:solidFill>
                <a:effectLst/>
                <a:uLnTx/>
                <a:uFillTx/>
                <a:latin typeface="+mj-lt"/>
              </a:rPr>
              <a:t/>
            </a:r>
            <a:br>
              <a:rPr kumimoji="0" lang="en-US" sz="1400" b="1" i="0" u="none" strike="noStrike" kern="1200" cap="none" spc="0" normalizeH="0" baseline="0" noProof="0" dirty="0">
                <a:ln>
                  <a:noFill/>
                </a:ln>
                <a:solidFill>
                  <a:schemeClr val="bg1"/>
                </a:solidFill>
                <a:effectLst/>
                <a:uLnTx/>
                <a:uFillTx/>
                <a:latin typeface="HP Forma DJR Office" pitchFamily="2" charset="0"/>
              </a:rPr>
            </a:br>
            <a:r>
              <a:rPr kumimoji="0" lang="en-US" sz="1200" b="0" i="0" u="none" strike="noStrike" kern="1200" cap="none" spc="0" normalizeH="0" baseline="0" noProof="0" dirty="0">
                <a:ln>
                  <a:noFill/>
                </a:ln>
                <a:solidFill>
                  <a:schemeClr val="bg1"/>
                </a:solidFill>
                <a:effectLst/>
                <a:uLnTx/>
                <a:uFillTx/>
                <a:latin typeface="HP Forma DJR Office" pitchFamily="2" charset="0"/>
              </a:rPr>
              <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400" i="0" u="none" strike="noStrike" kern="1200" cap="none" spc="0" normalizeH="0" baseline="0" noProof="0" dirty="0">
                <a:ln>
                  <a:noFill/>
                </a:ln>
                <a:solidFill>
                  <a:schemeClr val="bg1"/>
                </a:solidFill>
                <a:effectLst/>
                <a:uLnTx/>
                <a:uFillTx/>
                <a:latin typeface="+mj-lt"/>
              </a:rPr>
              <a:t>Appariement des appareils</a:t>
            </a:r>
            <a:r>
              <a:rPr lang="en-US" sz="1400" dirty="0">
                <a:solidFill>
                  <a:schemeClr val="bg1"/>
                </a:solidFill>
                <a:latin typeface="+mj-lt"/>
              </a:rPr>
              <a:t/>
            </a:r>
            <a:r>
              <a:rPr kumimoji="0" lang="en-US" sz="1400" i="0" u="none" strike="noStrike" kern="1200" cap="none" spc="0" normalizeH="0" baseline="0" noProof="0" dirty="0" err="1">
                <a:ln>
                  <a:noFill/>
                </a:ln>
                <a:solidFill>
                  <a:schemeClr val="bg1"/>
                </a:solidFill>
                <a:effectLst/>
                <a:uLnTx/>
                <a:uFillTx/>
                <a:latin typeface="+mj-lt"/>
              </a:rPr>
              <a:t/>
            </a:r>
            <a:br>
              <a:rPr kumimoji="0" lang="en-US" sz="1400" b="1" i="0" u="none" strike="noStrike" kern="1200" cap="none" spc="0" normalizeH="0" baseline="0" noProof="0" dirty="0">
                <a:ln>
                  <a:noFill/>
                </a:ln>
                <a:solidFill>
                  <a:schemeClr val="bg1"/>
                </a:solidFill>
                <a:effectLst/>
                <a:uLnTx/>
                <a:uFillTx/>
                <a:latin typeface="HP Forma DJR Office" pitchFamily="2" charset="0"/>
              </a:rPr>
            </a:br>
            <a:r>
              <a:rPr kumimoji="0" lang="en-US" sz="1200" b="0" i="0" u="none" strike="noStrike" kern="1200" cap="none" spc="0" normalizeH="0" baseline="0" noProof="0" dirty="0">
                <a:ln>
                  <a:noFill/>
                </a:ln>
                <a:solidFill>
                  <a:schemeClr val="bg1"/>
                </a:solidFill>
                <a:effectLst/>
                <a:uLnTx/>
                <a:uFillTx/>
                <a:latin typeface="HP Forma DJR Office" pitchFamily="2" charset="0"/>
              </a:rPr>
              <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schemeClr val="bg1"/>
              </a:solidFill>
              <a:effectLst/>
              <a:uLnTx/>
              <a:uFillTx/>
              <a:latin typeface="HP Forma DJR Office" pitchFamily="2" charset="0"/>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schemeClr val="bg1"/>
              </a:solidFill>
              <a:effectLst/>
              <a:uLnTx/>
              <a:uFillTx/>
              <a:latin typeface="HP Forma DJR Office" pitchFamily="2" charset="0"/>
            </a:endParaRPr>
          </a:p>
        </p:txBody>
      </p:sp>
      <p:sp>
        <p:nvSpPr>
          <p:cNvPr id="47" name="TextBox 46">
            <a:extLst>
              <a:ext uri="{FF2B5EF4-FFF2-40B4-BE49-F238E27FC236}">
                <a16:creationId xmlns:a16="http://schemas.microsoft.com/office/drawing/2014/main" id="{316E96CA-807E-381B-74D3-DBD0770CD453}"/>
              </a:ext>
            </a:extLst>
          </p:cNvPr>
          <p:cNvSpPr txBox="1"/>
          <p:nvPr/>
        </p:nvSpPr>
        <p:spPr>
          <a:xfrm>
            <a:off x="5007314" y="1620418"/>
            <a:ext cx="1992747" cy="492443"/>
          </a:xfrm>
          <a:prstGeom prst="rect">
            <a:avLst/>
          </a:prstGeom>
          <a:noFill/>
        </p:spPr>
        <p:txBody>
          <a:bodyPr wrap="square" lIns="0" tIns="0" rIns="0" bIns="0" rtlCol="0">
            <a:spAutoFit/>
          </a:bodyPr>
          <a:lstStyle/>
          <a:p>
            <a:pPr marL="0" marR="0" lvl="0" indent="0"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i="0" u="none" strike="noStrike" kern="1200" cap="none" spc="0" normalizeH="0" baseline="0" noProof="0" dirty="0">
                <a:ln>
                  <a:noFill/>
                </a:ln>
                <a:solidFill>
                  <a:schemeClr val="bg1"/>
                </a:solidFill>
                <a:effectLst/>
                <a:uLnTx/>
                <a:uFillTx/>
                <a:latin typeface="+mj-lt"/>
              </a:rPr>
              <a:t>Tout ce dont vous avez besoin, intégré nativement.</a:t>
            </a:r>
          </a:p>
        </p:txBody>
      </p:sp>
      <p:pic>
        <p:nvPicPr>
          <p:cNvPr id="48" name="Graphic 47" descr="Money outline">
            <a:extLst>
              <a:ext uri="{FF2B5EF4-FFF2-40B4-BE49-F238E27FC236}">
                <a16:creationId xmlns:a16="http://schemas.microsoft.com/office/drawing/2014/main" id="{7E3B359E-59C0-A650-93DB-6509E237D47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571345" y="1059038"/>
            <a:ext cx="705424" cy="705424"/>
          </a:xfrm>
          <a:prstGeom prst="rect">
            <a:avLst/>
          </a:prstGeom>
        </p:spPr>
      </p:pic>
      <p:pic>
        <p:nvPicPr>
          <p:cNvPr id="49" name="Graphic 48" descr="Programmer male outline">
            <a:extLst>
              <a:ext uri="{FF2B5EF4-FFF2-40B4-BE49-F238E27FC236}">
                <a16:creationId xmlns:a16="http://schemas.microsoft.com/office/drawing/2014/main" id="{E23505A7-ABE8-1CD5-2415-E5D34774005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77216" y="2819479"/>
            <a:ext cx="729668" cy="729668"/>
          </a:xfrm>
          <a:prstGeom prst="rect">
            <a:avLst/>
          </a:prstGeom>
        </p:spPr>
      </p:pic>
      <p:pic>
        <p:nvPicPr>
          <p:cNvPr id="50" name="Graphic 49" descr="Rocket outline">
            <a:extLst>
              <a:ext uri="{FF2B5EF4-FFF2-40B4-BE49-F238E27FC236}">
                <a16:creationId xmlns:a16="http://schemas.microsoft.com/office/drawing/2014/main" id="{EE2BC24D-DF58-6F1E-9F2A-3625FC79856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541557" y="4634468"/>
            <a:ext cx="641083" cy="641083"/>
          </a:xfrm>
          <a:prstGeom prst="rect">
            <a:avLst/>
          </a:prstGeom>
        </p:spPr>
      </p:pic>
      <p:sp>
        <p:nvSpPr>
          <p:cNvPr id="51" name="TextBox 50">
            <a:extLst>
              <a:ext uri="{FF2B5EF4-FFF2-40B4-BE49-F238E27FC236}">
                <a16:creationId xmlns:a16="http://schemas.microsoft.com/office/drawing/2014/main" id="{4A739FEB-6C58-4B8D-09C4-46878475744F}"/>
              </a:ext>
            </a:extLst>
          </p:cNvPr>
          <p:cNvSpPr txBox="1"/>
          <p:nvPr/>
        </p:nvSpPr>
        <p:spPr>
          <a:xfrm>
            <a:off x="9404924" y="1059038"/>
            <a:ext cx="1917699" cy="120032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i="0" u="none" strike="noStrike" kern="1200" cap="none" spc="0" normalizeH="0" baseline="0" noProof="0" dirty="0">
                <a:ln>
                  <a:noFill/>
                </a:ln>
                <a:solidFill>
                  <a:schemeClr val="bg1"/>
                </a:solidFill>
                <a:effectLst/>
                <a:uLnTx/>
                <a:uFillTx/>
                <a:latin typeface="+mj-lt"/>
              </a:rPr>
              <a:t>Aucun coût par jeton
Exécutez les modèles localement.
Pas de frais par requête ni basés sur l'utilisation.</a:t>
            </a:r>
            <a:r>
              <a:rPr lang="en-US" sz="1600" dirty="0">
                <a:solidFill>
                  <a:schemeClr val="bg1"/>
                </a:solidFill>
                <a:latin typeface="+mj-lt"/>
              </a:rPr>
              <a:t/>
            </a:r>
            <a:r>
              <a:rPr kumimoji="0" lang="en-US" sz="1600" i="0" u="none" strike="noStrike" kern="1200" cap="none" spc="0" normalizeH="0" baseline="0" noProof="0" dirty="0" err="1">
                <a:ln>
                  <a:noFill/>
                </a:ln>
                <a:solidFill>
                  <a:schemeClr val="bg1"/>
                </a:solidFill>
                <a:effectLst/>
                <a:uLnTx/>
                <a:uFillTx/>
                <a:latin typeface="+mj-lt"/>
              </a:rPr>
              <a:t/>
            </a:r>
            <a:br>
              <a:rPr kumimoji="0" lang="en-US" sz="1200" b="1" i="0" u="none" strike="noStrike" kern="1200" cap="none" spc="0" normalizeH="0" baseline="0" noProof="0" dirty="0">
                <a:ln>
                  <a:noFill/>
                </a:ln>
                <a:solidFill>
                  <a:schemeClr val="bg1"/>
                </a:solidFill>
                <a:effectLst/>
                <a:uLnTx/>
                <a:uFillTx/>
                <a:latin typeface="HP Forma DJR Office" pitchFamily="2" charset="0"/>
              </a:rPr>
            </a:br>
            <a:r>
              <a:rPr kumimoji="0" lang="en-US" sz="1200" b="0" i="0" u="none" strike="noStrike" kern="1200" cap="none" spc="0" normalizeH="0" baseline="0" noProof="0" dirty="0">
                <a:ln>
                  <a:noFill/>
                </a:ln>
                <a:solidFill>
                  <a:schemeClr val="bg1"/>
                </a:solidFill>
                <a:effectLst/>
                <a:uLnTx/>
                <a:uFillTx/>
                <a:latin typeface="HP Forma DJR Office" pitchFamily="2" charset="0"/>
              </a:rPr>
              <a:t/>
            </a:r>
            <a:br>
              <a:rPr kumimoji="0" lang="en-US" sz="1200" b="0" i="0" u="none" strike="noStrike" kern="1200" cap="none" spc="0" normalizeH="0" baseline="0" noProof="0" dirty="0">
                <a:ln>
                  <a:noFill/>
                </a:ln>
                <a:solidFill>
                  <a:schemeClr val="bg1"/>
                </a:solidFill>
                <a:effectLst/>
                <a:uLnTx/>
                <a:uFillTx/>
                <a:latin typeface="HP Forma DJR Office" pitchFamily="2" charset="0"/>
              </a:rPr>
            </a:br>
            <a:r>
              <a:rPr kumimoji="0" lang="en-US" sz="1200" b="0" i="0" u="none" strike="noStrike" kern="1200" cap="none" spc="0" normalizeH="0" baseline="0" noProof="0" dirty="0">
                <a:ln>
                  <a:noFill/>
                </a:ln>
                <a:solidFill>
                  <a:schemeClr val="bg1"/>
                </a:solidFill>
                <a:effectLst/>
                <a:uLnTx/>
                <a:uFillTx/>
                <a:latin typeface="HP Forma DJR Office" pitchFamily="2" charset="0"/>
              </a:rPr>
              <a:t/>
            </a:r>
            <a:br>
              <a:rPr kumimoji="0" lang="en-US" sz="1200" b="1" i="0" u="none" strike="noStrike" kern="1200" cap="none" spc="0" normalizeH="0" baseline="0" noProof="0" dirty="0">
                <a:ln>
                  <a:noFill/>
                </a:ln>
                <a:solidFill>
                  <a:schemeClr val="bg1"/>
                </a:solidFill>
                <a:effectLst/>
                <a:uLnTx/>
                <a:uFillTx/>
                <a:latin typeface="HP Forma DJR Office" pitchFamily="2" charset="0"/>
              </a:rPr>
            </a:br>
            <a:br>
              <a:rPr kumimoji="0" lang="en-US" sz="1300" b="1" i="0" u="none" strike="noStrike" kern="1200" cap="none" spc="0" normalizeH="0" baseline="0" noProof="0" dirty="0">
                <a:ln>
                  <a:noFill/>
                </a:ln>
                <a:solidFill>
                  <a:schemeClr val="bg1"/>
                </a:solidFill>
                <a:effectLst/>
                <a:uLnTx/>
                <a:uFillTx/>
                <a:latin typeface="HP Forma DJR Office" pitchFamily="2" charset="0"/>
              </a:rPr>
            </a:br>
            <a:endParaRPr kumimoji="0" lang="en-US" sz="1300" b="1" i="0" u="none" strike="noStrike" kern="1200" cap="none" spc="0" normalizeH="0" baseline="0" noProof="0" dirty="0">
              <a:ln>
                <a:noFill/>
              </a:ln>
              <a:solidFill>
                <a:schemeClr val="bg1"/>
              </a:solidFill>
              <a:effectLst/>
              <a:uLnTx/>
              <a:uFillTx/>
              <a:latin typeface="HP Forma DJR Office" pitchFamily="2" charset="0"/>
            </a:endParaRPr>
          </a:p>
        </p:txBody>
      </p:sp>
      <p:sp>
        <p:nvSpPr>
          <p:cNvPr id="52" name="TextBox 51">
            <a:extLst>
              <a:ext uri="{FF2B5EF4-FFF2-40B4-BE49-F238E27FC236}">
                <a16:creationId xmlns:a16="http://schemas.microsoft.com/office/drawing/2014/main" id="{60E1ACC6-7C56-31D6-24AC-231B44D3E41B}"/>
              </a:ext>
            </a:extLst>
          </p:cNvPr>
          <p:cNvSpPr txBox="1"/>
          <p:nvPr/>
        </p:nvSpPr>
        <p:spPr>
          <a:xfrm>
            <a:off x="9351136" y="2913952"/>
            <a:ext cx="2157744" cy="101566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i="0" u="none" strike="noStrike" kern="1200" cap="none" spc="0" normalizeH="0" baseline="0" noProof="0" dirty="0">
                <a:ln>
                  <a:noFill/>
                </a:ln>
                <a:solidFill>
                  <a:schemeClr val="bg1"/>
                </a:solidFill>
                <a:effectLst/>
                <a:uLnTx/>
                <a:uFillTx/>
                <a:latin typeface="+mj-lt"/>
              </a:rPr>
              <a:t>Productivité des développeurs
Pile technique préconfigurée pour construire et itérer rapidement.</a:t>
            </a:r>
            <a:r>
              <a:rPr lang="en-US" sz="1600" dirty="0">
                <a:solidFill>
                  <a:schemeClr val="bg1"/>
                </a:solidFill>
                <a:latin typeface="+mj-lt"/>
              </a:rPr>
              <a:t/>
            </a:r>
            <a:r>
              <a:rPr kumimoji="0" lang="en-US" sz="1600" i="0" u="none" strike="noStrike" kern="1200" cap="none" spc="0" normalizeH="0" baseline="0" noProof="0" dirty="0" err="1">
                <a:ln>
                  <a:noFill/>
                </a:ln>
                <a:solidFill>
                  <a:schemeClr val="bg1"/>
                </a:solidFill>
                <a:effectLst/>
                <a:uLnTx/>
                <a:uFillTx/>
                <a:latin typeface="+mj-lt"/>
              </a:rPr>
              <a:t/>
            </a:r>
            <a:br>
              <a:rPr kumimoji="0" lang="en-US" sz="1200" b="1" i="0" u="none" strike="noStrike" kern="1200" cap="none" spc="0" normalizeH="0" baseline="0" noProof="0" dirty="0">
                <a:ln>
                  <a:noFill/>
                </a:ln>
                <a:solidFill>
                  <a:schemeClr val="bg1"/>
                </a:solidFill>
                <a:effectLst/>
                <a:uLnTx/>
                <a:uFillTx/>
                <a:latin typeface="HP Forma DJR Office" pitchFamily="2" charset="0"/>
              </a:rPr>
            </a:br>
            <a:r>
              <a:rPr kumimoji="0" lang="en-US" sz="1200" b="0" i="0" u="none" strike="noStrike" kern="1200" cap="none" spc="0" normalizeH="0" baseline="0" noProof="0" dirty="0">
                <a:ln>
                  <a:noFill/>
                </a:ln>
                <a:solidFill>
                  <a:schemeClr val="bg1"/>
                </a:solidFill>
                <a:effectLst/>
                <a:uLnTx/>
                <a:uFillTx/>
                <a:latin typeface="HP Forma DJR Office" pitchFamily="2" charset="0"/>
              </a:rPr>
              <a:t/>
            </a:r>
            <a:br>
              <a:rPr kumimoji="0" lang="en-US" sz="1200" b="1" i="0" u="none" strike="noStrike" kern="1200" cap="none" spc="0" normalizeH="0" baseline="0" noProof="0" dirty="0">
                <a:ln>
                  <a:noFill/>
                </a:ln>
                <a:solidFill>
                  <a:schemeClr val="bg1"/>
                </a:solidFill>
                <a:effectLst/>
                <a:uLnTx/>
                <a:uFillTx/>
                <a:latin typeface="HP Forma DJR Office" pitchFamily="2" charset="0"/>
              </a:rPr>
            </a:br>
            <a:br>
              <a:rPr kumimoji="0" lang="en-US" sz="1300" b="1" i="0" u="none" strike="noStrike" kern="1200" cap="none" spc="0" normalizeH="0" baseline="0" noProof="0" dirty="0">
                <a:ln>
                  <a:noFill/>
                </a:ln>
                <a:solidFill>
                  <a:schemeClr val="bg1"/>
                </a:solidFill>
                <a:effectLst/>
                <a:uLnTx/>
                <a:uFillTx/>
                <a:latin typeface="HP Forma DJR Office" pitchFamily="2" charset="0"/>
              </a:rPr>
            </a:br>
            <a:endParaRPr kumimoji="0" lang="en-US" sz="1300" b="1" i="0" u="none" strike="noStrike" kern="1200" cap="none" spc="0" normalizeH="0" baseline="0" noProof="0" dirty="0">
              <a:ln>
                <a:noFill/>
              </a:ln>
              <a:solidFill>
                <a:schemeClr val="bg1"/>
              </a:solidFill>
              <a:effectLst/>
              <a:uLnTx/>
              <a:uFillTx/>
              <a:latin typeface="HP Forma DJR Office" pitchFamily="2" charset="0"/>
            </a:endParaRPr>
          </a:p>
        </p:txBody>
      </p:sp>
      <p:sp>
        <p:nvSpPr>
          <p:cNvPr id="53" name="TextBox 52">
            <a:extLst>
              <a:ext uri="{FF2B5EF4-FFF2-40B4-BE49-F238E27FC236}">
                <a16:creationId xmlns:a16="http://schemas.microsoft.com/office/drawing/2014/main" id="{A61FF0EF-FDA1-602A-4342-76B0A4A3445C}"/>
              </a:ext>
            </a:extLst>
          </p:cNvPr>
          <p:cNvSpPr txBox="1"/>
          <p:nvPr/>
        </p:nvSpPr>
        <p:spPr>
          <a:xfrm>
            <a:off x="9351659" y="4615015"/>
            <a:ext cx="2157744" cy="101566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i="0" u="none" strike="noStrike" kern="1200" cap="none" spc="0" normalizeH="0" baseline="0" noProof="0" dirty="0">
                <a:ln>
                  <a:noFill/>
                </a:ln>
                <a:solidFill>
                  <a:schemeClr val="bg1"/>
                </a:solidFill>
                <a:effectLst/>
                <a:uLnTx/>
                <a:uFillTx/>
                <a:latin typeface="+mj-lt"/>
              </a:rPr>
              <a:t>Affinage local
Entraînez des modèles en toute sécurité
sur vos propres données</a:t>
            </a:r>
            <a:br>
              <a:rPr kumimoji="0" lang="en-US" sz="1200" b="1" i="0" u="none" strike="noStrike" kern="1200" cap="none" spc="0" normalizeH="0" baseline="0" noProof="0" dirty="0">
                <a:ln>
                  <a:noFill/>
                </a:ln>
                <a:solidFill>
                  <a:schemeClr val="bg1"/>
                </a:solidFill>
                <a:effectLst/>
                <a:uLnTx/>
                <a:uFillTx/>
                <a:latin typeface="HP Forma DJR Office" pitchFamily="2" charset="0"/>
              </a:rPr>
            </a:br>
            <a:r>
              <a:rPr kumimoji="0" lang="en-US" sz="1200" b="0" i="0" u="none" strike="noStrike" kern="1200" cap="none" spc="0" normalizeH="0" baseline="0" noProof="0" dirty="0">
                <a:ln>
                  <a:noFill/>
                </a:ln>
                <a:solidFill>
                  <a:schemeClr val="bg1"/>
                </a:solidFill>
                <a:effectLst/>
                <a:uLnTx/>
                <a:uFillTx/>
                <a:latin typeface="HP Forma DJR Office" pitchFamily="2" charset="0"/>
              </a:rPr>
              <a:t/>
            </a:r>
            <a:br>
              <a:rPr kumimoji="0" lang="en-US" sz="1200" b="0" i="0" u="none" strike="noStrike" kern="1200" cap="none" spc="0" normalizeH="0" baseline="0" noProof="0" dirty="0">
                <a:ln>
                  <a:noFill/>
                </a:ln>
                <a:solidFill>
                  <a:schemeClr val="bg1"/>
                </a:solidFill>
                <a:effectLst/>
                <a:uLnTx/>
                <a:uFillTx/>
                <a:latin typeface="HP Forma DJR Office" pitchFamily="2" charset="0"/>
              </a:rPr>
            </a:br>
            <a:r>
              <a:rPr kumimoji="0" lang="en-US" sz="1200" b="0" i="0" u="none" strike="noStrike" kern="1200" cap="none" spc="0" normalizeH="0" baseline="0" noProof="0" dirty="0">
                <a:ln>
                  <a:noFill/>
                </a:ln>
                <a:solidFill>
                  <a:schemeClr val="bg1"/>
                </a:solidFill>
                <a:effectLst/>
                <a:uLnTx/>
                <a:uFillTx/>
                <a:latin typeface="HP Forma DJR Office" pitchFamily="2" charset="0"/>
              </a:rPr>
              <a:t/>
            </a:r>
            <a:br>
              <a:rPr kumimoji="0" lang="en-US" sz="1200" b="1" i="0" u="none" strike="noStrike" kern="1200" cap="none" spc="0" normalizeH="0" baseline="0" noProof="0" dirty="0">
                <a:ln>
                  <a:noFill/>
                </a:ln>
                <a:solidFill>
                  <a:schemeClr val="bg1"/>
                </a:solidFill>
                <a:effectLst/>
                <a:uLnTx/>
                <a:uFillTx/>
                <a:latin typeface="HP Forma DJR Office" pitchFamily="2" charset="0"/>
              </a:rPr>
            </a:br>
            <a:br>
              <a:rPr kumimoji="0" lang="en-US" sz="1300" b="1" i="0" u="none" strike="noStrike" kern="1200" cap="none" spc="0" normalizeH="0" baseline="0" noProof="0" dirty="0">
                <a:ln>
                  <a:noFill/>
                </a:ln>
                <a:solidFill>
                  <a:schemeClr val="bg1"/>
                </a:solidFill>
                <a:effectLst/>
                <a:uLnTx/>
                <a:uFillTx/>
                <a:latin typeface="HP Forma DJR Office" pitchFamily="2" charset="0"/>
              </a:rPr>
            </a:br>
            <a:endParaRPr kumimoji="0" lang="en-US" sz="1300" b="1" i="0" u="none" strike="noStrike" kern="1200" cap="none" spc="0" normalizeH="0" baseline="0" noProof="0" dirty="0">
              <a:ln>
                <a:noFill/>
              </a:ln>
              <a:solidFill>
                <a:schemeClr val="bg1"/>
              </a:solidFill>
              <a:effectLst/>
              <a:uLnTx/>
              <a:uFillTx/>
              <a:latin typeface="HP Forma DJR Office" pitchFamily="2" charset="0"/>
            </a:endParaRPr>
          </a:p>
        </p:txBody>
      </p:sp>
      <p:sp>
        <p:nvSpPr>
          <p:cNvPr id="54" name="TextBox 53">
            <a:extLst>
              <a:ext uri="{FF2B5EF4-FFF2-40B4-BE49-F238E27FC236}">
                <a16:creationId xmlns:a16="http://schemas.microsoft.com/office/drawing/2014/main" id="{B410FAD3-49D8-F23D-2204-071C62989091}"/>
              </a:ext>
            </a:extLst>
          </p:cNvPr>
          <p:cNvSpPr txBox="1"/>
          <p:nvPr/>
        </p:nvSpPr>
        <p:spPr>
          <a:xfrm>
            <a:off x="457200" y="5509947"/>
            <a:ext cx="7383494"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000" i="0" u="none" strike="noStrike" kern="1200" cap="none" spc="0" normalizeH="0" baseline="0" noProof="0" dirty="0">
                <a:ln>
                  <a:noFill/>
                </a:ln>
                <a:effectLst/>
                <a:uLnTx/>
                <a:uFillTx/>
                <a:latin typeface="HP Forma DJR Office" pitchFamily="2" charset="0"/>
              </a:rPr>
              <a:t>Développez et personnalisez l'IA localement - avec un contrôle total</a:t>
            </a:r>
          </a:p>
        </p:txBody>
      </p:sp>
    </p:spTree>
    <p:extLst>
      <p:ext uri="{BB962C8B-B14F-4D97-AF65-F5344CB8AC3E}">
        <p14:creationId xmlns:p14="http://schemas.microsoft.com/office/powerpoint/2010/main" val="599452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42069-148E-C231-96BC-74D66076D58D}"/>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172666A-4841-970D-8536-B11C1847FD0F}"/>
              </a:ext>
            </a:extLst>
          </p:cNvPr>
          <p:cNvSpPr/>
          <p:nvPr/>
        </p:nvSpPr>
        <p:spPr bwMode="ltGray">
          <a:xfrm>
            <a:off x="4097756" y="2353507"/>
            <a:ext cx="3311236" cy="1745673"/>
          </a:xfrm>
          <a:prstGeom prst="rect">
            <a:avLst/>
          </a:prstGeom>
          <a:solidFill>
            <a:schemeClr val="accent3"/>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sp>
        <p:nvSpPr>
          <p:cNvPr id="5" name="Title 4">
            <a:extLst>
              <a:ext uri="{FF2B5EF4-FFF2-40B4-BE49-F238E27FC236}">
                <a16:creationId xmlns:a16="http://schemas.microsoft.com/office/drawing/2014/main" id="{6DE92430-7AC4-45FB-4207-41C86D89A272}"/>
              </a:ext>
            </a:extLst>
          </p:cNvPr>
          <p:cNvSpPr>
            <a:spLocks noGrp="1"/>
          </p:cNvSpPr>
          <p:nvPr>
            <p:ph type="title"/>
          </p:nvPr>
        </p:nvSpPr>
        <p:spPr>
          <a:xfrm>
            <a:off x="457200" y="441471"/>
            <a:ext cx="11278800" cy="393300"/>
          </a:xfrm>
        </p:spPr>
        <p:txBody>
          <a:bodyPr/>
          <a:lstStyle/>
          <a:p>
            <a:r>
              <a:rPr lang="en-US" dirty="0"/>
              <a:t>Environnement d'inférence clé en main</a:t>
            </a:r>
          </a:p>
        </p:txBody>
      </p:sp>
      <p:sp>
        <p:nvSpPr>
          <p:cNvPr id="33" name="Footer Placeholder 5">
            <a:extLst>
              <a:ext uri="{FF2B5EF4-FFF2-40B4-BE49-F238E27FC236}">
                <a16:creationId xmlns:a16="http://schemas.microsoft.com/office/drawing/2014/main" id="{F52890C8-0824-CC80-CB47-0BB244029ABC}"/>
              </a:ext>
            </a:extLst>
          </p:cNvPr>
          <p:cNvSpPr>
            <a:spLocks noGrp="1"/>
          </p:cNvSpPr>
          <p:nvPr>
            <p:ph type="ftr" sz="quarter" idx="18"/>
          </p:nvPr>
        </p:nvSpPr>
        <p:spPr>
          <a:xfrm>
            <a:off x="6396505" y="6316162"/>
            <a:ext cx="5339495" cy="107722"/>
          </a:xfrm>
        </p:spPr>
        <p:txBody>
          <a:bodyPr/>
          <a:lstStyle/>
          <a:p>
            <a:r>
              <a:rPr lang="en-US" dirty="0"/>
              <a:t>Restreint HP. Réservé à un usage interne HP uniquement.</a:t>
            </a:r>
          </a:p>
        </p:txBody>
      </p:sp>
      <p:sp>
        <p:nvSpPr>
          <p:cNvPr id="12" name="Rectangle 11">
            <a:extLst>
              <a:ext uri="{FF2B5EF4-FFF2-40B4-BE49-F238E27FC236}">
                <a16:creationId xmlns:a16="http://schemas.microsoft.com/office/drawing/2014/main" id="{F5B4D78D-092A-9EC3-4630-418E705A93E3}"/>
              </a:ext>
            </a:extLst>
          </p:cNvPr>
          <p:cNvSpPr/>
          <p:nvPr/>
        </p:nvSpPr>
        <p:spPr bwMode="ltGray">
          <a:xfrm>
            <a:off x="319132" y="2353507"/>
            <a:ext cx="3311236" cy="1745673"/>
          </a:xfrm>
          <a:prstGeom prst="rect">
            <a:avLst/>
          </a:prstGeom>
          <a:solidFill>
            <a:schemeClr val="accent3"/>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sp>
        <p:nvSpPr>
          <p:cNvPr id="35" name="TextBox 34">
            <a:extLst>
              <a:ext uri="{FF2B5EF4-FFF2-40B4-BE49-F238E27FC236}">
                <a16:creationId xmlns:a16="http://schemas.microsoft.com/office/drawing/2014/main" id="{686DB7FC-7B1E-EA68-CA5E-4E92CDD49079}"/>
              </a:ext>
            </a:extLst>
          </p:cNvPr>
          <p:cNvSpPr txBox="1"/>
          <p:nvPr/>
        </p:nvSpPr>
        <p:spPr>
          <a:xfrm>
            <a:off x="469543" y="2887461"/>
            <a:ext cx="1826522" cy="4924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i="0" u="none" strike="noStrike" kern="1200" cap="none" spc="0" normalizeH="0" baseline="0" noProof="0" dirty="0">
                <a:ln>
                  <a:noFill/>
                </a:ln>
                <a:solidFill>
                  <a:schemeClr val="bg1"/>
                </a:solidFill>
                <a:effectLst/>
                <a:uLnTx/>
                <a:uFillTx/>
                <a:latin typeface="+mj-lt"/>
              </a:rPr>
              <a:t>Exécution locale d'IA haute performance</a:t>
            </a:r>
          </a:p>
        </p:txBody>
      </p:sp>
      <p:sp>
        <p:nvSpPr>
          <p:cNvPr id="37" name="TextBox 36">
            <a:extLst>
              <a:ext uri="{FF2B5EF4-FFF2-40B4-BE49-F238E27FC236}">
                <a16:creationId xmlns:a16="http://schemas.microsoft.com/office/drawing/2014/main" id="{CE9AB68D-80DF-2363-E063-72EC89CF2A47}"/>
              </a:ext>
            </a:extLst>
          </p:cNvPr>
          <p:cNvSpPr txBox="1"/>
          <p:nvPr/>
        </p:nvSpPr>
        <p:spPr>
          <a:xfrm>
            <a:off x="2667100" y="3133682"/>
            <a:ext cx="436709" cy="189736"/>
          </a:xfrm>
          <a:prstGeom prst="rect">
            <a:avLst/>
          </a:prstGeom>
          <a:noFill/>
        </p:spPr>
        <p:txBody>
          <a:bodyPr wrap="square" lIns="0" tIns="0" rIns="0" bIns="0" rtlCol="0">
            <a:spAutoFit/>
          </a:bodyPr>
          <a:lstStyle/>
          <a:p>
            <a:pPr marL="0" marR="0" lvl="0" indent="0"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bg1"/>
                </a:solidFill>
                <a:effectLst/>
                <a:uLnTx/>
                <a:uFillTx/>
                <a:latin typeface="HP Forma DJR Office" pitchFamily="2" charset="0"/>
              </a:rPr>
              <a:t>Fury</a:t>
            </a:r>
          </a:p>
        </p:txBody>
      </p:sp>
      <p:sp>
        <p:nvSpPr>
          <p:cNvPr id="40" name="Rectangle 39">
            <a:extLst>
              <a:ext uri="{FF2B5EF4-FFF2-40B4-BE49-F238E27FC236}">
                <a16:creationId xmlns:a16="http://schemas.microsoft.com/office/drawing/2014/main" id="{67F731C1-DD0C-75F3-B390-188E3A367D1D}"/>
              </a:ext>
            </a:extLst>
          </p:cNvPr>
          <p:cNvSpPr/>
          <p:nvPr/>
        </p:nvSpPr>
        <p:spPr bwMode="ltGray">
          <a:xfrm>
            <a:off x="8368045" y="831955"/>
            <a:ext cx="3311236" cy="1324687"/>
          </a:xfrm>
          <a:prstGeom prst="rect">
            <a:avLst/>
          </a:prstGeom>
          <a:solidFill>
            <a:schemeClr val="accent3"/>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cxnSp>
        <p:nvCxnSpPr>
          <p:cNvPr id="41" name="Straight Connector 40">
            <a:extLst>
              <a:ext uri="{FF2B5EF4-FFF2-40B4-BE49-F238E27FC236}">
                <a16:creationId xmlns:a16="http://schemas.microsoft.com/office/drawing/2014/main" id="{DB7467FA-6C0A-90DF-BA86-4156AA9A335F}"/>
              </a:ext>
            </a:extLst>
          </p:cNvPr>
          <p:cNvCxnSpPr>
            <a:cxnSpLocks/>
            <a:stCxn id="12" idx="3"/>
          </p:cNvCxnSpPr>
          <p:nvPr/>
        </p:nvCxnSpPr>
        <p:spPr bwMode="black">
          <a:xfrm flipV="1">
            <a:off x="3630368" y="3224655"/>
            <a:ext cx="1125393" cy="1689"/>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F156477-FF8D-43D6-140A-7D9DEB315698}"/>
              </a:ext>
            </a:extLst>
          </p:cNvPr>
          <p:cNvCxnSpPr>
            <a:cxnSpLocks/>
            <a:endCxn id="43" idx="1"/>
          </p:cNvCxnSpPr>
          <p:nvPr/>
        </p:nvCxnSpPr>
        <p:spPr bwMode="black">
          <a:xfrm>
            <a:off x="7090252" y="3224655"/>
            <a:ext cx="1265092"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5E25277A-D636-FCC6-11E3-047F5354DAA0}"/>
              </a:ext>
            </a:extLst>
          </p:cNvPr>
          <p:cNvSpPr/>
          <p:nvPr/>
        </p:nvSpPr>
        <p:spPr bwMode="ltGray">
          <a:xfrm>
            <a:off x="8355344" y="2562311"/>
            <a:ext cx="3311236" cy="1324687"/>
          </a:xfrm>
          <a:prstGeom prst="rect">
            <a:avLst/>
          </a:prstGeom>
          <a:solidFill>
            <a:schemeClr val="accent3"/>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sp>
        <p:nvSpPr>
          <p:cNvPr id="44" name="Rectangle 43">
            <a:extLst>
              <a:ext uri="{FF2B5EF4-FFF2-40B4-BE49-F238E27FC236}">
                <a16:creationId xmlns:a16="http://schemas.microsoft.com/office/drawing/2014/main" id="{399E5C62-455E-2852-6AF6-71538CDBFC32}"/>
              </a:ext>
            </a:extLst>
          </p:cNvPr>
          <p:cNvSpPr/>
          <p:nvPr/>
        </p:nvSpPr>
        <p:spPr bwMode="ltGray">
          <a:xfrm>
            <a:off x="8368045" y="4292667"/>
            <a:ext cx="3311236" cy="1324687"/>
          </a:xfrm>
          <a:prstGeom prst="rect">
            <a:avLst/>
          </a:prstGeom>
          <a:solidFill>
            <a:schemeClr val="accent3"/>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cxnSp>
        <p:nvCxnSpPr>
          <p:cNvPr id="45" name="Connector: Elbow 28">
            <a:extLst>
              <a:ext uri="{FF2B5EF4-FFF2-40B4-BE49-F238E27FC236}">
                <a16:creationId xmlns:a16="http://schemas.microsoft.com/office/drawing/2014/main" id="{F1465992-EFDE-A7A7-3B05-F9E4E1A446E1}"/>
              </a:ext>
            </a:extLst>
          </p:cNvPr>
          <p:cNvCxnSpPr>
            <a:stCxn id="40" idx="1"/>
            <a:endCxn id="44" idx="1"/>
          </p:cNvCxnSpPr>
          <p:nvPr/>
        </p:nvCxnSpPr>
        <p:spPr bwMode="black">
          <a:xfrm rot="10800000" flipV="1">
            <a:off x="8368045" y="1494299"/>
            <a:ext cx="12700" cy="3460712"/>
          </a:xfrm>
          <a:prstGeom prst="bentConnector3">
            <a:avLst>
              <a:gd name="adj1" fmla="val 4745449"/>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EDECF475-DA5F-3E16-7688-A90B5B077A64}"/>
              </a:ext>
            </a:extLst>
          </p:cNvPr>
          <p:cNvSpPr txBox="1"/>
          <p:nvPr/>
        </p:nvSpPr>
        <p:spPr>
          <a:xfrm>
            <a:off x="9512500" y="1193508"/>
            <a:ext cx="1917699" cy="81560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i="0" u="none" strike="noStrike" kern="1200" cap="none" spc="0" normalizeH="0" baseline="0" noProof="0" dirty="0">
                <a:ln>
                  <a:noFill/>
                </a:ln>
                <a:solidFill>
                  <a:schemeClr val="bg1"/>
                </a:solidFill>
                <a:effectLst/>
                <a:uLnTx/>
                <a:uFillTx/>
                <a:latin typeface="+mj-lt"/>
              </a:rPr>
              <a:t>Inférence de modèles
Exécuter des LLM et d'autres modèles
à grande échelle</a:t>
            </a:r>
            <a:br>
              <a:rPr kumimoji="0" lang="en-US" sz="1200" b="1" i="0" u="none" strike="noStrike" kern="1200" cap="none" spc="0" normalizeH="0" baseline="0" noProof="0" dirty="0">
                <a:ln>
                  <a:noFill/>
                </a:ln>
                <a:solidFill>
                  <a:schemeClr val="bg1"/>
                </a:solidFill>
                <a:effectLst/>
                <a:uLnTx/>
                <a:uFillTx/>
                <a:latin typeface="HP Forma DJR Office" pitchFamily="2" charset="0"/>
              </a:rPr>
            </a:br>
            <a:r>
              <a:rPr kumimoji="0" lang="en-US" sz="1200" b="0" i="0" u="none" strike="noStrike" kern="1200" cap="none" spc="0" normalizeH="0" baseline="0" noProof="0" dirty="0">
                <a:ln>
                  <a:noFill/>
                </a:ln>
                <a:solidFill>
                  <a:schemeClr val="bg1"/>
                </a:solidFill>
                <a:effectLst/>
                <a:uLnTx/>
                <a:uFillTx/>
                <a:latin typeface="HP Forma DJR Office" pitchFamily="2" charset="0"/>
              </a:rPr>
              <a:t/>
            </a:r>
            <a:br>
              <a:rPr kumimoji="0" lang="en-US" sz="1200" b="0" i="0" u="none" strike="noStrike" kern="1200" cap="none" spc="0" normalizeH="0" baseline="0" noProof="0" dirty="0">
                <a:ln>
                  <a:noFill/>
                </a:ln>
                <a:solidFill>
                  <a:schemeClr val="bg1"/>
                </a:solidFill>
                <a:effectLst/>
                <a:uLnTx/>
                <a:uFillTx/>
                <a:latin typeface="HP Forma DJR Office" pitchFamily="2" charset="0"/>
              </a:rPr>
            </a:br>
            <a:r>
              <a:rPr kumimoji="0" lang="en-US" sz="1200" b="0" i="0" u="none" strike="noStrike" kern="1200" cap="none" spc="0" normalizeH="0" baseline="0" noProof="0" dirty="0">
                <a:ln>
                  <a:noFill/>
                </a:ln>
                <a:solidFill>
                  <a:schemeClr val="bg1"/>
                </a:solidFill>
                <a:effectLst/>
                <a:uLnTx/>
                <a:uFillTx/>
                <a:latin typeface="HP Forma DJR Office" pitchFamily="2" charset="0"/>
              </a:rPr>
              <a:t/>
            </a:r>
            <a:br>
              <a:rPr kumimoji="0" lang="en-US" sz="1300" b="1" i="0" u="none" strike="noStrike" kern="1200" cap="none" spc="0" normalizeH="0" baseline="0" noProof="0" dirty="0">
                <a:ln>
                  <a:noFill/>
                </a:ln>
                <a:solidFill>
                  <a:schemeClr val="bg1"/>
                </a:solidFill>
                <a:effectLst/>
                <a:uLnTx/>
                <a:uFillTx/>
                <a:latin typeface="HP Forma DJR Office" pitchFamily="2" charset="0"/>
              </a:rPr>
            </a:br>
            <a:endParaRPr kumimoji="0" lang="en-US" sz="1300" b="1" i="0" u="none" strike="noStrike" kern="1200" cap="none" spc="0" normalizeH="0" baseline="0" noProof="0" dirty="0">
              <a:ln>
                <a:noFill/>
              </a:ln>
              <a:solidFill>
                <a:schemeClr val="bg1"/>
              </a:solidFill>
              <a:effectLst/>
              <a:uLnTx/>
              <a:uFillTx/>
              <a:latin typeface="HP Forma DJR Office" pitchFamily="2" charset="0"/>
            </a:endParaRPr>
          </a:p>
        </p:txBody>
      </p:sp>
      <p:sp>
        <p:nvSpPr>
          <p:cNvPr id="52" name="TextBox 51">
            <a:extLst>
              <a:ext uri="{FF2B5EF4-FFF2-40B4-BE49-F238E27FC236}">
                <a16:creationId xmlns:a16="http://schemas.microsoft.com/office/drawing/2014/main" id="{D2F9F19E-57A0-37B6-E4F9-B04343AE6F8D}"/>
              </a:ext>
            </a:extLst>
          </p:cNvPr>
          <p:cNvSpPr txBox="1"/>
          <p:nvPr/>
        </p:nvSpPr>
        <p:spPr>
          <a:xfrm>
            <a:off x="9458712" y="2792929"/>
            <a:ext cx="1595516" cy="126188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i="0" u="none" strike="noStrike" kern="1200" cap="none" spc="0" normalizeH="0" baseline="0" noProof="0" dirty="0">
                <a:ln>
                  <a:noFill/>
                </a:ln>
                <a:solidFill>
                  <a:schemeClr val="bg1"/>
                </a:solidFill>
                <a:effectLst/>
                <a:uLnTx/>
                <a:uFillTx/>
                <a:latin typeface="+mj-lt"/>
              </a:rPr>
              <a:t>API compatibles OpenAI
Intégration transparente avec vos applications</a:t>
            </a:r>
            <a:r>
              <a:rPr lang="en-US" sz="1600" dirty="0">
                <a:solidFill>
                  <a:schemeClr val="bg1"/>
                </a:solidFill>
                <a:latin typeface="+mj-lt"/>
              </a:rPr>
              <a:t/>
            </a:r>
            <a:r>
              <a:rPr kumimoji="0" lang="en-US" sz="1600" i="0" u="none" strike="noStrike" kern="1200" cap="none" spc="0" normalizeH="0" baseline="0" noProof="0" dirty="0" err="1">
                <a:ln>
                  <a:noFill/>
                </a:ln>
                <a:solidFill>
                  <a:schemeClr val="bg1"/>
                </a:solidFill>
                <a:effectLst/>
                <a:uLnTx/>
                <a:uFillTx/>
                <a:latin typeface="+mj-lt"/>
              </a:rPr>
              <a:t/>
            </a:r>
            <a:r>
              <a:rPr kumimoji="0" lang="en-US" sz="1600" i="0" u="none" strike="noStrike" kern="1200" cap="none" spc="0" normalizeH="0" baseline="0" noProof="0" dirty="0">
                <a:ln>
                  <a:noFill/>
                </a:ln>
                <a:solidFill>
                  <a:schemeClr val="bg1"/>
                </a:solidFill>
                <a:effectLst/>
                <a:uLnTx/>
                <a:uFillTx/>
                <a:latin typeface="+mj-lt"/>
              </a:rPr>
              <a:t/>
            </a:r>
            <a:br>
              <a:rPr kumimoji="0" lang="en-US" sz="1200" b="1" i="0" u="none" strike="noStrike" kern="1200" cap="none" spc="0" normalizeH="0" baseline="0" noProof="0" dirty="0">
                <a:ln>
                  <a:noFill/>
                </a:ln>
                <a:solidFill>
                  <a:schemeClr val="bg1"/>
                </a:solidFill>
                <a:effectLst/>
                <a:uLnTx/>
                <a:uFillTx/>
                <a:latin typeface="HP Forma DJR Office" pitchFamily="2" charset="0"/>
              </a:rPr>
            </a:br>
            <a:r>
              <a:rPr kumimoji="0" lang="en-US" sz="1200" b="0" i="0" u="none" strike="noStrike" kern="1200" cap="none" spc="0" normalizeH="0" baseline="0" noProof="0" dirty="0">
                <a:ln>
                  <a:noFill/>
                </a:ln>
                <a:solidFill>
                  <a:schemeClr val="bg1"/>
                </a:solidFill>
                <a:effectLst/>
                <a:uLnTx/>
                <a:uFillTx/>
                <a:latin typeface="HP Forma DJR Office" pitchFamily="2" charset="0"/>
              </a:rPr>
              <a:t/>
            </a:r>
            <a:br>
              <a:rPr kumimoji="0" lang="en-US" sz="1200" b="1" i="0" u="none" strike="noStrike" kern="1200" cap="none" spc="0" normalizeH="0" baseline="0" noProof="0" dirty="0">
                <a:ln>
                  <a:noFill/>
                </a:ln>
                <a:solidFill>
                  <a:schemeClr val="bg1"/>
                </a:solidFill>
                <a:effectLst/>
                <a:uLnTx/>
                <a:uFillTx/>
                <a:latin typeface="HP Forma DJR Office" pitchFamily="2" charset="0"/>
              </a:rPr>
            </a:br>
            <a:br>
              <a:rPr kumimoji="0" lang="en-US" sz="1300" b="1" i="0" u="none" strike="noStrike" kern="1200" cap="none" spc="0" normalizeH="0" baseline="0" noProof="0" dirty="0">
                <a:ln>
                  <a:noFill/>
                </a:ln>
                <a:solidFill>
                  <a:schemeClr val="bg1"/>
                </a:solidFill>
                <a:effectLst/>
                <a:uLnTx/>
                <a:uFillTx/>
                <a:latin typeface="HP Forma DJR Office" pitchFamily="2" charset="0"/>
              </a:rPr>
            </a:br>
            <a:endParaRPr kumimoji="0" lang="en-US" sz="1300" b="1" i="0" u="none" strike="noStrike" kern="1200" cap="none" spc="0" normalizeH="0" baseline="0" noProof="0" dirty="0">
              <a:ln>
                <a:noFill/>
              </a:ln>
              <a:solidFill>
                <a:schemeClr val="bg1"/>
              </a:solidFill>
              <a:effectLst/>
              <a:uLnTx/>
              <a:uFillTx/>
              <a:latin typeface="HP Forma DJR Office" pitchFamily="2" charset="0"/>
            </a:endParaRPr>
          </a:p>
        </p:txBody>
      </p:sp>
      <p:sp>
        <p:nvSpPr>
          <p:cNvPr id="53" name="TextBox 52">
            <a:extLst>
              <a:ext uri="{FF2B5EF4-FFF2-40B4-BE49-F238E27FC236}">
                <a16:creationId xmlns:a16="http://schemas.microsoft.com/office/drawing/2014/main" id="{948A245E-7FA0-9644-F08D-B7942229DB51}"/>
              </a:ext>
            </a:extLst>
          </p:cNvPr>
          <p:cNvSpPr txBox="1"/>
          <p:nvPr/>
        </p:nvSpPr>
        <p:spPr>
          <a:xfrm>
            <a:off x="9459235" y="4520886"/>
            <a:ext cx="1970964" cy="126188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i="0" u="none" strike="noStrike" kern="1200" cap="none" spc="0" normalizeH="0" baseline="0" noProof="0" dirty="0">
                <a:ln>
                  <a:noFill/>
                </a:ln>
                <a:solidFill>
                  <a:schemeClr val="bg1"/>
                </a:solidFill>
                <a:effectLst/>
                <a:uLnTx/>
                <a:uFillTx/>
                <a:latin typeface="+mj-lt"/>
              </a:rPr>
              <a:t>Haute performance
à grande échelle
Faible latence, haut débit, charges de travail concurrentes</a:t>
            </a:r>
            <a:br>
              <a:rPr kumimoji="0" lang="en-US" sz="1600" i="0" u="none" strike="noStrike" kern="1200" cap="none" spc="0" normalizeH="0" baseline="0" noProof="0" dirty="0">
                <a:ln>
                  <a:noFill/>
                </a:ln>
                <a:solidFill>
                  <a:schemeClr val="bg1"/>
                </a:solidFill>
                <a:effectLst/>
                <a:uLnTx/>
                <a:uFillTx/>
                <a:latin typeface="+mj-lt"/>
              </a:rPr>
            </a:br>
            <a:r>
              <a:rPr kumimoji="0" lang="en-US" sz="1600" i="0" u="none" strike="noStrike" kern="1200" cap="none" spc="0" normalizeH="0" baseline="0" noProof="0" dirty="0">
                <a:ln>
                  <a:noFill/>
                </a:ln>
                <a:solidFill>
                  <a:schemeClr val="bg1"/>
                </a:solidFill>
                <a:effectLst/>
                <a:uLnTx/>
                <a:uFillTx/>
                <a:latin typeface="+mj-lt"/>
              </a:rPr>
              <a:t/>
            </a:r>
            <a:br>
              <a:rPr kumimoji="0" lang="en-US" sz="1200" b="1" i="0" u="none" strike="noStrike" kern="1200" cap="none" spc="0" normalizeH="0" baseline="0" noProof="0" dirty="0">
                <a:ln>
                  <a:noFill/>
                </a:ln>
                <a:solidFill>
                  <a:schemeClr val="bg1"/>
                </a:solidFill>
                <a:effectLst/>
                <a:uLnTx/>
                <a:uFillTx/>
                <a:latin typeface="HP Forma DJR Office" pitchFamily="2" charset="0"/>
              </a:rPr>
            </a:br>
            <a:r>
              <a:rPr kumimoji="0" lang="en-US" sz="1200" b="0" i="0" u="none" strike="noStrike" kern="1200" cap="none" spc="0" normalizeH="0" baseline="0" noProof="0" dirty="0">
                <a:ln>
                  <a:noFill/>
                </a:ln>
                <a:solidFill>
                  <a:schemeClr val="bg1"/>
                </a:solidFill>
                <a:effectLst/>
                <a:uLnTx/>
                <a:uFillTx/>
                <a:latin typeface="HP Forma DJR Office" pitchFamily="2" charset="0"/>
              </a:rPr>
              <a:t/>
            </a:r>
            <a:br>
              <a:rPr kumimoji="0" lang="en-US" sz="1200" b="1" i="0" u="none" strike="noStrike" kern="1200" cap="none" spc="0" normalizeH="0" baseline="0" noProof="0" dirty="0">
                <a:ln>
                  <a:noFill/>
                </a:ln>
                <a:solidFill>
                  <a:schemeClr val="bg1"/>
                </a:solidFill>
                <a:effectLst/>
                <a:uLnTx/>
                <a:uFillTx/>
                <a:latin typeface="HP Forma DJR Office" pitchFamily="2" charset="0"/>
              </a:rPr>
            </a:br>
            <a:br>
              <a:rPr kumimoji="0" lang="en-US" sz="1300" b="1" i="0" u="none" strike="noStrike" kern="1200" cap="none" spc="0" normalizeH="0" baseline="0" noProof="0" dirty="0">
                <a:ln>
                  <a:noFill/>
                </a:ln>
                <a:solidFill>
                  <a:schemeClr val="bg1"/>
                </a:solidFill>
                <a:effectLst/>
                <a:uLnTx/>
                <a:uFillTx/>
                <a:latin typeface="HP Forma DJR Office" pitchFamily="2" charset="0"/>
              </a:rPr>
            </a:br>
            <a:endParaRPr kumimoji="0" lang="en-US" sz="1300" b="1" i="0" u="none" strike="noStrike" kern="1200" cap="none" spc="0" normalizeH="0" baseline="0" noProof="0" dirty="0">
              <a:ln>
                <a:noFill/>
              </a:ln>
              <a:solidFill>
                <a:schemeClr val="bg1"/>
              </a:solidFill>
              <a:effectLst/>
              <a:uLnTx/>
              <a:uFillTx/>
              <a:latin typeface="HP Forma DJR Office" pitchFamily="2" charset="0"/>
            </a:endParaRPr>
          </a:p>
        </p:txBody>
      </p:sp>
      <p:sp>
        <p:nvSpPr>
          <p:cNvPr id="54" name="TextBox 53">
            <a:extLst>
              <a:ext uri="{FF2B5EF4-FFF2-40B4-BE49-F238E27FC236}">
                <a16:creationId xmlns:a16="http://schemas.microsoft.com/office/drawing/2014/main" id="{DE66CFFB-32A0-5497-0015-7DFEE48215C2}"/>
              </a:ext>
            </a:extLst>
          </p:cNvPr>
          <p:cNvSpPr txBox="1"/>
          <p:nvPr/>
        </p:nvSpPr>
        <p:spPr>
          <a:xfrm>
            <a:off x="457200" y="4955010"/>
            <a:ext cx="5338296" cy="105157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000" i="0" u="none" strike="noStrike" kern="1200" cap="none" spc="0" normalizeH="0" baseline="0" noProof="0" dirty="0">
                <a:ln>
                  <a:noFill/>
                </a:ln>
                <a:effectLst/>
                <a:uLnTx/>
                <a:uFillTx/>
                <a:latin typeface="HP Forma DJR Office" pitchFamily="2" charset="0"/>
              </a:rPr>
              <a:t>Piles préconfigurées et flux de travail pilotés par CLI pour passer du modèle à l'inférence en quelques minutes</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2000" i="0" u="none" strike="noStrike" kern="1200" cap="none" spc="0" normalizeH="0" baseline="0" noProof="0" dirty="0">
              <a:ln>
                <a:noFill/>
              </a:ln>
              <a:effectLst/>
              <a:uLnTx/>
              <a:uFillTx/>
              <a:latin typeface="HP Forma DJR Office" pitchFamily="2" charset="0"/>
            </a:endParaRPr>
          </a:p>
        </p:txBody>
      </p:sp>
      <p:pic>
        <p:nvPicPr>
          <p:cNvPr id="2" name="Picture 1">
            <a:extLst>
              <a:ext uri="{FF2B5EF4-FFF2-40B4-BE49-F238E27FC236}">
                <a16:creationId xmlns:a16="http://schemas.microsoft.com/office/drawing/2014/main" id="{F28E9828-8F64-BF2D-7917-103B83F44682}"/>
              </a:ext>
            </a:extLst>
          </p:cNvPr>
          <p:cNvPicPr>
            <a:picLocks noChangeAspect="1"/>
          </p:cNvPicPr>
          <p:nvPr/>
        </p:nvPicPr>
        <p:blipFill>
          <a:blip r:embed="rId2">
            <a:lum bright="70000" contrast="-70000"/>
            <a:alphaModFix/>
            <a:extLst>
              <a:ext uri="{BEBA8EAE-BF5A-486C-A8C5-ECC9F3942E4B}">
                <a14:imgProps xmlns:a14="http://schemas.microsoft.com/office/drawing/2010/main">
                  <a14:imgLayer r:embed="rId3">
                    <a14:imgEffect>
                      <a14:colorTemperature colorTemp="4577"/>
                    </a14:imgEffect>
                    <a14:imgEffect>
                      <a14:saturation sat="93000"/>
                    </a14:imgEffect>
                  </a14:imgLayer>
                </a14:imgProps>
              </a:ext>
            </a:extLst>
          </a:blip>
          <a:stretch>
            <a:fillRect/>
          </a:stretch>
        </p:blipFill>
        <p:spPr>
          <a:xfrm>
            <a:off x="2168619" y="2503296"/>
            <a:ext cx="1280158" cy="1442716"/>
          </a:xfrm>
          <a:prstGeom prst="rect">
            <a:avLst/>
          </a:prstGeom>
        </p:spPr>
      </p:pic>
      <p:pic>
        <p:nvPicPr>
          <p:cNvPr id="3" name="Graphic 2" descr="Download from cloud outline">
            <a:extLst>
              <a:ext uri="{FF2B5EF4-FFF2-40B4-BE49-F238E27FC236}">
                <a16:creationId xmlns:a16="http://schemas.microsoft.com/office/drawing/2014/main" id="{B673F07B-30D5-6F4F-A337-E207658B84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38328" y="1149395"/>
            <a:ext cx="685572" cy="685572"/>
          </a:xfrm>
          <a:prstGeom prst="rect">
            <a:avLst/>
          </a:prstGeom>
        </p:spPr>
      </p:pic>
      <p:pic>
        <p:nvPicPr>
          <p:cNvPr id="4" name="Graphic 3" descr="Speedometer Middle outline">
            <a:extLst>
              <a:ext uri="{FF2B5EF4-FFF2-40B4-BE49-F238E27FC236}">
                <a16:creationId xmlns:a16="http://schemas.microsoft.com/office/drawing/2014/main" id="{B943FCF4-D49B-871E-EAF7-2C4384C763F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538328" y="4547820"/>
            <a:ext cx="692726" cy="692726"/>
          </a:xfrm>
          <a:prstGeom prst="rect">
            <a:avLst/>
          </a:prstGeom>
        </p:spPr>
      </p:pic>
      <p:sp>
        <p:nvSpPr>
          <p:cNvPr id="6" name="Rectangle 5">
            <a:extLst>
              <a:ext uri="{FF2B5EF4-FFF2-40B4-BE49-F238E27FC236}">
                <a16:creationId xmlns:a16="http://schemas.microsoft.com/office/drawing/2014/main" id="{66364D6F-3C18-C97F-E360-C63C5EFCF3F8}"/>
              </a:ext>
            </a:extLst>
          </p:cNvPr>
          <p:cNvSpPr/>
          <p:nvPr/>
        </p:nvSpPr>
        <p:spPr>
          <a:xfrm>
            <a:off x="8619565" y="2874014"/>
            <a:ext cx="635668" cy="635668"/>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none">
            <a:schemeClr val="tx1"/>
          </a:fontRef>
        </p:style>
        <p:txBody>
          <a:bodyPr rtlCol="0" anchor="ctr"/>
          <a:lstStyle/>
          <a:p>
            <a:pPr algn="l"/>
            <a:endParaRPr lang="en-US"/>
          </a:p>
        </p:txBody>
      </p:sp>
      <p:sp>
        <p:nvSpPr>
          <p:cNvPr id="7" name="TextBox 6">
            <a:extLst>
              <a:ext uri="{FF2B5EF4-FFF2-40B4-BE49-F238E27FC236}">
                <a16:creationId xmlns:a16="http://schemas.microsoft.com/office/drawing/2014/main" id="{CF60EFD2-8551-7AA6-08AF-B11CBC281136}"/>
              </a:ext>
            </a:extLst>
          </p:cNvPr>
          <p:cNvSpPr txBox="1"/>
          <p:nvPr/>
        </p:nvSpPr>
        <p:spPr>
          <a:xfrm>
            <a:off x="8605014" y="3075719"/>
            <a:ext cx="660010"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i="0" u="none" strike="noStrike" kern="1200" cap="none" spc="0" normalizeH="0" baseline="0" noProof="0" dirty="0">
                <a:ln>
                  <a:noFill/>
                </a:ln>
                <a:solidFill>
                  <a:schemeClr val="bg1"/>
                </a:solidFill>
                <a:effectLst/>
                <a:uLnTx/>
                <a:uFillTx/>
              </a:rPr>
              <a:t>API</a:t>
            </a:r>
          </a:p>
        </p:txBody>
      </p:sp>
      <p:pic>
        <p:nvPicPr>
          <p:cNvPr id="8" name="Graphic 7" descr="Cmd Terminal with solid fill">
            <a:extLst>
              <a:ext uri="{FF2B5EF4-FFF2-40B4-BE49-F238E27FC236}">
                <a16:creationId xmlns:a16="http://schemas.microsoft.com/office/drawing/2014/main" id="{BCB80463-E249-495C-274B-CB800F8FA41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330007" y="2802174"/>
            <a:ext cx="742659" cy="742659"/>
          </a:xfrm>
          <a:prstGeom prst="rect">
            <a:avLst/>
          </a:prstGeom>
        </p:spPr>
      </p:pic>
      <p:sp>
        <p:nvSpPr>
          <p:cNvPr id="9" name="TextBox 8">
            <a:extLst>
              <a:ext uri="{FF2B5EF4-FFF2-40B4-BE49-F238E27FC236}">
                <a16:creationId xmlns:a16="http://schemas.microsoft.com/office/drawing/2014/main" id="{534217D0-0783-CC58-A7B1-581F4B891EDC}"/>
              </a:ext>
            </a:extLst>
          </p:cNvPr>
          <p:cNvSpPr txBox="1"/>
          <p:nvPr/>
        </p:nvSpPr>
        <p:spPr>
          <a:xfrm>
            <a:off x="5353611" y="2580408"/>
            <a:ext cx="2120725" cy="137710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i="0" u="none" strike="noStrike" kern="1200" cap="none" spc="0" normalizeH="0" baseline="0" noProof="0">
                <a:ln>
                  <a:noFill/>
                </a:ln>
                <a:solidFill>
                  <a:schemeClr val="bg1"/>
                </a:solidFill>
                <a:effectLst/>
                <a:uLnTx/>
                <a:uFillTx/>
                <a:latin typeface="+mj-lt"/>
              </a:rPr>
              <a:t>Z Runtime</a:t>
            </a:r>
            <a:endParaRPr kumimoji="0" lang="en-US" sz="1600" i="0" u="none" strike="noStrike" kern="1200" cap="none" spc="0" normalizeH="0" baseline="0" noProof="0" dirty="0">
              <a:ln>
                <a:noFill/>
              </a:ln>
              <a:solidFill>
                <a:schemeClr val="bg1"/>
              </a:solidFill>
              <a:effectLst/>
              <a:uLnTx/>
              <a:uFillTx/>
              <a:latin typeface="+mj-lt"/>
            </a:endParaRPr>
          </a:p>
          <a:p>
            <a:pPr marL="0" marR="0" lvl="0" indent="0" algn="l" defTabSz="914400" rtl="0" eaLnBrk="1" fontAlgn="auto" latinLnBrk="0" hangingPunct="1">
              <a:lnSpc>
                <a:spcPts val="1180"/>
              </a:lnSpc>
              <a:spcBef>
                <a:spcPts val="1000"/>
              </a:spcBef>
              <a:spcAft>
                <a:spcPts val="0"/>
              </a:spcAft>
              <a:buClrTx/>
              <a:buSzTx/>
              <a:buFont typeface="Arial" panose="020B0604020202020204" pitchFamily="34" charset="0"/>
              <a:buNone/>
              <a:tabLst/>
              <a:defRPr/>
            </a:pPr>
            <a:r>
              <a:rPr kumimoji="0" lang="en-US" sz="1300" b="0" i="0" u="none" strike="noStrike" kern="1200" cap="none" spc="0" normalizeH="0" baseline="0" noProof="0" dirty="0">
                <a:ln>
                  <a:noFill/>
                </a:ln>
                <a:solidFill>
                  <a:schemeClr val="bg1"/>
                </a:solidFill>
                <a:effectLst/>
                <a:uLnTx/>
                <a:uFillTx/>
                <a:latin typeface="HP Forma DJR Office" pitchFamily="2" charset="0"/>
              </a:rPr>
              <a:t>Télécharger les modèles</a:t>
            </a:r>
          </a:p>
          <a:p>
            <a:pPr marL="0" marR="0" lvl="0" indent="0" algn="l" defTabSz="914400" rtl="0" eaLnBrk="1" fontAlgn="auto" latinLnBrk="0" hangingPunct="1">
              <a:lnSpc>
                <a:spcPts val="1180"/>
              </a:lnSpc>
              <a:spcBef>
                <a:spcPts val="1000"/>
              </a:spcBef>
              <a:spcAft>
                <a:spcPts val="0"/>
              </a:spcAft>
              <a:buClrTx/>
              <a:buSzTx/>
              <a:buFont typeface="Arial" panose="020B0604020202020204" pitchFamily="34" charset="0"/>
              <a:buNone/>
              <a:tabLst/>
              <a:defRPr/>
            </a:pPr>
            <a:r>
              <a:rPr kumimoji="0" lang="en-US" sz="1300" b="0" i="0" u="none" strike="noStrike" kern="1200" cap="none" spc="0" normalizeH="0" baseline="0" noProof="0" dirty="0">
                <a:ln>
                  <a:noFill/>
                </a:ln>
                <a:solidFill>
                  <a:schemeClr val="bg1"/>
                </a:solidFill>
                <a:effectLst/>
                <a:uLnTx/>
                <a:uFillTx/>
                <a:latin typeface="HP Forma DJR Office" pitchFamily="2" charset="0"/>
              </a:rPr>
              <a:t>Démarrer le service d'inférence</a:t>
            </a:r>
          </a:p>
          <a:p>
            <a:pPr marL="0" marR="0" lvl="0" indent="0" algn="l" defTabSz="914400" rtl="0" eaLnBrk="1" fontAlgn="auto" latinLnBrk="0" hangingPunct="1">
              <a:lnSpc>
                <a:spcPts val="1180"/>
              </a:lnSpc>
              <a:spcBef>
                <a:spcPts val="1000"/>
              </a:spcBef>
              <a:spcAft>
                <a:spcPts val="0"/>
              </a:spcAft>
              <a:buClrTx/>
              <a:buSzTx/>
              <a:buFont typeface="Arial" panose="020B0604020202020204" pitchFamily="34" charset="0"/>
              <a:buNone/>
              <a:tabLst/>
              <a:defRPr/>
            </a:pPr>
            <a:r>
              <a:rPr kumimoji="0" lang="en-US" sz="1300" b="0" i="0" u="none" strike="noStrike" kern="1200" cap="none" spc="0" normalizeH="0" baseline="0" noProof="0" dirty="0">
                <a:ln>
                  <a:noFill/>
                </a:ln>
                <a:solidFill>
                  <a:schemeClr val="bg1"/>
                </a:solidFill>
                <a:effectLst/>
                <a:uLnTx/>
                <a:uFillTx/>
                <a:latin typeface="HP Forma DJR Office" pitchFamily="2" charset="0"/>
              </a:rPr>
              <a:t>Créer des points de terminaison</a:t>
            </a:r>
          </a:p>
          <a:p>
            <a:pPr marL="0" marR="0" lvl="0" indent="0" algn="l" defTabSz="914400" rtl="0" eaLnBrk="1" fontAlgn="auto" latinLnBrk="0" hangingPunct="1">
              <a:lnSpc>
                <a:spcPts val="1180"/>
              </a:lnSpc>
              <a:spcBef>
                <a:spcPts val="1000"/>
              </a:spcBef>
              <a:spcAft>
                <a:spcPts val="0"/>
              </a:spcAft>
              <a:buClrTx/>
              <a:buSzTx/>
              <a:buFont typeface="Arial" panose="020B0604020202020204" pitchFamily="34" charset="0"/>
              <a:buNone/>
              <a:tabLst/>
              <a:defRPr/>
            </a:pPr>
            <a:r>
              <a:rPr kumimoji="0" lang="en-US" sz="1300" b="0" i="0" u="none" strike="noStrike" kern="1200" cap="none" spc="0" normalizeH="0" baseline="0" noProof="0" dirty="0">
                <a:ln>
                  <a:noFill/>
                </a:ln>
                <a:solidFill>
                  <a:schemeClr val="bg1"/>
                </a:solidFill>
                <a:effectLst/>
                <a:uLnTx/>
                <a:uFillTx/>
                <a:latin typeface="HP Forma DJR Office" pitchFamily="2" charset="0"/>
              </a:rPr>
              <a:t>Surveiller et gérer</a:t>
            </a:r>
          </a:p>
        </p:txBody>
      </p:sp>
    </p:spTree>
    <p:extLst>
      <p:ext uri="{BB962C8B-B14F-4D97-AF65-F5344CB8AC3E}">
        <p14:creationId xmlns:p14="http://schemas.microsoft.com/office/powerpoint/2010/main" val="1220308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120E3C6-A988-9932-83EE-BB21AE504648}"/>
              </a:ext>
            </a:extLst>
          </p:cNvPr>
          <p:cNvPicPr>
            <a:picLocks noChangeAspect="1"/>
          </p:cNvPicPr>
          <p:nvPr/>
        </p:nvPicPr>
        <p:blipFill>
          <a:blip r:embed="rId3"/>
          <a:srcRect b="14285"/>
          <a:stretch>
            <a:fillRect/>
          </a:stretch>
        </p:blipFill>
        <p:spPr>
          <a:xfrm>
            <a:off x="30480" y="6240778"/>
            <a:ext cx="573096" cy="548641"/>
          </a:xfrm>
          <a:prstGeom prst="rect">
            <a:avLst/>
          </a:prstGeom>
        </p:spPr>
      </p:pic>
      <p:sp>
        <p:nvSpPr>
          <p:cNvPr id="4" name="Text 2"/>
          <p:cNvSpPr/>
          <p:nvPr/>
        </p:nvSpPr>
        <p:spPr>
          <a:xfrm>
            <a:off x="640080" y="731520"/>
            <a:ext cx="10058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1A1A2E"/>
                </a:solidFill>
                <a:effectLst/>
                <a:uLnTx/>
                <a:uFillTx/>
                <a:latin typeface="Arial" pitchFamily="34" charset="0"/>
                <a:ea typeface="Arial" pitchFamily="34" charset="-122"/>
                <a:cs typeface="Arial" pitchFamily="34" charset="-120"/>
              </a:rPr>
              <a:t>De l'expérimentation à la production</a:t>
            </a:r>
            <a:endParaRPr kumimoji="0" lang="en-US" sz="3200" b="0" i="0" u="none" strike="noStrike" kern="1200" cap="none" spc="0" normalizeH="0" baseline="0" noProof="0">
              <a:ln>
                <a:noFill/>
              </a:ln>
              <a:solidFill>
                <a:srgbClr val="000000"/>
              </a:solidFill>
              <a:effectLst/>
              <a:uLnTx/>
              <a:uFillTx/>
              <a:latin typeface="HP Forma DJR Office" pitchFamily="2" charset="0"/>
            </a:endParaRPr>
          </a:p>
        </p:txBody>
      </p:sp>
      <p:sp>
        <p:nvSpPr>
          <p:cNvPr id="5" name="Text 3"/>
          <p:cNvSpPr/>
          <p:nvPr/>
        </p:nvSpPr>
        <p:spPr>
          <a:xfrm>
            <a:off x="640080" y="1325880"/>
            <a:ext cx="91440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55555"/>
                </a:solidFill>
                <a:effectLst/>
                <a:uLnTx/>
                <a:uFillTx/>
                <a:latin typeface="Arial" pitchFamily="34" charset="0"/>
                <a:ea typeface="Arial" pitchFamily="34" charset="-122"/>
                <a:cs typeface="Arial" pitchFamily="34" charset="-120"/>
              </a:rPr>
              <a:t>Une plateforme, deux gammes : commencez le développement sur le Nano et passez au Fury lorsque vos charges de travail l'exigent.</a:t>
            </a:r>
            <a:endParaRPr kumimoji="0" lang="en-US" sz="1400" b="0" i="0" u="none" strike="noStrike" kern="1200" cap="none" spc="0" normalizeH="0" baseline="0" noProof="0">
              <a:ln>
                <a:noFill/>
              </a:ln>
              <a:solidFill>
                <a:srgbClr val="000000"/>
              </a:solidFill>
              <a:effectLst/>
              <a:uLnTx/>
              <a:uFillTx/>
              <a:latin typeface="HP Forma DJR Office" pitchFamily="2" charset="0"/>
            </a:endParaRPr>
          </a:p>
        </p:txBody>
      </p:sp>
      <p:sp>
        <p:nvSpPr>
          <p:cNvPr id="6" name="Shape 4"/>
          <p:cNvSpPr/>
          <p:nvPr/>
        </p:nvSpPr>
        <p:spPr>
          <a:xfrm>
            <a:off x="640080" y="2011680"/>
            <a:ext cx="5029200" cy="457200"/>
          </a:xfrm>
          <a:prstGeom prst="rect">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HP Forma DJR Office" pitchFamily="2" charset="0"/>
            </a:endParaRPr>
          </a:p>
        </p:txBody>
      </p:sp>
      <p:sp>
        <p:nvSpPr>
          <p:cNvPr id="7" name="Text 5"/>
          <p:cNvSpPr/>
          <p:nvPr/>
        </p:nvSpPr>
        <p:spPr>
          <a:xfrm>
            <a:off x="640080" y="2011680"/>
            <a:ext cx="5029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HP ZGX Nano</a:t>
            </a:r>
            <a:endParaRPr kumimoji="0" lang="en-US" sz="1600" b="0" i="0" u="none" strike="noStrike" kern="1200" cap="none" spc="0" normalizeH="0" baseline="0" noProof="0">
              <a:ln>
                <a:noFill/>
              </a:ln>
              <a:solidFill>
                <a:srgbClr val="000000"/>
              </a:solidFill>
              <a:effectLst/>
              <a:uLnTx/>
              <a:uFillTx/>
              <a:latin typeface="HP Forma DJR Office" pitchFamily="2" charset="0"/>
            </a:endParaRPr>
          </a:p>
        </p:txBody>
      </p:sp>
      <p:sp>
        <p:nvSpPr>
          <p:cNvPr id="8" name="Text 6"/>
          <p:cNvSpPr/>
          <p:nvPr/>
        </p:nvSpPr>
        <p:spPr>
          <a:xfrm>
            <a:off x="640080" y="2560320"/>
            <a:ext cx="5029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1" u="none" strike="noStrike" kern="1200" cap="none" spc="0" normalizeH="0" baseline="0" noProof="0">
                <a:ln>
                  <a:noFill/>
                </a:ln>
                <a:solidFill>
                  <a:srgbClr val="0096D6"/>
                </a:solidFill>
                <a:effectLst/>
                <a:uLnTx/>
                <a:uFillTx/>
                <a:latin typeface="Arial" pitchFamily="34" charset="0"/>
                <a:ea typeface="Arial" pitchFamily="34" charset="-122"/>
                <a:cs typeface="Arial" pitchFamily="34" charset="-120"/>
              </a:rPr>
              <a:t>Là où commence le développement de l'IA</a:t>
            </a: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sp>
        <p:nvSpPr>
          <p:cNvPr id="9" name="Text 7"/>
          <p:cNvSpPr/>
          <p:nvPr/>
        </p:nvSpPr>
        <p:spPr>
          <a:xfrm>
            <a:off x="640080" y="2880360"/>
            <a:ext cx="5029200" cy="1463040"/>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Arial" pitchFamily="34" charset="0"/>
                <a:ea typeface="Arial" pitchFamily="34" charset="-122"/>
                <a:cs typeface="Arial" pitchFamily="34" charset="-120"/>
              </a:rPr>
              <a:t>Expérimentez, affinez et validez localement : aucun coût cloud, aucune donnée ne quitte vos locaux. Conçu pour : Les développeurs d'IA qui itèrent sur des modèles de jusqu'à 70 milliards de paramètres (affinage) et 200 milliards de paramètres (inférence locale). Idéal pour le prototypage, l'affinage LoRA/QLoRA et le développement de preuves de concept.</a:t>
            </a:r>
            <a:endParaRPr kumimoji="0" lang="en-US" sz="1100" b="0" i="0" u="none" strike="noStrike" kern="1200" cap="none" spc="0" normalizeH="0" baseline="0" noProof="0" dirty="0">
              <a:ln>
                <a:noFill/>
              </a:ln>
              <a:solidFill>
                <a:srgbClr val="000000"/>
              </a:solidFill>
              <a:effectLst/>
              <a:uLnTx/>
              <a:uFillTx/>
              <a:latin typeface="HP Forma DJR Office" pitchFamily="2" charset="0"/>
            </a:endParaRPr>
          </a:p>
          <a:p>
            <a:pPr marL="0" marR="0" lvl="0" indent="0" algn="l" defTabSz="914400" rtl="0" eaLnBrk="1" fontAlgn="auto" latinLnBrk="0" hangingPunct="1">
              <a:lnSpc>
                <a:spcPct val="115000"/>
              </a:lnSpc>
              <a:spcBef>
                <a:spcPts val="0"/>
              </a:spcBef>
              <a:spcAft>
                <a:spcPts val="400"/>
              </a:spcAft>
              <a:buClrTx/>
              <a:buSzTx/>
              <a:buFontTx/>
              <a:buNone/>
              <a:tabLst/>
              <a:defRPr/>
            </a:pPr>
            <a:r>
              <a:rPr kumimoji="0" lang="en-US" sz="1100" b="1" i="0" u="none" strike="noStrike" kern="1200" cap="none" spc="0" normalizeH="0" baseline="0" noProof="0" dirty="0">
                <a:ln>
                  <a:noFill/>
                </a:ln>
                <a:solidFill>
                  <a:srgbClr val="333333"/>
                </a:solidFill>
                <a:effectLst/>
                <a:uLnTx/>
                <a:uFillTx/>
                <a:latin typeface="Arial" pitchFamily="34" charset="0"/>
                <a:ea typeface="Arial" pitchFamily="34" charset="-122"/>
                <a:cs typeface="Arial" pitchFamily="34" charset="-120"/>
              </a:rPr>
              <a:t/>
            </a:r>
            <a:endParaRPr kumimoji="0" lang="en-US" sz="1100" b="0" i="0" u="none" strike="noStrike" kern="1200" cap="none" spc="0" normalizeH="0" baseline="0" noProof="0" dirty="0">
              <a:ln>
                <a:noFill/>
              </a:ln>
              <a:solidFill>
                <a:srgbClr val="000000"/>
              </a:solidFill>
              <a:effectLst/>
              <a:uLnTx/>
              <a:uFillTx/>
              <a:latin typeface="HP Forma DJR Office" pitchFamily="2" charset="0"/>
            </a:endParaRPr>
          </a:p>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Arial" pitchFamily="34" charset="0"/>
                <a:ea typeface="Arial" pitchFamily="34" charset="-122"/>
                <a:cs typeface="Arial" pitchFamily="34" charset="-120"/>
              </a:rPr>
              <a:t/>
            </a:r>
            <a:r>
              <a:rPr kumimoji="0" lang="en-US" sz="1100" b="0" i="0" u="none" strike="noStrike" kern="1200" cap="none" spc="0" normalizeH="0" baseline="0" noProof="0" dirty="0" err="1">
                <a:ln>
                  <a:noFill/>
                </a:ln>
                <a:solidFill>
                  <a:srgbClr val="333333"/>
                </a:solidFill>
                <a:effectLst/>
                <a:uLnTx/>
                <a:uFillTx/>
                <a:latin typeface="Arial" pitchFamily="34" charset="0"/>
                <a:ea typeface="Arial" pitchFamily="34" charset="-122"/>
                <a:cs typeface="Arial" pitchFamily="34" charset="-120"/>
              </a:rPr>
              <a:t/>
            </a:r>
            <a:r>
              <a:rPr kumimoji="0" lang="en-US" sz="1100" b="0" i="0" u="none" strike="noStrike" kern="1200" cap="none" spc="0" normalizeH="0" baseline="0" noProof="0" dirty="0">
                <a:ln>
                  <a:noFill/>
                </a:ln>
                <a:solidFill>
                  <a:srgbClr val="333333"/>
                </a:solidFill>
                <a:effectLst/>
                <a:uLnTx/>
                <a:uFillTx/>
                <a:latin typeface="Arial" pitchFamily="34" charset="0"/>
                <a:ea typeface="Arial" pitchFamily="34" charset="-122"/>
                <a:cs typeface="Arial" pitchFamily="34" charset="-120"/>
              </a:rPr>
              <a:t/>
            </a:r>
            <a:r>
              <a:rPr kumimoji="0" lang="en-US" sz="1100" b="0" i="0" u="none" strike="noStrike" kern="1200" cap="none" spc="0" normalizeH="0" baseline="0" noProof="0" dirty="0" err="1">
                <a:ln>
                  <a:noFill/>
                </a:ln>
                <a:solidFill>
                  <a:srgbClr val="333333"/>
                </a:solidFill>
                <a:effectLst/>
                <a:uLnTx/>
                <a:uFillTx/>
                <a:latin typeface="Arial" pitchFamily="34" charset="0"/>
                <a:ea typeface="Arial" pitchFamily="34" charset="-122"/>
                <a:cs typeface="Arial" pitchFamily="34" charset="-120"/>
              </a:rPr>
              <a:t/>
            </a:r>
            <a:r>
              <a:rPr kumimoji="0" lang="en-US" sz="1100" b="0" i="0" u="none" strike="noStrike" kern="1200" cap="none" spc="0" normalizeH="0" baseline="0" noProof="0" dirty="0">
                <a:ln>
                  <a:noFill/>
                </a:ln>
                <a:solidFill>
                  <a:srgbClr val="333333"/>
                </a:solidFill>
                <a:effectLst/>
                <a:uLnTx/>
                <a:uFillTx/>
                <a:latin typeface="Arial" pitchFamily="34" charset="0"/>
                <a:ea typeface="Arial" pitchFamily="34" charset="-122"/>
                <a:cs typeface="Arial" pitchFamily="34" charset="-120"/>
              </a:rPr>
              <a:t/>
            </a:r>
            <a:endParaRPr kumimoji="0" lang="en-US" sz="1100" b="0" i="0" u="none" strike="noStrike" kern="1200" cap="none" spc="0" normalizeH="0" baseline="0" noProof="0" dirty="0">
              <a:ln>
                <a:noFill/>
              </a:ln>
              <a:solidFill>
                <a:srgbClr val="000000"/>
              </a:solidFill>
              <a:effectLst/>
              <a:uLnTx/>
              <a:uFillTx/>
              <a:latin typeface="HP Forma DJR Office" pitchFamily="2" charset="0"/>
            </a:endParaRPr>
          </a:p>
        </p:txBody>
      </p:sp>
      <p:graphicFrame>
        <p:nvGraphicFramePr>
          <p:cNvPr id="10" name="Table 0"/>
          <p:cNvGraphicFramePr>
            <a:graphicFrameLocks noGrp="1"/>
          </p:cNvGraphicFramePr>
          <p:nvPr/>
        </p:nvGraphicFramePr>
        <p:xfrm>
          <a:off x="640080" y="4434840"/>
          <a:ext cx="5029200" cy="1143000"/>
        </p:xfrm>
        <a:graphic>
          <a:graphicData uri="http://schemas.openxmlformats.org/drawingml/2006/table">
            <a:tbl>
              <a:tblPr/>
              <a:tblGrid>
                <a:gridCol w="128016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tblGrid>
              <a:tr h="228600">
                <a:tc>
                  <a:txBody>
                    <a:bodyPr/>
                    <a:lstStyle/>
                    <a:p>
                      <a:pPr marL="0" indent="0">
                        <a:buNone/>
                      </a:pPr>
                      <a:r>
                        <a:rPr lang="en-US" sz="900" b="1">
                          <a:solidFill>
                            <a:schemeClr val="tx1"/>
                          </a:solidFill>
                          <a:latin typeface="Arial" pitchFamily="34" charset="0"/>
                          <a:ea typeface="Arial" pitchFamily="34" charset="-122"/>
                          <a:cs typeface="Arial" pitchFamily="34" charset="-120"/>
                        </a:rPr>
                        <a:t>Spécification</a:t>
                      </a:r>
                      <a:endParaRPr lang="en-US" sz="900">
                        <a:solidFill>
                          <a:schemeClr val="tx1"/>
                        </a:solidFill>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4FA"/>
                    </a:solidFill>
                  </a:tcPr>
                </a:tc>
                <a:tc>
                  <a:txBody>
                    <a:bodyPr/>
                    <a:lstStyle/>
                    <a:p>
                      <a:pPr marL="0" indent="0">
                        <a:buNone/>
                      </a:pPr>
                      <a:r>
                        <a:rPr lang="en-US" sz="900" b="1">
                          <a:solidFill>
                            <a:schemeClr val="tx1"/>
                          </a:solidFill>
                          <a:latin typeface="Arial" pitchFamily="34" charset="0"/>
                          <a:ea typeface="Arial" pitchFamily="34" charset="-122"/>
                          <a:cs typeface="Arial" pitchFamily="34" charset="-120"/>
                        </a:rPr>
                        <a:t>Détail</a:t>
                      </a:r>
                      <a:endParaRPr lang="en-US" sz="900">
                        <a:solidFill>
                          <a:schemeClr val="tx1"/>
                        </a:solidFill>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4FA"/>
                    </a:solidFill>
                  </a:tcPr>
                </a:tc>
                <a:extLst>
                  <a:ext uri="{0D108BD9-81ED-4DB2-BD59-A6C34878D82A}">
                    <a16:rowId xmlns:a16="http://schemas.microsoft.com/office/drawing/2014/main" val="10000"/>
                  </a:ext>
                </a:extLst>
              </a:tr>
              <a:tr h="228600">
                <a:tc>
                  <a:txBody>
                    <a:bodyPr/>
                    <a:lstStyle/>
                    <a:p>
                      <a:pPr marL="0" indent="0">
                        <a:buNone/>
                      </a:pPr>
                      <a:r>
                        <a:rPr lang="en-US" sz="900" b="1">
                          <a:solidFill>
                            <a:srgbClr val="333333"/>
                          </a:solidFill>
                          <a:latin typeface="Arial" pitchFamily="34" charset="0"/>
                          <a:ea typeface="Arial" pitchFamily="34" charset="-122"/>
                          <a:cs typeface="Arial" pitchFamily="34" charset="-120"/>
                        </a:rPr>
                        <a:t>GPU</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a:solidFill>
                            <a:srgbClr val="444444"/>
                          </a:solidFill>
                          <a:latin typeface="Arial" pitchFamily="34" charset="0"/>
                          <a:ea typeface="Arial" pitchFamily="34" charset="-122"/>
                          <a:cs typeface="Arial" pitchFamily="34" charset="-120"/>
                        </a:rPr>
                        <a:t>NVIDIA GB10 Grace Blackwell</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8600">
                <a:tc>
                  <a:txBody>
                    <a:bodyPr/>
                    <a:lstStyle/>
                    <a:p>
                      <a:pPr marL="0" indent="0">
                        <a:buNone/>
                      </a:pPr>
                      <a:r>
                        <a:rPr lang="en-US" sz="900" b="1">
                          <a:solidFill>
                            <a:srgbClr val="333333"/>
                          </a:solidFill>
                          <a:latin typeface="Arial" pitchFamily="34" charset="0"/>
                          <a:ea typeface="Arial" pitchFamily="34" charset="-122"/>
                          <a:cs typeface="Arial" pitchFamily="34" charset="-120"/>
                        </a:rPr>
                        <a:t>Mémoire</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marL="0" indent="0">
                        <a:buNone/>
                      </a:pPr>
                      <a:r>
                        <a:rPr lang="en-US" sz="900">
                          <a:solidFill>
                            <a:srgbClr val="444444"/>
                          </a:solidFill>
                          <a:latin typeface="Arial" pitchFamily="34" charset="0"/>
                          <a:ea typeface="Arial" pitchFamily="34" charset="-122"/>
                          <a:cs typeface="Arial" pitchFamily="34" charset="-120"/>
                        </a:rPr>
                        <a:t>128 Go cohérents unifiés (273 Go/s)</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2"/>
                  </a:ext>
                </a:extLst>
              </a:tr>
              <a:tr h="228600">
                <a:tc>
                  <a:txBody>
                    <a:bodyPr/>
                    <a:lstStyle/>
                    <a:p>
                      <a:pPr marL="0" indent="0">
                        <a:buNone/>
                      </a:pPr>
                      <a:r>
                        <a:rPr lang="en-US" sz="900" b="1">
                          <a:solidFill>
                            <a:srgbClr val="333333"/>
                          </a:solidFill>
                          <a:latin typeface="Arial" pitchFamily="34" charset="0"/>
                          <a:ea typeface="Arial" pitchFamily="34" charset="-122"/>
                          <a:cs typeface="Arial" pitchFamily="34" charset="-120"/>
                        </a:rPr>
                        <a:t>Perf. Tensorielle</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a:solidFill>
                            <a:srgbClr val="444444"/>
                          </a:solidFill>
                          <a:latin typeface="Arial" pitchFamily="34" charset="0"/>
                          <a:ea typeface="Arial" pitchFamily="34" charset="-122"/>
                          <a:cs typeface="Arial" pitchFamily="34" charset="-120"/>
                        </a:rPr>
                        <a:t>Jusqu'à 1 PFLOP FP4</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28600">
                <a:tc>
                  <a:txBody>
                    <a:bodyPr/>
                    <a:lstStyle/>
                    <a:p>
                      <a:pPr marL="0" indent="0">
                        <a:buNone/>
                      </a:pPr>
                      <a:r>
                        <a:rPr lang="en-US" sz="900" b="1">
                          <a:solidFill>
                            <a:srgbClr val="333333"/>
                          </a:solidFill>
                          <a:latin typeface="Arial" pitchFamily="34" charset="0"/>
                          <a:ea typeface="Arial" pitchFamily="34" charset="-122"/>
                          <a:cs typeface="Arial" pitchFamily="34" charset="-120"/>
                        </a:rPr>
                        <a:t>Facteur de forme</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marL="0" indent="0">
                        <a:buNone/>
                      </a:pPr>
                      <a:r>
                        <a:rPr lang="en-US" sz="900" dirty="0">
                          <a:solidFill>
                            <a:srgbClr val="444444"/>
                          </a:solidFill>
                          <a:latin typeface="Arial" pitchFamily="34" charset="0"/>
                          <a:ea typeface="Arial" pitchFamily="34" charset="-122"/>
                          <a:cs typeface="Arial" pitchFamily="34" charset="-120"/>
                        </a:rPr>
                        <a:t>Bureau compact - 240 W</a:t>
                      </a:r>
                      <a:endParaRPr lang="en-US" sz="900" dirty="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4"/>
                  </a:ext>
                </a:extLst>
              </a:tr>
            </a:tbl>
          </a:graphicData>
        </a:graphic>
      </p:graphicFrame>
      <p:sp>
        <p:nvSpPr>
          <p:cNvPr id="13" name="Text 10"/>
          <p:cNvSpPr/>
          <p:nvPr/>
        </p:nvSpPr>
        <p:spPr>
          <a:xfrm>
            <a:off x="5699762" y="3383280"/>
            <a:ext cx="82296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24AD8"/>
                </a:solidFill>
                <a:effectLst/>
                <a:uLnTx/>
                <a:uFillTx/>
                <a:latin typeface="Arial" pitchFamily="34" charset="0"/>
                <a:ea typeface="Arial" pitchFamily="34" charset="-122"/>
                <a:cs typeface="Arial" pitchFamily="34" charset="-120"/>
              </a:rPr>
              <a:t>Mise à l'échelle</a:t>
            </a:r>
            <a:endParaRPr kumimoji="0" lang="en-US" sz="800" b="0" i="0" u="none" strike="noStrike" kern="1200" cap="none" spc="0" normalizeH="0" baseline="0" noProof="0">
              <a:ln>
                <a:noFill/>
              </a:ln>
              <a:solidFill>
                <a:srgbClr val="024AD8"/>
              </a:solidFill>
              <a:effectLst/>
              <a:uLnTx/>
              <a:uFillTx/>
              <a:latin typeface="HP Forma DJR Office" pitchFamily="2" charset="0"/>
            </a:endParaRPr>
          </a:p>
        </p:txBody>
      </p:sp>
      <p:sp>
        <p:nvSpPr>
          <p:cNvPr id="14" name="Shape 11"/>
          <p:cNvSpPr/>
          <p:nvPr/>
        </p:nvSpPr>
        <p:spPr>
          <a:xfrm>
            <a:off x="6492240" y="2011680"/>
            <a:ext cx="5029200" cy="457200"/>
          </a:xfrm>
          <a:prstGeom prst="rect">
            <a:avLst/>
          </a:prstGeom>
          <a:solidFill>
            <a:srgbClr val="1A1A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HP Forma DJR Office" pitchFamily="2" charset="0"/>
            </a:endParaRPr>
          </a:p>
        </p:txBody>
      </p:sp>
      <p:sp>
        <p:nvSpPr>
          <p:cNvPr id="15" name="Text 12"/>
          <p:cNvSpPr/>
          <p:nvPr/>
        </p:nvSpPr>
        <p:spPr>
          <a:xfrm>
            <a:off x="6492240" y="2011680"/>
            <a:ext cx="5029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HP ZGX Fury</a:t>
            </a:r>
            <a:endParaRPr kumimoji="0" lang="en-US" sz="1600" b="0" i="0" u="none" strike="noStrike" kern="1200" cap="none" spc="0" normalizeH="0" baseline="0" noProof="0">
              <a:ln>
                <a:noFill/>
              </a:ln>
              <a:solidFill>
                <a:srgbClr val="000000"/>
              </a:solidFill>
              <a:effectLst/>
              <a:uLnTx/>
              <a:uFillTx/>
              <a:latin typeface="HP Forma DJR Office" pitchFamily="2" charset="0"/>
            </a:endParaRPr>
          </a:p>
        </p:txBody>
      </p:sp>
      <p:sp>
        <p:nvSpPr>
          <p:cNvPr id="16" name="Text 13"/>
          <p:cNvSpPr/>
          <p:nvPr/>
        </p:nvSpPr>
        <p:spPr>
          <a:xfrm>
            <a:off x="6492240" y="2560320"/>
            <a:ext cx="5029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1" u="none" strike="noStrike" kern="1200" cap="none" spc="0" normalizeH="0" baseline="0" noProof="0">
                <a:ln>
                  <a:noFill/>
                </a:ln>
                <a:solidFill>
                  <a:srgbClr val="1A1A2E"/>
                </a:solidFill>
                <a:effectLst/>
                <a:uLnTx/>
                <a:uFillTx/>
                <a:latin typeface="Arial" pitchFamily="34" charset="0"/>
                <a:ea typeface="Arial" pitchFamily="34" charset="-122"/>
                <a:cs typeface="Arial" pitchFamily="34" charset="-120"/>
              </a:rPr>
              <a:t>Là où l'IA passe en production</a:t>
            </a: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sp>
        <p:nvSpPr>
          <p:cNvPr id="17" name="Text 14"/>
          <p:cNvSpPr/>
          <p:nvPr/>
        </p:nvSpPr>
        <p:spPr>
          <a:xfrm>
            <a:off x="6492240" y="2880360"/>
            <a:ext cx="5029200" cy="1463040"/>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US" sz="1100" b="0" i="0" u="none" strike="noStrike" kern="1200" cap="none" spc="0" normalizeH="0" baseline="0" noProof="0">
                <a:ln>
                  <a:noFill/>
                </a:ln>
                <a:solidFill>
                  <a:srgbClr val="333333"/>
                </a:solidFill>
                <a:effectLst/>
                <a:uLnTx/>
                <a:uFillTx/>
                <a:latin typeface="Arial" pitchFamily="34" charset="0"/>
                <a:ea typeface="Arial" pitchFamily="34" charset="-122"/>
                <a:cs typeface="Arial" pitchFamily="34" charset="-120"/>
              </a:rPr>
              <a:t>Exécutez l'inférence de production à l'échelle départementale : servez plusieurs utilisateurs simultanés avec des modèles de pointe, en local. Conçu pour : Les équipes déployant des services d'IA en production, exécutant un affinage à grande échelle et servant une inférence à haut débit pour les applications d'entreprise. Infrastructure d'IA départementale sans centre de données.</a:t>
            </a:r>
            <a:endParaRPr kumimoji="0" lang="en-US" sz="1100" b="0" i="0" u="none" strike="noStrike" kern="1200" cap="none" spc="0" normalizeH="0" baseline="0" noProof="0">
              <a:ln>
                <a:noFill/>
              </a:ln>
              <a:solidFill>
                <a:srgbClr val="000000"/>
              </a:solidFill>
              <a:effectLst/>
              <a:uLnTx/>
              <a:uFillTx/>
              <a:latin typeface="HP Forma DJR Office" pitchFamily="2" charset="0"/>
            </a:endParaRPr>
          </a:p>
          <a:p>
            <a:pPr marL="0" marR="0" lvl="0" indent="0" algn="l" defTabSz="914400" rtl="0" eaLnBrk="1" fontAlgn="auto" latinLnBrk="0" hangingPunct="1">
              <a:lnSpc>
                <a:spcPct val="115000"/>
              </a:lnSpc>
              <a:spcBef>
                <a:spcPts val="0"/>
              </a:spcBef>
              <a:spcAft>
                <a:spcPts val="400"/>
              </a:spcAft>
              <a:buClrTx/>
              <a:buSzTx/>
              <a:buFontTx/>
              <a:buNone/>
              <a:tabLst/>
              <a:defRPr/>
            </a:pPr>
            <a:r>
              <a:rPr kumimoji="0" lang="en-US" sz="1100" b="1" i="0" u="none" strike="noStrike" kern="1200" cap="none" spc="0" normalizeH="0" baseline="0" noProof="0">
                <a:ln>
                  <a:noFill/>
                </a:ln>
                <a:solidFill>
                  <a:srgbClr val="333333"/>
                </a:solidFill>
                <a:effectLst/>
                <a:uLnTx/>
                <a:uFillTx/>
                <a:latin typeface="Arial" pitchFamily="34" charset="0"/>
                <a:ea typeface="Arial" pitchFamily="34" charset="-122"/>
                <a:cs typeface="Arial" pitchFamily="34" charset="-120"/>
              </a:rPr>
              <a:t/>
            </a:r>
            <a:endParaRPr kumimoji="0" lang="en-US" sz="1100" b="0" i="0" u="none" strike="noStrike" kern="1200" cap="none" spc="0" normalizeH="0" baseline="0" noProof="0">
              <a:ln>
                <a:noFill/>
              </a:ln>
              <a:solidFill>
                <a:srgbClr val="000000"/>
              </a:solidFill>
              <a:effectLst/>
              <a:uLnTx/>
              <a:uFillTx/>
              <a:latin typeface="HP Forma DJR Office" pitchFamily="2" charset="0"/>
            </a:endParaRPr>
          </a:p>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US" sz="1100" b="0" i="0" u="none" strike="noStrike" kern="1200" cap="none" spc="0" normalizeH="0" baseline="0" noProof="0">
                <a:ln>
                  <a:noFill/>
                </a:ln>
                <a:solidFill>
                  <a:srgbClr val="333333"/>
                </a:solidFill>
                <a:effectLst/>
                <a:uLnTx/>
                <a:uFillTx/>
                <a:latin typeface="Arial" pitchFamily="34" charset="0"/>
                <a:ea typeface="Arial" pitchFamily="34" charset="-122"/>
                <a:cs typeface="Arial" pitchFamily="34" charset="-120"/>
              </a:rPr>
              <a:t/>
            </a:r>
            <a:endParaRPr kumimoji="0" lang="en-US" sz="1100" b="0" i="0" u="none" strike="noStrike" kern="1200" cap="none" spc="0" normalizeH="0" baseline="0" noProof="0">
              <a:ln>
                <a:noFill/>
              </a:ln>
              <a:solidFill>
                <a:srgbClr val="000000"/>
              </a:solidFill>
              <a:effectLst/>
              <a:uLnTx/>
              <a:uFillTx/>
              <a:latin typeface="HP Forma DJR Office" pitchFamily="2" charset="0"/>
            </a:endParaRPr>
          </a:p>
        </p:txBody>
      </p:sp>
      <p:graphicFrame>
        <p:nvGraphicFramePr>
          <p:cNvPr id="18" name="Table 1"/>
          <p:cNvGraphicFramePr>
            <a:graphicFrameLocks noGrp="1"/>
          </p:cNvGraphicFramePr>
          <p:nvPr/>
        </p:nvGraphicFramePr>
        <p:xfrm>
          <a:off x="6492240" y="4434840"/>
          <a:ext cx="5029200" cy="1143000"/>
        </p:xfrm>
        <a:graphic>
          <a:graphicData uri="http://schemas.openxmlformats.org/drawingml/2006/table">
            <a:tbl>
              <a:tblPr/>
              <a:tblGrid>
                <a:gridCol w="128016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tblGrid>
              <a:tr h="228600">
                <a:tc>
                  <a:txBody>
                    <a:bodyPr/>
                    <a:lstStyle/>
                    <a:p>
                      <a:pPr marL="0" indent="0">
                        <a:buNone/>
                      </a:pPr>
                      <a:r>
                        <a:rPr lang="en-US" sz="900" b="1">
                          <a:solidFill>
                            <a:srgbClr val="1A1A2E"/>
                          </a:solidFill>
                          <a:latin typeface="Arial" pitchFamily="34" charset="0"/>
                          <a:ea typeface="Arial" pitchFamily="34" charset="-122"/>
                          <a:cs typeface="Arial" pitchFamily="34" charset="-120"/>
                        </a:rPr>
                        <a:t>Spécification</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EDF0"/>
                    </a:solidFill>
                  </a:tcPr>
                </a:tc>
                <a:tc>
                  <a:txBody>
                    <a:bodyPr/>
                    <a:lstStyle/>
                    <a:p>
                      <a:pPr marL="0" indent="0">
                        <a:buNone/>
                      </a:pPr>
                      <a:r>
                        <a:rPr lang="en-US" sz="900" b="1">
                          <a:solidFill>
                            <a:srgbClr val="1A1A2E"/>
                          </a:solidFill>
                          <a:latin typeface="Arial" pitchFamily="34" charset="0"/>
                          <a:ea typeface="Arial" pitchFamily="34" charset="-122"/>
                          <a:cs typeface="Arial" pitchFamily="34" charset="-120"/>
                        </a:rPr>
                        <a:t>Détail</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EDF0"/>
                    </a:solidFill>
                  </a:tcPr>
                </a:tc>
                <a:extLst>
                  <a:ext uri="{0D108BD9-81ED-4DB2-BD59-A6C34878D82A}">
                    <a16:rowId xmlns:a16="http://schemas.microsoft.com/office/drawing/2014/main" val="10000"/>
                  </a:ext>
                </a:extLst>
              </a:tr>
              <a:tr h="228600">
                <a:tc>
                  <a:txBody>
                    <a:bodyPr/>
                    <a:lstStyle/>
                    <a:p>
                      <a:pPr marL="0" indent="0">
                        <a:buNone/>
                      </a:pPr>
                      <a:r>
                        <a:rPr lang="en-US" sz="900" b="1">
                          <a:solidFill>
                            <a:srgbClr val="333333"/>
                          </a:solidFill>
                          <a:latin typeface="Arial" pitchFamily="34" charset="0"/>
                          <a:ea typeface="Arial" pitchFamily="34" charset="-122"/>
                          <a:cs typeface="Arial" pitchFamily="34" charset="-120"/>
                        </a:rPr>
                        <a:t>GPU</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a:solidFill>
                            <a:srgbClr val="444444"/>
                          </a:solidFill>
                          <a:latin typeface="Arial" pitchFamily="34" charset="0"/>
                          <a:ea typeface="Arial" pitchFamily="34" charset="-122"/>
                          <a:cs typeface="Arial" pitchFamily="34" charset="-120"/>
                        </a:rPr>
                        <a:t>1x NVIDIA Blackwell Ultra (GB300)</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8600">
                <a:tc>
                  <a:txBody>
                    <a:bodyPr/>
                    <a:lstStyle/>
                    <a:p>
                      <a:pPr marL="0" indent="0">
                        <a:buNone/>
                      </a:pPr>
                      <a:r>
                        <a:rPr lang="en-US" sz="900" b="1">
                          <a:solidFill>
                            <a:srgbClr val="333333"/>
                          </a:solidFill>
                          <a:latin typeface="Arial" pitchFamily="34" charset="0"/>
                          <a:ea typeface="Arial" pitchFamily="34" charset="-122"/>
                          <a:cs typeface="Arial" pitchFamily="34" charset="-120"/>
                        </a:rPr>
                        <a:t>Mémoire</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marL="0" indent="0">
                        <a:buNone/>
                      </a:pPr>
                      <a:r>
                        <a:rPr lang="en-US" sz="900">
                          <a:solidFill>
                            <a:srgbClr val="444444"/>
                          </a:solidFill>
                          <a:latin typeface="Arial" pitchFamily="34" charset="0"/>
                          <a:ea typeface="Arial" pitchFamily="34" charset="-122"/>
                          <a:cs typeface="Arial" pitchFamily="34" charset="-120"/>
                        </a:rPr>
                        <a:t>748 Go cohérents (7,1 To/s HBM3e + 396 Go/s)</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2"/>
                  </a:ext>
                </a:extLst>
              </a:tr>
              <a:tr h="228600">
                <a:tc>
                  <a:txBody>
                    <a:bodyPr/>
                    <a:lstStyle/>
                    <a:p>
                      <a:pPr marL="0" indent="0">
                        <a:buNone/>
                      </a:pPr>
                      <a:r>
                        <a:rPr lang="en-US" sz="900" b="1">
                          <a:solidFill>
                            <a:srgbClr val="333333"/>
                          </a:solidFill>
                          <a:latin typeface="Arial" pitchFamily="34" charset="0"/>
                          <a:ea typeface="Arial" pitchFamily="34" charset="-122"/>
                          <a:cs typeface="Arial" pitchFamily="34" charset="-120"/>
                        </a:rPr>
                        <a:t>CPU</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a:solidFill>
                            <a:srgbClr val="444444"/>
                          </a:solidFill>
                          <a:latin typeface="Arial" pitchFamily="34" charset="0"/>
                          <a:ea typeface="Arial" pitchFamily="34" charset="-122"/>
                          <a:cs typeface="Arial" pitchFamily="34" charset="-120"/>
                        </a:rPr>
                        <a:t>Grace Neoverse V2 72 cœurs</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28600">
                <a:tc>
                  <a:txBody>
                    <a:bodyPr/>
                    <a:lstStyle/>
                    <a:p>
                      <a:pPr marL="0" indent="0">
                        <a:buNone/>
                      </a:pPr>
                      <a:r>
                        <a:rPr lang="en-US" sz="900" b="1">
                          <a:solidFill>
                            <a:srgbClr val="333333"/>
                          </a:solidFill>
                          <a:latin typeface="Arial" pitchFamily="34" charset="0"/>
                          <a:ea typeface="Arial" pitchFamily="34" charset="-122"/>
                          <a:cs typeface="Arial" pitchFamily="34" charset="-120"/>
                        </a:rPr>
                        <a:t>Facteur de forme</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marL="0" indent="0">
                        <a:buNone/>
                      </a:pPr>
                      <a:r>
                        <a:rPr lang="en-US" sz="900">
                          <a:solidFill>
                            <a:srgbClr val="444444"/>
                          </a:solidFill>
                          <a:latin typeface="Arial" pitchFamily="34" charset="0"/>
                          <a:ea typeface="Arial" pitchFamily="34" charset="-122"/>
                          <a:cs typeface="Arial" pitchFamily="34" charset="-120"/>
                        </a:rPr>
                        <a:t>Tour / Rack 5U - refroidi par liquide, 1600 W</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4"/>
                  </a:ext>
                </a:extLst>
              </a:tr>
            </a:tbl>
          </a:graphicData>
        </a:graphic>
      </p:graphicFrame>
      <p:sp>
        <p:nvSpPr>
          <p:cNvPr id="19" name="Shape 15"/>
          <p:cNvSpPr/>
          <p:nvPr/>
        </p:nvSpPr>
        <p:spPr>
          <a:xfrm>
            <a:off x="0" y="5760720"/>
            <a:ext cx="12161520" cy="640080"/>
          </a:xfrm>
          <a:prstGeom prst="rect">
            <a:avLst/>
          </a:prstGeom>
          <a:solidFill>
            <a:srgbClr val="F5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HP Forma DJR Office" pitchFamily="2" charset="0"/>
            </a:endParaRPr>
          </a:p>
        </p:txBody>
      </p:sp>
      <p:sp>
        <p:nvSpPr>
          <p:cNvPr id="20" name="Text 16"/>
          <p:cNvSpPr/>
          <p:nvPr/>
        </p:nvSpPr>
        <p:spPr>
          <a:xfrm>
            <a:off x="640080" y="5806440"/>
            <a:ext cx="108813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33333"/>
                </a:solidFill>
                <a:effectLst/>
                <a:uLnTx/>
                <a:uFillTx/>
                <a:latin typeface="Arial" pitchFamily="34" charset="0"/>
                <a:ea typeface="Arial" pitchFamily="34" charset="-122"/>
                <a:cs typeface="Arial" pitchFamily="34" charset="-120"/>
              </a:rPr>
              <a:t>La plateforme ZGX élimine le faux choix entre le local et le cloud. Commencez sur le Nano : expérimentez librement, itérez rapidement, gardez vos données locales. Lorsque vous êtes prêt pour l'inférence de production ou un affinage plus intensif, passez au Fury sans modifier votre flux de travail, et si vous avez encore besoin de plus de puissance, migrez vers le cloud.</a:t>
            </a:r>
            <a:r>
              <a:rPr kumimoji="0" lang="en-US" sz="1200" b="1" i="0" u="none" strike="noStrike" kern="1200" cap="none" spc="0" normalizeH="0" baseline="0" noProof="0">
                <a:ln>
                  <a:noFill/>
                </a:ln>
                <a:solidFill>
                  <a:srgbClr val="333333"/>
                </a:solidFill>
                <a:effectLst/>
                <a:uLnTx/>
                <a:uFillTx/>
                <a:latin typeface="Arial" pitchFamily="34" charset="0"/>
                <a:ea typeface="Arial" pitchFamily="34" charset="-122"/>
                <a:cs typeface="Arial" pitchFamily="34" charset="-120"/>
              </a:rPr>
              <a:t/>
            </a:r>
            <a:endParaRPr kumimoji="0" lang="en-US" sz="1200" b="0" i="0" u="none" strike="noStrike" kern="1200" cap="none" spc="0" normalizeH="0" baseline="0" noProof="0">
              <a:ln>
                <a:noFill/>
              </a:ln>
              <a:solidFill>
                <a:srgbClr val="000000"/>
              </a:solidFill>
              <a:effectLst/>
              <a:uLnTx/>
              <a:uFillTx/>
              <a:latin typeface="HP Forma DJR Office" pitchFamily="2" charset="0"/>
            </a:endParaRPr>
          </a:p>
        </p:txBody>
      </p:sp>
      <p:sp>
        <p:nvSpPr>
          <p:cNvPr id="21" name="Text 17"/>
          <p:cNvSpPr/>
          <p:nvPr/>
        </p:nvSpPr>
        <p:spPr>
          <a:xfrm>
            <a:off x="8686800" y="6492240"/>
            <a:ext cx="3200400" cy="2286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999999"/>
                </a:solidFill>
                <a:effectLst/>
                <a:uLnTx/>
                <a:uFillTx/>
                <a:latin typeface="Arial" pitchFamily="34" charset="0"/>
                <a:ea typeface="Arial" pitchFamily="34" charset="-122"/>
                <a:cs typeface="Arial" pitchFamily="34" charset="-120"/>
              </a:rPr>
              <a:t>HP Restreint. Réservé à un usage interne HP uniquement.</a:t>
            </a:r>
            <a:endParaRPr kumimoji="0" lang="en-US" sz="800" b="0" i="0" u="none" strike="noStrike" kern="1200" cap="none" spc="0" normalizeH="0" baseline="0" noProof="0">
              <a:ln>
                <a:noFill/>
              </a:ln>
              <a:solidFill>
                <a:srgbClr val="000000"/>
              </a:solidFill>
              <a:effectLst/>
              <a:uLnTx/>
              <a:uFillTx/>
              <a:latin typeface="HP Forma DJR Office" pitchFamily="2" charset="0"/>
            </a:endParaRPr>
          </a:p>
        </p:txBody>
      </p:sp>
      <p:sp>
        <p:nvSpPr>
          <p:cNvPr id="22" name="Arrow: Right 21">
            <a:extLst>
              <a:ext uri="{FF2B5EF4-FFF2-40B4-BE49-F238E27FC236}">
                <a16:creationId xmlns:a16="http://schemas.microsoft.com/office/drawing/2014/main" id="{6C9DBB16-04B7-0E2A-62BD-035BD8DC3AE2}"/>
              </a:ext>
            </a:extLst>
          </p:cNvPr>
          <p:cNvSpPr/>
          <p:nvPr/>
        </p:nvSpPr>
        <p:spPr>
          <a:xfrm>
            <a:off x="5916706" y="3153335"/>
            <a:ext cx="376518" cy="184225"/>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none">
            <a:schemeClr val="tx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HP Forma DJR Office" pitchFamily="2"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818A9-5E7D-C720-D249-D5BD48E60DD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3DB6574-0A2E-FD5C-55E9-28E6A1C61244}"/>
              </a:ext>
            </a:extLst>
          </p:cNvPr>
          <p:cNvSpPr>
            <a:spLocks noGrp="1"/>
          </p:cNvSpPr>
          <p:nvPr>
            <p:ph type="title"/>
          </p:nvPr>
        </p:nvSpPr>
        <p:spPr>
          <a:xfrm>
            <a:off x="457200" y="441471"/>
            <a:ext cx="11278800" cy="393300"/>
          </a:xfrm>
        </p:spPr>
        <p:txBody>
          <a:bodyPr/>
          <a:lstStyle/>
          <a:p>
            <a:r>
              <a:rPr lang="en-US" dirty="0"/>
              <a:t>Le bon outil pour la bonne charge de travail</a:t>
            </a:r>
          </a:p>
        </p:txBody>
      </p:sp>
      <p:sp>
        <p:nvSpPr>
          <p:cNvPr id="6" name="Text Placeholder 5">
            <a:extLst>
              <a:ext uri="{FF2B5EF4-FFF2-40B4-BE49-F238E27FC236}">
                <a16:creationId xmlns:a16="http://schemas.microsoft.com/office/drawing/2014/main" id="{B449D0DE-2404-D542-B165-20CE7724FB78}"/>
              </a:ext>
            </a:extLst>
          </p:cNvPr>
          <p:cNvSpPr>
            <a:spLocks noGrp="1"/>
          </p:cNvSpPr>
          <p:nvPr>
            <p:ph type="body" sz="quarter" idx="13"/>
          </p:nvPr>
        </p:nvSpPr>
        <p:spPr>
          <a:xfrm>
            <a:off x="457200" y="834770"/>
            <a:ext cx="11278800" cy="295967"/>
          </a:xfrm>
        </p:spPr>
        <p:txBody>
          <a:bodyPr/>
          <a:lstStyle/>
          <a:p>
            <a:r>
              <a:rPr lang="en-US" dirty="0"/>
              <a:t>Le cloud et l'infrastructure sur site répondent à des besoins différents. Voici comment choisir.</a:t>
            </a:r>
          </a:p>
          <a:p>
            <a:endParaRPr lang="en-US" dirty="0"/>
          </a:p>
          <a:p>
            <a:endParaRPr lang="en-US" dirty="0"/>
          </a:p>
        </p:txBody>
      </p:sp>
      <p:sp>
        <p:nvSpPr>
          <p:cNvPr id="20" name="Shape 16">
            <a:extLst>
              <a:ext uri="{FF2B5EF4-FFF2-40B4-BE49-F238E27FC236}">
                <a16:creationId xmlns:a16="http://schemas.microsoft.com/office/drawing/2014/main" id="{A6C8F75C-2B87-F768-BA35-0234BD2958A9}"/>
              </a:ext>
            </a:extLst>
          </p:cNvPr>
          <p:cNvSpPr/>
          <p:nvPr/>
        </p:nvSpPr>
        <p:spPr>
          <a:xfrm>
            <a:off x="457200" y="4859166"/>
            <a:ext cx="10728960" cy="1026546"/>
          </a:xfrm>
          <a:prstGeom prst="rect">
            <a:avLst/>
          </a:prstGeom>
          <a:solidFill>
            <a:schemeClr val="tx2"/>
          </a:solidFill>
          <a:ln w="19050">
            <a:noFill/>
          </a:ln>
        </p:spPr>
        <p:txBody>
          <a:bodyPr/>
          <a:lstStyle/>
          <a:p>
            <a:pPr defTabSz="1219170"/>
            <a:endParaRPr lang="en-US" sz="2400">
              <a:solidFill>
                <a:prstClr val="black"/>
              </a:solidFill>
              <a:latin typeface="HP Forma DJR Office" pitchFamily="2" charset="0"/>
            </a:endParaRPr>
          </a:p>
        </p:txBody>
      </p:sp>
      <p:sp>
        <p:nvSpPr>
          <p:cNvPr id="33" name="Footer Placeholder 5">
            <a:extLst>
              <a:ext uri="{FF2B5EF4-FFF2-40B4-BE49-F238E27FC236}">
                <a16:creationId xmlns:a16="http://schemas.microsoft.com/office/drawing/2014/main" id="{C25BD500-569C-8DCB-9811-91402E1EE53D}"/>
              </a:ext>
            </a:extLst>
          </p:cNvPr>
          <p:cNvSpPr>
            <a:spLocks noGrp="1"/>
          </p:cNvSpPr>
          <p:nvPr>
            <p:ph type="ftr" sz="quarter" idx="18"/>
          </p:nvPr>
        </p:nvSpPr>
        <p:spPr>
          <a:xfrm>
            <a:off x="6396505" y="6316162"/>
            <a:ext cx="5339495" cy="107722"/>
          </a:xfrm>
        </p:spPr>
        <p:txBody>
          <a:bodyPr/>
          <a:lstStyle/>
          <a:p>
            <a:r>
              <a:rPr lang="en-US" dirty="0"/>
              <a:t>HP Restreint. Usage interne HP uniquement.</a:t>
            </a:r>
          </a:p>
        </p:txBody>
      </p:sp>
      <p:sp>
        <p:nvSpPr>
          <p:cNvPr id="10" name="Shape 3">
            <a:extLst>
              <a:ext uri="{FF2B5EF4-FFF2-40B4-BE49-F238E27FC236}">
                <a16:creationId xmlns:a16="http://schemas.microsoft.com/office/drawing/2014/main" id="{BC0D69A3-6BC5-2421-D05D-7D24AE00436E}"/>
              </a:ext>
            </a:extLst>
          </p:cNvPr>
          <p:cNvSpPr/>
          <p:nvPr/>
        </p:nvSpPr>
        <p:spPr>
          <a:xfrm>
            <a:off x="457200" y="1517348"/>
            <a:ext cx="5242560" cy="487680"/>
          </a:xfrm>
          <a:prstGeom prst="rect">
            <a:avLst/>
          </a:prstGeom>
          <a:solidFill>
            <a:srgbClr val="024AD8"/>
          </a:solidFill>
          <a:ln/>
        </p:spPr>
        <p:txBody>
          <a:bodyPr/>
          <a:lstStyle/>
          <a:p>
            <a:pPr defTabSz="1219170"/>
            <a:endParaRPr lang="en-US" sz="2400">
              <a:solidFill>
                <a:prstClr val="black"/>
              </a:solidFill>
              <a:latin typeface="HP Forma DJR Office" pitchFamily="2" charset="0"/>
            </a:endParaRPr>
          </a:p>
        </p:txBody>
      </p:sp>
      <p:sp>
        <p:nvSpPr>
          <p:cNvPr id="11" name="Text 4">
            <a:extLst>
              <a:ext uri="{FF2B5EF4-FFF2-40B4-BE49-F238E27FC236}">
                <a16:creationId xmlns:a16="http://schemas.microsoft.com/office/drawing/2014/main" id="{591C6DD7-D6BF-FA50-C1D5-679C61710CE9}"/>
              </a:ext>
            </a:extLst>
          </p:cNvPr>
          <p:cNvSpPr/>
          <p:nvPr/>
        </p:nvSpPr>
        <p:spPr>
          <a:xfrm>
            <a:off x="579120" y="1578308"/>
            <a:ext cx="4998720" cy="365760"/>
          </a:xfrm>
          <a:prstGeom prst="rect">
            <a:avLst/>
          </a:prstGeom>
          <a:noFill/>
          <a:ln/>
        </p:spPr>
        <p:txBody>
          <a:bodyPr wrap="square" rtlCol="0" anchor="ctr"/>
          <a:lstStyle/>
          <a:p>
            <a:pPr defTabSz="1219170"/>
            <a:r>
              <a:rPr lang="en-US" dirty="0">
                <a:solidFill>
                  <a:srgbClr val="FFFFFF"/>
                </a:solidFill>
                <a:latin typeface="+mj-lt"/>
                <a:ea typeface="Arial" pitchFamily="34" charset="-122"/>
                <a:cs typeface="Arial" pitchFamily="34" charset="-120"/>
              </a:rPr>
              <a:t>Quand ZGX Fury est la solution adaptée</a:t>
            </a:r>
            <a:endParaRPr lang="en-US" dirty="0">
              <a:solidFill>
                <a:prstClr val="black"/>
              </a:solidFill>
              <a:latin typeface="+mj-lt"/>
            </a:endParaRPr>
          </a:p>
        </p:txBody>
      </p:sp>
      <p:sp>
        <p:nvSpPr>
          <p:cNvPr id="12" name="Text 5">
            <a:extLst>
              <a:ext uri="{FF2B5EF4-FFF2-40B4-BE49-F238E27FC236}">
                <a16:creationId xmlns:a16="http://schemas.microsoft.com/office/drawing/2014/main" id="{41556292-AD27-DD95-22F7-FD6ED96540F6}"/>
              </a:ext>
            </a:extLst>
          </p:cNvPr>
          <p:cNvSpPr/>
          <p:nvPr/>
        </p:nvSpPr>
        <p:spPr>
          <a:xfrm>
            <a:off x="579120" y="2126948"/>
            <a:ext cx="4998720" cy="487680"/>
          </a:xfrm>
          <a:prstGeom prst="rect">
            <a:avLst/>
          </a:prstGeom>
          <a:noFill/>
          <a:ln/>
        </p:spPr>
        <p:txBody>
          <a:bodyPr wrap="square" rtlCol="0" anchor="ctr"/>
          <a:lstStyle/>
          <a:p>
            <a:pPr defTabSz="1219170"/>
            <a:r>
              <a:rPr lang="en-US" sz="1500" dirty="0">
                <a:solidFill>
                  <a:srgbClr val="333333"/>
                </a:solidFill>
                <a:latin typeface="HP Forma DJR Office" pitchFamily="2" charset="0"/>
                <a:ea typeface="Arial" pitchFamily="34" charset="-122"/>
                <a:cs typeface="Arial" pitchFamily="34" charset="-120"/>
              </a:rPr>
              <a:t>✓ Les données ne peuvent pas quitter vos installations (HIPAA, ITAR, propriété intellectuelle)</a:t>
            </a:r>
            <a:endParaRPr lang="en-US" sz="1500" dirty="0">
              <a:solidFill>
                <a:prstClr val="black"/>
              </a:solidFill>
              <a:latin typeface="HP Forma DJR Office" pitchFamily="2" charset="0"/>
            </a:endParaRPr>
          </a:p>
        </p:txBody>
      </p:sp>
      <p:sp>
        <p:nvSpPr>
          <p:cNvPr id="13" name="Text 6">
            <a:extLst>
              <a:ext uri="{FF2B5EF4-FFF2-40B4-BE49-F238E27FC236}">
                <a16:creationId xmlns:a16="http://schemas.microsoft.com/office/drawing/2014/main" id="{15307B10-32A6-F1DC-47C3-283F204328C8}"/>
              </a:ext>
            </a:extLst>
          </p:cNvPr>
          <p:cNvSpPr/>
          <p:nvPr/>
        </p:nvSpPr>
        <p:spPr>
          <a:xfrm>
            <a:off x="579120" y="2635247"/>
            <a:ext cx="4998720" cy="487680"/>
          </a:xfrm>
          <a:prstGeom prst="rect">
            <a:avLst/>
          </a:prstGeom>
          <a:noFill/>
          <a:ln/>
        </p:spPr>
        <p:txBody>
          <a:bodyPr wrap="square" rtlCol="0" anchor="ctr"/>
          <a:lstStyle/>
          <a:p>
            <a:pPr defTabSz="1219170"/>
            <a:r>
              <a:rPr lang="en-US" sz="1500" dirty="0">
                <a:solidFill>
                  <a:srgbClr val="333333"/>
                </a:solidFill>
                <a:latin typeface="HP Forma DJR Office" pitchFamily="2" charset="0"/>
                <a:ea typeface="Arial" pitchFamily="34" charset="-122"/>
                <a:cs typeface="Arial" pitchFamily="34" charset="-120"/>
              </a:rPr>
              <a:t>✓ Les coûts du cloud deviennent une préoccupation</a:t>
            </a:r>
            <a:endParaRPr lang="en-US" sz="1500" dirty="0">
              <a:solidFill>
                <a:prstClr val="black"/>
              </a:solidFill>
              <a:latin typeface="HP Forma DJR Office" pitchFamily="2" charset="0"/>
            </a:endParaRPr>
          </a:p>
        </p:txBody>
      </p:sp>
      <p:sp>
        <p:nvSpPr>
          <p:cNvPr id="17" name="Text 7">
            <a:extLst>
              <a:ext uri="{FF2B5EF4-FFF2-40B4-BE49-F238E27FC236}">
                <a16:creationId xmlns:a16="http://schemas.microsoft.com/office/drawing/2014/main" id="{A0055335-474D-7E1F-A4B3-DB5140A5B9A6}"/>
              </a:ext>
            </a:extLst>
          </p:cNvPr>
          <p:cNvSpPr/>
          <p:nvPr/>
        </p:nvSpPr>
        <p:spPr>
          <a:xfrm>
            <a:off x="579120" y="3143546"/>
            <a:ext cx="4998720" cy="487680"/>
          </a:xfrm>
          <a:prstGeom prst="rect">
            <a:avLst/>
          </a:prstGeom>
          <a:noFill/>
          <a:ln/>
        </p:spPr>
        <p:txBody>
          <a:bodyPr wrap="square" rtlCol="0" anchor="ctr"/>
          <a:lstStyle/>
          <a:p>
            <a:pPr defTabSz="1219170"/>
            <a:r>
              <a:rPr lang="en-US" sz="1500">
                <a:solidFill>
                  <a:srgbClr val="333333"/>
                </a:solidFill>
                <a:latin typeface="HP Forma DJR Office" pitchFamily="2" charset="0"/>
                <a:ea typeface="Arial" pitchFamily="34" charset="-122"/>
                <a:cs typeface="Arial" pitchFamily="34" charset="-120"/>
              </a:rPr>
              <a:t>✓ Les temps d'attente ralentissent le développement de votre équipe d'intelligence artificielle</a:t>
            </a:r>
            <a:endParaRPr lang="en-US" sz="1500">
              <a:solidFill>
                <a:prstClr val="black"/>
              </a:solidFill>
              <a:latin typeface="HP Forma DJR Office" pitchFamily="2" charset="0"/>
            </a:endParaRPr>
          </a:p>
        </p:txBody>
      </p:sp>
      <p:sp>
        <p:nvSpPr>
          <p:cNvPr id="18" name="Text 8">
            <a:extLst>
              <a:ext uri="{FF2B5EF4-FFF2-40B4-BE49-F238E27FC236}">
                <a16:creationId xmlns:a16="http://schemas.microsoft.com/office/drawing/2014/main" id="{3ADFED93-0D0C-D8A1-B85D-E4F177453E13}"/>
              </a:ext>
            </a:extLst>
          </p:cNvPr>
          <p:cNvSpPr/>
          <p:nvPr/>
        </p:nvSpPr>
        <p:spPr>
          <a:xfrm>
            <a:off x="579120" y="3651845"/>
            <a:ext cx="4998720" cy="487680"/>
          </a:xfrm>
          <a:prstGeom prst="rect">
            <a:avLst/>
          </a:prstGeom>
          <a:noFill/>
          <a:ln/>
        </p:spPr>
        <p:txBody>
          <a:bodyPr wrap="square" rtlCol="0" anchor="ctr"/>
          <a:lstStyle/>
          <a:p>
            <a:pPr defTabSz="1219170"/>
            <a:r>
              <a:rPr lang="en-US" sz="1500" dirty="0">
                <a:solidFill>
                  <a:srgbClr val="333333"/>
                </a:solidFill>
                <a:latin typeface="HP Forma DJR Office" pitchFamily="2" charset="0"/>
                <a:ea typeface="Arial" pitchFamily="34" charset="-122"/>
                <a:cs typeface="Arial" pitchFamily="34" charset="-120"/>
              </a:rPr>
              <a:t>✓ Vous avez besoin d'une latence déterministe pour la production</a:t>
            </a:r>
            <a:endParaRPr lang="en-US" sz="1500" dirty="0">
              <a:solidFill>
                <a:prstClr val="black"/>
              </a:solidFill>
              <a:latin typeface="HP Forma DJR Office" pitchFamily="2" charset="0"/>
            </a:endParaRPr>
          </a:p>
        </p:txBody>
      </p:sp>
      <p:sp>
        <p:nvSpPr>
          <p:cNvPr id="19" name="Text 9">
            <a:extLst>
              <a:ext uri="{FF2B5EF4-FFF2-40B4-BE49-F238E27FC236}">
                <a16:creationId xmlns:a16="http://schemas.microsoft.com/office/drawing/2014/main" id="{94F03A8C-3FC8-9799-CDE8-4D6AE496509E}"/>
              </a:ext>
            </a:extLst>
          </p:cNvPr>
          <p:cNvSpPr/>
          <p:nvPr/>
        </p:nvSpPr>
        <p:spPr>
          <a:xfrm>
            <a:off x="579120" y="4160144"/>
            <a:ext cx="4998720" cy="487680"/>
          </a:xfrm>
          <a:prstGeom prst="rect">
            <a:avLst/>
          </a:prstGeom>
          <a:noFill/>
          <a:ln/>
        </p:spPr>
        <p:txBody>
          <a:bodyPr wrap="square" rtlCol="0" anchor="ctr"/>
          <a:lstStyle/>
          <a:p>
            <a:pPr defTabSz="1219170"/>
            <a:r>
              <a:rPr lang="en-US" sz="1500">
                <a:solidFill>
                  <a:srgbClr val="333333"/>
                </a:solidFill>
                <a:latin typeface="HP Forma DJR Office" pitchFamily="2" charset="0"/>
                <a:ea typeface="Arial" pitchFamily="34" charset="-122"/>
                <a:cs typeface="Arial" pitchFamily="34" charset="-120"/>
              </a:rPr>
              <a:t>✓ Vous souhaitez une CapEx prévisible, et non une OpEx variable</a:t>
            </a:r>
            <a:endParaRPr lang="en-US" sz="1500">
              <a:solidFill>
                <a:prstClr val="black"/>
              </a:solidFill>
              <a:latin typeface="HP Forma DJR Office" pitchFamily="2" charset="0"/>
            </a:endParaRPr>
          </a:p>
        </p:txBody>
      </p:sp>
      <p:sp>
        <p:nvSpPr>
          <p:cNvPr id="34" name="Shape 10">
            <a:extLst>
              <a:ext uri="{FF2B5EF4-FFF2-40B4-BE49-F238E27FC236}">
                <a16:creationId xmlns:a16="http://schemas.microsoft.com/office/drawing/2014/main" id="{48A75EB7-D63C-0EDA-A3CC-1B224185ADE7}"/>
              </a:ext>
            </a:extLst>
          </p:cNvPr>
          <p:cNvSpPr/>
          <p:nvPr/>
        </p:nvSpPr>
        <p:spPr>
          <a:xfrm>
            <a:off x="5943600" y="1517348"/>
            <a:ext cx="5242560" cy="487680"/>
          </a:xfrm>
          <a:prstGeom prst="rect">
            <a:avLst/>
          </a:prstGeom>
          <a:solidFill>
            <a:schemeClr val="bg1">
              <a:lumMod val="85000"/>
            </a:schemeClr>
          </a:solidFill>
          <a:ln/>
        </p:spPr>
        <p:txBody>
          <a:bodyPr/>
          <a:lstStyle/>
          <a:p>
            <a:pPr defTabSz="1219170"/>
            <a:endParaRPr lang="en-US" sz="2400">
              <a:solidFill>
                <a:prstClr val="black"/>
              </a:solidFill>
              <a:latin typeface="HP Forma DJR Office" pitchFamily="2" charset="0"/>
            </a:endParaRPr>
          </a:p>
        </p:txBody>
      </p:sp>
      <p:sp>
        <p:nvSpPr>
          <p:cNvPr id="35" name="Text 11">
            <a:extLst>
              <a:ext uri="{FF2B5EF4-FFF2-40B4-BE49-F238E27FC236}">
                <a16:creationId xmlns:a16="http://schemas.microsoft.com/office/drawing/2014/main" id="{008FECB4-12F7-57C4-A8EB-8D4D8BC44113}"/>
              </a:ext>
            </a:extLst>
          </p:cNvPr>
          <p:cNvSpPr/>
          <p:nvPr/>
        </p:nvSpPr>
        <p:spPr>
          <a:xfrm>
            <a:off x="6065520" y="1578308"/>
            <a:ext cx="4998720" cy="365760"/>
          </a:xfrm>
          <a:prstGeom prst="rect">
            <a:avLst/>
          </a:prstGeom>
          <a:noFill/>
          <a:ln/>
        </p:spPr>
        <p:txBody>
          <a:bodyPr wrap="square" rtlCol="0" anchor="ctr"/>
          <a:lstStyle/>
          <a:p>
            <a:pPr defTabSz="1219170"/>
            <a:r>
              <a:rPr lang="en-US" dirty="0">
                <a:latin typeface="+mj-lt"/>
                <a:ea typeface="Arial" pitchFamily="34" charset="-122"/>
                <a:cs typeface="Arial" pitchFamily="34" charset="-120"/>
              </a:rPr>
              <a:t>Quand le cloud reste la solution adaptée</a:t>
            </a:r>
            <a:endParaRPr lang="en-US" dirty="0">
              <a:latin typeface="+mj-lt"/>
            </a:endParaRPr>
          </a:p>
        </p:txBody>
      </p:sp>
      <p:sp>
        <p:nvSpPr>
          <p:cNvPr id="36" name="Text 12">
            <a:extLst>
              <a:ext uri="{FF2B5EF4-FFF2-40B4-BE49-F238E27FC236}">
                <a16:creationId xmlns:a16="http://schemas.microsoft.com/office/drawing/2014/main" id="{57378CCB-89D0-BE6D-EA6F-DF837C95F409}"/>
              </a:ext>
            </a:extLst>
          </p:cNvPr>
          <p:cNvSpPr/>
          <p:nvPr/>
        </p:nvSpPr>
        <p:spPr>
          <a:xfrm>
            <a:off x="6065520" y="2126948"/>
            <a:ext cx="4998720" cy="487680"/>
          </a:xfrm>
          <a:prstGeom prst="rect">
            <a:avLst/>
          </a:prstGeom>
          <a:noFill/>
          <a:ln/>
        </p:spPr>
        <p:txBody>
          <a:bodyPr wrap="square" rtlCol="0" anchor="ctr"/>
          <a:lstStyle/>
          <a:p>
            <a:pPr defTabSz="1219170"/>
            <a:r>
              <a:rPr lang="en-US" sz="1500">
                <a:solidFill>
                  <a:srgbClr val="333333"/>
                </a:solidFill>
                <a:latin typeface="HP Forma DJR Office" pitchFamily="2" charset="0"/>
                <a:ea typeface="Arial" pitchFamily="34" charset="-122"/>
                <a:cs typeface="Arial" pitchFamily="34" charset="-120"/>
              </a:rPr>
              <a:t>✓ Vous expérimentez et avez besoin d'une mise à l'échelle élastique</a:t>
            </a:r>
            <a:endParaRPr lang="en-US" sz="1500">
              <a:solidFill>
                <a:prstClr val="black"/>
              </a:solidFill>
              <a:latin typeface="HP Forma DJR Office" pitchFamily="2" charset="0"/>
            </a:endParaRPr>
          </a:p>
        </p:txBody>
      </p:sp>
      <p:sp>
        <p:nvSpPr>
          <p:cNvPr id="37" name="Text 13">
            <a:extLst>
              <a:ext uri="{FF2B5EF4-FFF2-40B4-BE49-F238E27FC236}">
                <a16:creationId xmlns:a16="http://schemas.microsoft.com/office/drawing/2014/main" id="{A117CB05-8176-459D-C3D3-84E9A57147F4}"/>
              </a:ext>
            </a:extLst>
          </p:cNvPr>
          <p:cNvSpPr/>
          <p:nvPr/>
        </p:nvSpPr>
        <p:spPr>
          <a:xfrm>
            <a:off x="6065520" y="2635247"/>
            <a:ext cx="4998720" cy="487680"/>
          </a:xfrm>
          <a:prstGeom prst="rect">
            <a:avLst/>
          </a:prstGeom>
          <a:noFill/>
          <a:ln/>
        </p:spPr>
        <p:txBody>
          <a:bodyPr wrap="square" rtlCol="0" anchor="ctr"/>
          <a:lstStyle/>
          <a:p>
            <a:pPr defTabSz="1219170"/>
            <a:r>
              <a:rPr lang="en-US" sz="1500">
                <a:solidFill>
                  <a:srgbClr val="333333"/>
                </a:solidFill>
                <a:latin typeface="HP Forma DJR Office" pitchFamily="2" charset="0"/>
                <a:ea typeface="Arial" pitchFamily="34" charset="-122"/>
                <a:cs typeface="Arial" pitchFamily="34" charset="-120"/>
              </a:rPr>
              <a:t>✓ Les charges de travail sont irrégulières et imprévisibles</a:t>
            </a:r>
            <a:endParaRPr lang="en-US" sz="1500">
              <a:solidFill>
                <a:prstClr val="black"/>
              </a:solidFill>
              <a:latin typeface="HP Forma DJR Office" pitchFamily="2" charset="0"/>
            </a:endParaRPr>
          </a:p>
        </p:txBody>
      </p:sp>
      <p:sp>
        <p:nvSpPr>
          <p:cNvPr id="38" name="Text 14">
            <a:extLst>
              <a:ext uri="{FF2B5EF4-FFF2-40B4-BE49-F238E27FC236}">
                <a16:creationId xmlns:a16="http://schemas.microsoft.com/office/drawing/2014/main" id="{F2DA3EF2-BBEE-075A-9EEF-9B1E8A87B254}"/>
              </a:ext>
            </a:extLst>
          </p:cNvPr>
          <p:cNvSpPr/>
          <p:nvPr/>
        </p:nvSpPr>
        <p:spPr>
          <a:xfrm>
            <a:off x="6065520" y="3143546"/>
            <a:ext cx="4998720" cy="487680"/>
          </a:xfrm>
          <a:prstGeom prst="rect">
            <a:avLst/>
          </a:prstGeom>
          <a:noFill/>
          <a:ln/>
        </p:spPr>
        <p:txBody>
          <a:bodyPr wrap="square" rtlCol="0" anchor="ctr"/>
          <a:lstStyle/>
          <a:p>
            <a:pPr defTabSz="1219170"/>
            <a:r>
              <a:rPr lang="en-US" sz="1500">
                <a:solidFill>
                  <a:srgbClr val="333333"/>
                </a:solidFill>
                <a:latin typeface="HP Forma DJR Office" pitchFamily="2" charset="0"/>
                <a:ea typeface="Arial" pitchFamily="34" charset="-122"/>
                <a:cs typeface="Arial" pitchFamily="34" charset="-120"/>
              </a:rPr>
              <a:t>✓ Aucune contrainte de conformité ne s'applique à l'emplacement du traitement des données</a:t>
            </a:r>
            <a:endParaRPr lang="en-US" sz="1500">
              <a:solidFill>
                <a:prstClr val="black"/>
              </a:solidFill>
              <a:latin typeface="HP Forma DJR Office" pitchFamily="2" charset="0"/>
            </a:endParaRPr>
          </a:p>
        </p:txBody>
      </p:sp>
      <p:sp>
        <p:nvSpPr>
          <p:cNvPr id="39" name="Text 15">
            <a:extLst>
              <a:ext uri="{FF2B5EF4-FFF2-40B4-BE49-F238E27FC236}">
                <a16:creationId xmlns:a16="http://schemas.microsoft.com/office/drawing/2014/main" id="{3B8C846C-25FD-8BC9-D58E-685A0FE84970}"/>
              </a:ext>
            </a:extLst>
          </p:cNvPr>
          <p:cNvSpPr/>
          <p:nvPr/>
        </p:nvSpPr>
        <p:spPr>
          <a:xfrm>
            <a:off x="6065520" y="3651845"/>
            <a:ext cx="4998720" cy="487680"/>
          </a:xfrm>
          <a:prstGeom prst="rect">
            <a:avLst/>
          </a:prstGeom>
          <a:noFill/>
          <a:ln/>
        </p:spPr>
        <p:txBody>
          <a:bodyPr wrap="square" rtlCol="0" anchor="ctr"/>
          <a:lstStyle/>
          <a:p>
            <a:pPr defTabSz="1219170"/>
            <a:r>
              <a:rPr lang="en-US" sz="1500">
                <a:solidFill>
                  <a:srgbClr val="333333"/>
                </a:solidFill>
                <a:latin typeface="HP Forma DJR Office" pitchFamily="2" charset="0"/>
                <a:ea typeface="Arial" pitchFamily="34" charset="-122"/>
                <a:cs typeface="Arial" pitchFamily="34" charset="-120"/>
              </a:rPr>
              <a:t>✓ Vous avez uniquement besoin d'accéder aux modèles de pointe via une API</a:t>
            </a:r>
            <a:endParaRPr lang="en-US" sz="1500">
              <a:solidFill>
                <a:prstClr val="black"/>
              </a:solidFill>
              <a:latin typeface="HP Forma DJR Office" pitchFamily="2" charset="0"/>
            </a:endParaRPr>
          </a:p>
        </p:txBody>
      </p:sp>
      <p:sp>
        <p:nvSpPr>
          <p:cNvPr id="40" name="Text 16">
            <a:extLst>
              <a:ext uri="{FF2B5EF4-FFF2-40B4-BE49-F238E27FC236}">
                <a16:creationId xmlns:a16="http://schemas.microsoft.com/office/drawing/2014/main" id="{26700B84-367C-CFE5-6933-41E5B7D4F17B}"/>
              </a:ext>
            </a:extLst>
          </p:cNvPr>
          <p:cNvSpPr/>
          <p:nvPr/>
        </p:nvSpPr>
        <p:spPr>
          <a:xfrm>
            <a:off x="6065520" y="4160144"/>
            <a:ext cx="4998720" cy="487680"/>
          </a:xfrm>
          <a:prstGeom prst="rect">
            <a:avLst/>
          </a:prstGeom>
          <a:noFill/>
          <a:ln/>
        </p:spPr>
        <p:txBody>
          <a:bodyPr wrap="square" rtlCol="0" anchor="ctr"/>
          <a:lstStyle/>
          <a:p>
            <a:pPr defTabSz="1219170"/>
            <a:r>
              <a:rPr lang="en-US" sz="1500">
                <a:solidFill>
                  <a:srgbClr val="333333"/>
                </a:solidFill>
                <a:latin typeface="HP Forma DJR Office" pitchFamily="2" charset="0"/>
                <a:ea typeface="Arial" pitchFamily="34" charset="-122"/>
                <a:cs typeface="Arial" pitchFamily="34" charset="-120"/>
              </a:rPr>
              <a:t>✓ Vous ne rencontrez pas encore de friction liée aux coûts ou aux temps d'attente</a:t>
            </a:r>
            <a:endParaRPr lang="en-US" sz="1500">
              <a:solidFill>
                <a:prstClr val="black"/>
              </a:solidFill>
              <a:latin typeface="HP Forma DJR Office" pitchFamily="2" charset="0"/>
            </a:endParaRPr>
          </a:p>
        </p:txBody>
      </p:sp>
      <p:sp>
        <p:nvSpPr>
          <p:cNvPr id="41" name="Text 18">
            <a:extLst>
              <a:ext uri="{FF2B5EF4-FFF2-40B4-BE49-F238E27FC236}">
                <a16:creationId xmlns:a16="http://schemas.microsoft.com/office/drawing/2014/main" id="{661D1740-7C57-7E33-F958-6943B82AD95D}"/>
              </a:ext>
            </a:extLst>
          </p:cNvPr>
          <p:cNvSpPr/>
          <p:nvPr/>
        </p:nvSpPr>
        <p:spPr>
          <a:xfrm>
            <a:off x="579120" y="4900773"/>
            <a:ext cx="10363200" cy="365760"/>
          </a:xfrm>
          <a:prstGeom prst="rect">
            <a:avLst/>
          </a:prstGeom>
          <a:noFill/>
          <a:ln/>
        </p:spPr>
        <p:txBody>
          <a:bodyPr wrap="square" rtlCol="0" anchor="ctr"/>
          <a:lstStyle/>
          <a:p>
            <a:pPr defTabSz="1219170"/>
            <a:r>
              <a:rPr lang="en-US" dirty="0">
                <a:solidFill>
                  <a:schemeClr val="bg1"/>
                </a:solidFill>
                <a:latin typeface="+mj-lt"/>
                <a:ea typeface="Arial" pitchFamily="34" charset="-122"/>
                <a:cs typeface="Arial" pitchFamily="34" charset="-120"/>
              </a:rPr>
              <a:t>La plupart des organisations utilisent les deux.</a:t>
            </a:r>
            <a:endParaRPr lang="en-US" dirty="0">
              <a:solidFill>
                <a:schemeClr val="bg1"/>
              </a:solidFill>
              <a:latin typeface="+mj-lt"/>
            </a:endParaRPr>
          </a:p>
        </p:txBody>
      </p:sp>
      <p:sp>
        <p:nvSpPr>
          <p:cNvPr id="42" name="Text 19">
            <a:extLst>
              <a:ext uri="{FF2B5EF4-FFF2-40B4-BE49-F238E27FC236}">
                <a16:creationId xmlns:a16="http://schemas.microsoft.com/office/drawing/2014/main" id="{8FE564D1-3102-E4E6-4DE1-BDB70E33C994}"/>
              </a:ext>
            </a:extLst>
          </p:cNvPr>
          <p:cNvSpPr/>
          <p:nvPr/>
        </p:nvSpPr>
        <p:spPr>
          <a:xfrm>
            <a:off x="579120" y="5266533"/>
            <a:ext cx="10363200" cy="487680"/>
          </a:xfrm>
          <a:prstGeom prst="rect">
            <a:avLst/>
          </a:prstGeom>
          <a:noFill/>
          <a:ln/>
        </p:spPr>
        <p:txBody>
          <a:bodyPr wrap="square" rtlCol="0" anchor="ctr"/>
          <a:lstStyle/>
          <a:p>
            <a:pPr defTabSz="1219170"/>
            <a:r>
              <a:rPr lang="en-US" sz="1467" dirty="0">
                <a:solidFill>
                  <a:schemeClr val="bg1"/>
                </a:solidFill>
                <a:latin typeface="HP Forma DJR Office" pitchFamily="2" charset="0"/>
                <a:ea typeface="Arial" pitchFamily="34" charset="-122"/>
                <a:cs typeface="Arial" pitchFamily="34" charset="-120"/>
              </a:rPr>
              <a:t>ZGX Fury prend en charge les charges de travail pour lesquelles le cloud n'est pas la bonne réponse : développement sensible aux aspects de conformité, inférence sensible aux coûts, et workflows où la gravité des données est déterminante.</a:t>
            </a:r>
            <a:endParaRPr lang="en-US" sz="1467" dirty="0">
              <a:solidFill>
                <a:schemeClr val="bg1"/>
              </a:solidFill>
              <a:latin typeface="HP Forma DJR Office" pitchFamily="2" charset="0"/>
            </a:endParaRPr>
          </a:p>
        </p:txBody>
      </p:sp>
    </p:spTree>
    <p:extLst>
      <p:ext uri="{BB962C8B-B14F-4D97-AF65-F5344CB8AC3E}">
        <p14:creationId xmlns:p14="http://schemas.microsoft.com/office/powerpoint/2010/main" val="2149011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7A247-08FA-6DB5-B509-27552C9F8F6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B82F180-491D-7EB1-777D-D951D07E527E}"/>
              </a:ext>
            </a:extLst>
          </p:cNvPr>
          <p:cNvSpPr>
            <a:spLocks noGrp="1"/>
          </p:cNvSpPr>
          <p:nvPr>
            <p:ph type="title"/>
          </p:nvPr>
        </p:nvSpPr>
        <p:spPr>
          <a:xfrm>
            <a:off x="457200" y="441471"/>
            <a:ext cx="11278800" cy="393300"/>
          </a:xfrm>
        </p:spPr>
        <p:txBody>
          <a:bodyPr/>
          <a:lstStyle/>
          <a:p>
            <a:r>
              <a:rPr lang="en-US" dirty="0"/>
              <a:t>ZGX Fury : cas d'usage par secteur</a:t>
            </a:r>
          </a:p>
        </p:txBody>
      </p:sp>
      <p:sp>
        <p:nvSpPr>
          <p:cNvPr id="6" name="Text Placeholder 5">
            <a:extLst>
              <a:ext uri="{FF2B5EF4-FFF2-40B4-BE49-F238E27FC236}">
                <a16:creationId xmlns:a16="http://schemas.microsoft.com/office/drawing/2014/main" id="{F3D1EC9A-28AF-1CF1-88BA-2E3A8E332E06}"/>
              </a:ext>
            </a:extLst>
          </p:cNvPr>
          <p:cNvSpPr>
            <a:spLocks noGrp="1"/>
          </p:cNvSpPr>
          <p:nvPr>
            <p:ph type="body" sz="quarter" idx="13"/>
          </p:nvPr>
        </p:nvSpPr>
        <p:spPr>
          <a:xfrm>
            <a:off x="457200" y="834770"/>
            <a:ext cx="11278800" cy="295967"/>
          </a:xfrm>
        </p:spPr>
        <p:txBody>
          <a:bodyPr/>
          <a:lstStyle/>
          <a:p>
            <a:r>
              <a:rPr lang="en-US" dirty="0"/>
              <a:t>Développement IA et inférence de production dans divers secteurs</a:t>
            </a:r>
          </a:p>
          <a:p>
            <a:endParaRPr lang="en-US" dirty="0"/>
          </a:p>
          <a:p>
            <a:endParaRPr lang="en-US" dirty="0"/>
          </a:p>
          <a:p>
            <a:endParaRPr lang="en-US" dirty="0"/>
          </a:p>
        </p:txBody>
      </p:sp>
      <p:sp>
        <p:nvSpPr>
          <p:cNvPr id="33" name="Footer Placeholder 5">
            <a:extLst>
              <a:ext uri="{FF2B5EF4-FFF2-40B4-BE49-F238E27FC236}">
                <a16:creationId xmlns:a16="http://schemas.microsoft.com/office/drawing/2014/main" id="{98DF7D53-39D9-6E73-0B7A-D73CF57DB241}"/>
              </a:ext>
            </a:extLst>
          </p:cNvPr>
          <p:cNvSpPr>
            <a:spLocks noGrp="1"/>
          </p:cNvSpPr>
          <p:nvPr>
            <p:ph type="ftr" sz="quarter" idx="18"/>
          </p:nvPr>
        </p:nvSpPr>
        <p:spPr>
          <a:xfrm>
            <a:off x="6396505" y="6316162"/>
            <a:ext cx="5339495" cy="107722"/>
          </a:xfrm>
        </p:spPr>
        <p:txBody>
          <a:bodyPr/>
          <a:lstStyle/>
          <a:p>
            <a:r>
              <a:rPr lang="en-US" dirty="0"/>
              <a:t>HP Restreint. Réservé à un usage interne HP.</a:t>
            </a:r>
          </a:p>
        </p:txBody>
      </p:sp>
      <p:grpSp>
        <p:nvGrpSpPr>
          <p:cNvPr id="125" name="Group 124">
            <a:extLst>
              <a:ext uri="{FF2B5EF4-FFF2-40B4-BE49-F238E27FC236}">
                <a16:creationId xmlns:a16="http://schemas.microsoft.com/office/drawing/2014/main" id="{3031204D-6EF4-9E93-D8E8-23BF5144A5EC}"/>
              </a:ext>
            </a:extLst>
          </p:cNvPr>
          <p:cNvGrpSpPr/>
          <p:nvPr/>
        </p:nvGrpSpPr>
        <p:grpSpPr>
          <a:xfrm>
            <a:off x="456000" y="1503263"/>
            <a:ext cx="2938451" cy="4278971"/>
            <a:chOff x="456000" y="1503263"/>
            <a:chExt cx="2938451" cy="4278971"/>
          </a:xfrm>
        </p:grpSpPr>
        <p:sp>
          <p:nvSpPr>
            <p:cNvPr id="2" name="Shape 2">
              <a:extLst>
                <a:ext uri="{FF2B5EF4-FFF2-40B4-BE49-F238E27FC236}">
                  <a16:creationId xmlns:a16="http://schemas.microsoft.com/office/drawing/2014/main" id="{BD0365D7-BA10-429F-A50D-9D09290CFD13}"/>
                </a:ext>
              </a:extLst>
            </p:cNvPr>
            <p:cNvSpPr/>
            <p:nvPr/>
          </p:nvSpPr>
          <p:spPr>
            <a:xfrm>
              <a:off x="456000" y="1503263"/>
              <a:ext cx="2749296" cy="4278971"/>
            </a:xfrm>
            <a:prstGeom prst="rect">
              <a:avLst/>
            </a:prstGeom>
            <a:solidFill>
              <a:srgbClr val="F5F5F5"/>
            </a:solidFill>
            <a:ln w="6350">
              <a:solidFill>
                <a:srgbClr val="E0E0E0"/>
              </a:solidFill>
              <a:prstDash val="solid"/>
            </a:ln>
          </p:spPr>
          <p:txBody>
            <a:bodyPr/>
            <a:lstStyle/>
            <a:p>
              <a:pPr defTabSz="1219170"/>
              <a:endParaRPr lang="en-US" sz="2400">
                <a:solidFill>
                  <a:prstClr val="black"/>
                </a:solidFill>
                <a:latin typeface="Calibri" panose="020F0502020204030204"/>
              </a:endParaRPr>
            </a:p>
          </p:txBody>
        </p:sp>
        <p:sp>
          <p:nvSpPr>
            <p:cNvPr id="3" name="Text 4">
              <a:extLst>
                <a:ext uri="{FF2B5EF4-FFF2-40B4-BE49-F238E27FC236}">
                  <a16:creationId xmlns:a16="http://schemas.microsoft.com/office/drawing/2014/main" id="{8E99952A-CFF8-F2F6-B9ED-C0D1FB8048E3}"/>
                </a:ext>
              </a:extLst>
            </p:cNvPr>
            <p:cNvSpPr/>
            <p:nvPr/>
          </p:nvSpPr>
          <p:spPr>
            <a:xfrm>
              <a:off x="645155" y="1610850"/>
              <a:ext cx="2621280" cy="365760"/>
            </a:xfrm>
            <a:prstGeom prst="rect">
              <a:avLst/>
            </a:prstGeom>
            <a:noFill/>
            <a:ln/>
          </p:spPr>
          <p:txBody>
            <a:bodyPr wrap="square" lIns="0" rtlCol="0" anchor="ctr"/>
            <a:lstStyle/>
            <a:p>
              <a:pPr defTabSz="1219170"/>
              <a:r>
                <a:rPr lang="en-US" dirty="0">
                  <a:latin typeface="+mj-lt"/>
                  <a:ea typeface="Arial" pitchFamily="34" charset="-122"/>
                  <a:cs typeface="Arial" pitchFamily="34" charset="-120"/>
                </a:rPr>
                <a:t>Santé</a:t>
              </a:r>
              <a:endParaRPr lang="en-US" dirty="0">
                <a:latin typeface="+mj-lt"/>
              </a:endParaRPr>
            </a:p>
          </p:txBody>
        </p:sp>
        <p:sp>
          <p:nvSpPr>
            <p:cNvPr id="4" name="Text 5">
              <a:extLst>
                <a:ext uri="{FF2B5EF4-FFF2-40B4-BE49-F238E27FC236}">
                  <a16:creationId xmlns:a16="http://schemas.microsoft.com/office/drawing/2014/main" id="{4A494F14-A705-248D-4647-5BD2D43A61F9}"/>
                </a:ext>
              </a:extLst>
            </p:cNvPr>
            <p:cNvSpPr/>
            <p:nvPr/>
          </p:nvSpPr>
          <p:spPr>
            <a:xfrm>
              <a:off x="645155" y="2051280"/>
              <a:ext cx="2621280" cy="243840"/>
            </a:xfrm>
            <a:prstGeom prst="rect">
              <a:avLst/>
            </a:prstGeom>
            <a:noFill/>
            <a:ln/>
          </p:spPr>
          <p:txBody>
            <a:bodyPr wrap="square" lIns="0" rtlCol="0" anchor="ctr"/>
            <a:lstStyle/>
            <a:p>
              <a:pPr defTabSz="1219170"/>
              <a:r>
                <a:rPr lang="en-US" sz="1400" dirty="0">
                  <a:latin typeface="+mj-lt"/>
                  <a:ea typeface="Arial" pitchFamily="34" charset="-122"/>
                  <a:cs typeface="Arial" pitchFamily="34" charset="-120"/>
                </a:rPr>
                <a:t>Entraînement de la conception générative sur des données de simulation</a:t>
              </a:r>
              <a:endParaRPr lang="en-US" sz="1400" dirty="0">
                <a:latin typeface="+mj-lt"/>
              </a:endParaRPr>
            </a:p>
          </p:txBody>
        </p:sp>
        <p:sp>
          <p:nvSpPr>
            <p:cNvPr id="7" name="Text 6">
              <a:extLst>
                <a:ext uri="{FF2B5EF4-FFF2-40B4-BE49-F238E27FC236}">
                  <a16:creationId xmlns:a16="http://schemas.microsoft.com/office/drawing/2014/main" id="{A9CDB402-6FFC-E64A-9CB6-8E8650F69988}"/>
                </a:ext>
              </a:extLst>
            </p:cNvPr>
            <p:cNvSpPr/>
            <p:nvPr/>
          </p:nvSpPr>
          <p:spPr>
            <a:xfrm>
              <a:off x="645155" y="2295120"/>
              <a:ext cx="2121657" cy="548640"/>
            </a:xfrm>
            <a:prstGeom prst="rect">
              <a:avLst/>
            </a:prstGeom>
            <a:noFill/>
            <a:ln/>
          </p:spPr>
          <p:txBody>
            <a:bodyPr wrap="square" lIns="0" rtlCol="0" anchor="t"/>
            <a:lstStyle/>
            <a:p>
              <a:pPr defTabSz="1219170"/>
              <a:r>
                <a:rPr lang="en-US" sz="1200" dirty="0">
                  <a:latin typeface="HP Forma DJR Office" pitchFamily="2" charset="77"/>
                  <a:ea typeface="Arial" pitchFamily="34" charset="-122"/>
                  <a:cs typeface="Arial" pitchFamily="34" charset="-120"/>
                </a:rPr>
                <a:t>Ajustement fin des modèles d'imagerie médicale sur des données patients</a:t>
              </a:r>
              <a:endParaRPr lang="en-US" sz="1200" dirty="0">
                <a:latin typeface="HP Forma DJR Office" pitchFamily="2" charset="77"/>
              </a:endParaRPr>
            </a:p>
          </p:txBody>
        </p:sp>
        <p:sp>
          <p:nvSpPr>
            <p:cNvPr id="8" name="Text 7">
              <a:extLst>
                <a:ext uri="{FF2B5EF4-FFF2-40B4-BE49-F238E27FC236}">
                  <a16:creationId xmlns:a16="http://schemas.microsoft.com/office/drawing/2014/main" id="{0200585B-530F-D0CE-85BB-805AD6882430}"/>
                </a:ext>
              </a:extLst>
            </p:cNvPr>
            <p:cNvSpPr/>
            <p:nvPr/>
          </p:nvSpPr>
          <p:spPr>
            <a:xfrm>
              <a:off x="645155" y="2780732"/>
              <a:ext cx="2621280" cy="731520"/>
            </a:xfrm>
            <a:prstGeom prst="rect">
              <a:avLst/>
            </a:prstGeom>
            <a:noFill/>
            <a:ln/>
          </p:spPr>
          <p:txBody>
            <a:bodyPr wrap="square" lIns="0" rtlCol="0" anchor="t"/>
            <a:lstStyle/>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Conforme HIPAA</a:t>
              </a:r>
              <a:endParaRPr lang="en-US" sz="1000" dirty="0">
                <a:latin typeface="HP Forma DJR Office" pitchFamily="2" charset="77"/>
              </a:endParaRP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
              </a:r>
              <a:endParaRPr lang="en-US" sz="1000" dirty="0">
                <a:latin typeface="HP Forma DJR Office" pitchFamily="2" charset="77"/>
              </a:endParaRP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
              </a:r>
              <a:endParaRPr lang="en-US" sz="1000" dirty="0">
                <a:latin typeface="HP Forma DJR Office" pitchFamily="2" charset="77"/>
              </a:endParaRPr>
            </a:p>
          </p:txBody>
        </p:sp>
        <p:sp>
          <p:nvSpPr>
            <p:cNvPr id="16" name="Shape 11">
              <a:extLst>
                <a:ext uri="{FF2B5EF4-FFF2-40B4-BE49-F238E27FC236}">
                  <a16:creationId xmlns:a16="http://schemas.microsoft.com/office/drawing/2014/main" id="{06FB99BA-6144-A5DB-31C1-C173CD158604}"/>
                </a:ext>
              </a:extLst>
            </p:cNvPr>
            <p:cNvSpPr/>
            <p:nvPr/>
          </p:nvSpPr>
          <p:spPr>
            <a:xfrm>
              <a:off x="456000" y="4913157"/>
              <a:ext cx="2749296" cy="869077"/>
            </a:xfrm>
            <a:prstGeom prst="rect">
              <a:avLst/>
            </a:prstGeom>
            <a:solidFill>
              <a:srgbClr val="024AD8"/>
            </a:solidFill>
            <a:ln/>
          </p:spPr>
          <p:txBody>
            <a:bodyPr/>
            <a:lstStyle/>
            <a:p>
              <a:pPr defTabSz="1219170"/>
              <a:endParaRPr lang="en-US" sz="2400">
                <a:solidFill>
                  <a:prstClr val="black"/>
                </a:solidFill>
                <a:latin typeface="HP Forma DJR Office" pitchFamily="2" charset="77"/>
              </a:endParaRPr>
            </a:p>
          </p:txBody>
        </p:sp>
        <p:sp>
          <p:nvSpPr>
            <p:cNvPr id="21" name="Text 12">
              <a:extLst>
                <a:ext uri="{FF2B5EF4-FFF2-40B4-BE49-F238E27FC236}">
                  <a16:creationId xmlns:a16="http://schemas.microsoft.com/office/drawing/2014/main" id="{382BA1F7-9C9B-7039-870D-0526B99D32B1}"/>
                </a:ext>
              </a:extLst>
            </p:cNvPr>
            <p:cNvSpPr/>
            <p:nvPr/>
          </p:nvSpPr>
          <p:spPr>
            <a:xfrm>
              <a:off x="645155" y="5055697"/>
              <a:ext cx="2749296" cy="182880"/>
            </a:xfrm>
            <a:prstGeom prst="rect">
              <a:avLst/>
            </a:prstGeom>
            <a:noFill/>
            <a:ln/>
          </p:spPr>
          <p:txBody>
            <a:bodyPr wrap="square" lIns="0" rtlCol="0" anchor="ctr"/>
            <a:lstStyle/>
            <a:p>
              <a:pPr defTabSz="1219170"/>
              <a:r>
                <a:rPr lang="en-US" sz="1400" dirty="0">
                  <a:solidFill>
                    <a:srgbClr val="FFFFFF"/>
                  </a:solidFill>
                  <a:latin typeface="+mj-lt"/>
                  <a:ea typeface="Arial" pitchFamily="34" charset="-122"/>
                  <a:cs typeface="Arial" pitchFamily="34" charset="-120"/>
                </a:rPr>
                <a:t>Sorties de simulation</a:t>
              </a:r>
              <a:endParaRPr lang="en-US" sz="1400" dirty="0">
                <a:solidFill>
                  <a:prstClr val="black"/>
                </a:solidFill>
                <a:latin typeface="+mj-lt"/>
              </a:endParaRPr>
            </a:p>
          </p:txBody>
        </p:sp>
        <p:sp>
          <p:nvSpPr>
            <p:cNvPr id="22" name="Text 13">
              <a:extLst>
                <a:ext uri="{FF2B5EF4-FFF2-40B4-BE49-F238E27FC236}">
                  <a16:creationId xmlns:a16="http://schemas.microsoft.com/office/drawing/2014/main" id="{7517F707-89D2-23A1-D463-22D8EC3C33A5}"/>
                </a:ext>
              </a:extLst>
            </p:cNvPr>
            <p:cNvSpPr/>
            <p:nvPr/>
          </p:nvSpPr>
          <p:spPr>
            <a:xfrm>
              <a:off x="645155" y="5238577"/>
              <a:ext cx="1767247" cy="365760"/>
            </a:xfrm>
            <a:prstGeom prst="rect">
              <a:avLst/>
            </a:prstGeom>
            <a:noFill/>
            <a:ln/>
          </p:spPr>
          <p:txBody>
            <a:bodyPr wrap="square" lIns="0" rtlCol="0" anchor="t"/>
            <a:lstStyle/>
            <a:p>
              <a:pPr defTabSz="1219170"/>
              <a:r>
                <a:rPr lang="en-US" sz="1200" dirty="0">
                  <a:solidFill>
                    <a:srgbClr val="FFFFFF"/>
                  </a:solidFill>
                  <a:latin typeface="HP Forma DJR Office" pitchFamily="2" charset="77"/>
                  <a:ea typeface="Arial" pitchFamily="34" charset="-122"/>
                  <a:cs typeface="Arial" pitchFamily="34" charset="-120"/>
                </a:rPr>
                <a:t>Itération sans boucles cloud</a:t>
              </a:r>
              <a:endParaRPr lang="en-US" sz="1200" dirty="0">
                <a:solidFill>
                  <a:prstClr val="black"/>
                </a:solidFill>
                <a:latin typeface="HP Forma DJR Office" pitchFamily="2" charset="77"/>
              </a:endParaRPr>
            </a:p>
          </p:txBody>
        </p:sp>
        <p:sp>
          <p:nvSpPr>
            <p:cNvPr id="69" name="Text 5">
              <a:extLst>
                <a:ext uri="{FF2B5EF4-FFF2-40B4-BE49-F238E27FC236}">
                  <a16:creationId xmlns:a16="http://schemas.microsoft.com/office/drawing/2014/main" id="{6CFBC0E5-D5A4-5705-B3E8-BDEFA9E2C22C}"/>
                </a:ext>
              </a:extLst>
            </p:cNvPr>
            <p:cNvSpPr/>
            <p:nvPr/>
          </p:nvSpPr>
          <p:spPr>
            <a:xfrm>
              <a:off x="645155" y="3543904"/>
              <a:ext cx="2621280" cy="243840"/>
            </a:xfrm>
            <a:prstGeom prst="rect">
              <a:avLst/>
            </a:prstGeom>
            <a:noFill/>
            <a:ln/>
          </p:spPr>
          <p:txBody>
            <a:bodyPr wrap="square" lIns="0" rtlCol="0" anchor="ctr"/>
            <a:lstStyle/>
            <a:p>
              <a:pPr defTabSz="1219170"/>
              <a:r>
                <a:rPr lang="en-US" sz="1400" dirty="0">
                  <a:latin typeface="+mj-lt"/>
                  <a:ea typeface="Arial" pitchFamily="34" charset="-122"/>
                  <a:cs typeface="Arial" pitchFamily="34" charset="-120"/>
                </a:rPr>
                <a:t>Protection de la PI, coûts prévisibles</a:t>
              </a:r>
              <a:endParaRPr lang="en-US" sz="1400" dirty="0">
                <a:latin typeface="+mj-lt"/>
              </a:endParaRPr>
            </a:p>
          </p:txBody>
        </p:sp>
        <p:sp>
          <p:nvSpPr>
            <p:cNvPr id="70" name="Text 6">
              <a:extLst>
                <a:ext uri="{FF2B5EF4-FFF2-40B4-BE49-F238E27FC236}">
                  <a16:creationId xmlns:a16="http://schemas.microsoft.com/office/drawing/2014/main" id="{6AD32777-EE23-E5FD-12A9-90DA096946FB}"/>
                </a:ext>
              </a:extLst>
            </p:cNvPr>
            <p:cNvSpPr/>
            <p:nvPr/>
          </p:nvSpPr>
          <p:spPr>
            <a:xfrm>
              <a:off x="645155" y="3787744"/>
              <a:ext cx="2121657" cy="548640"/>
            </a:xfrm>
            <a:prstGeom prst="rect">
              <a:avLst/>
            </a:prstGeom>
            <a:noFill/>
            <a:ln/>
          </p:spPr>
          <p:txBody>
            <a:bodyPr wrap="square" lIns="0" rtlCol="0" anchor="t"/>
            <a:lstStyle/>
            <a:p>
              <a:pPr defTabSz="1219170"/>
              <a:r>
                <a:rPr lang="en-US" sz="1200" dirty="0">
                  <a:latin typeface="HP Forma DJR Office" pitchFamily="2" charset="77"/>
                  <a:ea typeface="Arial" pitchFamily="34" charset="-122"/>
                  <a:cs typeface="Arial" pitchFamily="34" charset="-120"/>
                </a:rPr>
                <a:t>Conformité sur site, aucun déplacement de données</a:t>
              </a:r>
            </a:p>
            <a:p>
              <a:pPr defTabSz="1219170"/>
              <a:endParaRPr lang="en-US" sz="1200" dirty="0">
                <a:latin typeface="HP Forma DJR Office" pitchFamily="2" charset="77"/>
                <a:ea typeface="Arial" pitchFamily="34" charset="-122"/>
                <a:cs typeface="Arial" pitchFamily="34" charset="-120"/>
              </a:endParaRPr>
            </a:p>
          </p:txBody>
        </p:sp>
        <p:sp>
          <p:nvSpPr>
            <p:cNvPr id="71" name="Text 7">
              <a:extLst>
                <a:ext uri="{FF2B5EF4-FFF2-40B4-BE49-F238E27FC236}">
                  <a16:creationId xmlns:a16="http://schemas.microsoft.com/office/drawing/2014/main" id="{E21CF8CD-E02A-8B7B-EE1C-C1F801F068BD}"/>
                </a:ext>
              </a:extLst>
            </p:cNvPr>
            <p:cNvSpPr/>
            <p:nvPr/>
          </p:nvSpPr>
          <p:spPr>
            <a:xfrm>
              <a:off x="645155" y="4087785"/>
              <a:ext cx="2621280" cy="731520"/>
            </a:xfrm>
            <a:prstGeom prst="rect">
              <a:avLst/>
            </a:prstGeom>
            <a:noFill/>
            <a:ln/>
          </p:spPr>
          <p:txBody>
            <a:bodyPr wrap="square" lIns="0" rtlCol="0" anchor="t"/>
            <a:lstStyle/>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Inférence de production</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
              </a:r>
            </a:p>
            <a:p>
              <a:pPr marL="171450" indent="-171450" defTabSz="1219170">
                <a:buClr>
                  <a:schemeClr val="tx2"/>
                </a:buClr>
                <a:buFont typeface="Wingdings" pitchFamily="2" charset="2"/>
                <a:buChar char="§"/>
              </a:pPr>
              <a:endParaRPr lang="en-US" sz="1000" dirty="0">
                <a:latin typeface="HP Forma DJR Office" pitchFamily="2" charset="77"/>
                <a:ea typeface="Arial" pitchFamily="34" charset="-122"/>
                <a:cs typeface="Arial" pitchFamily="34" charset="-120"/>
              </a:endParaRPr>
            </a:p>
          </p:txBody>
        </p:sp>
      </p:grpSp>
      <p:grpSp>
        <p:nvGrpSpPr>
          <p:cNvPr id="126" name="Group 125">
            <a:extLst>
              <a:ext uri="{FF2B5EF4-FFF2-40B4-BE49-F238E27FC236}">
                <a16:creationId xmlns:a16="http://schemas.microsoft.com/office/drawing/2014/main" id="{82C6DB44-E302-F97E-42F2-6FB5399F5922}"/>
              </a:ext>
            </a:extLst>
          </p:cNvPr>
          <p:cNvGrpSpPr/>
          <p:nvPr/>
        </p:nvGrpSpPr>
        <p:grpSpPr>
          <a:xfrm>
            <a:off x="3329188" y="1503263"/>
            <a:ext cx="2938451" cy="4278971"/>
            <a:chOff x="3347117" y="1503263"/>
            <a:chExt cx="2938451" cy="4278971"/>
          </a:xfrm>
        </p:grpSpPr>
        <p:sp>
          <p:nvSpPr>
            <p:cNvPr id="72" name="Shape 2">
              <a:extLst>
                <a:ext uri="{FF2B5EF4-FFF2-40B4-BE49-F238E27FC236}">
                  <a16:creationId xmlns:a16="http://schemas.microsoft.com/office/drawing/2014/main" id="{D2F0A2C5-720A-B4A8-259B-7B2FF1824A24}"/>
                </a:ext>
              </a:extLst>
            </p:cNvPr>
            <p:cNvSpPr/>
            <p:nvPr/>
          </p:nvSpPr>
          <p:spPr>
            <a:xfrm>
              <a:off x="3347117" y="1503263"/>
              <a:ext cx="2749296" cy="4278971"/>
            </a:xfrm>
            <a:prstGeom prst="rect">
              <a:avLst/>
            </a:prstGeom>
            <a:solidFill>
              <a:srgbClr val="F5F5F5"/>
            </a:solidFill>
            <a:ln w="6350">
              <a:solidFill>
                <a:srgbClr val="E0E0E0"/>
              </a:solidFill>
              <a:prstDash val="solid"/>
            </a:ln>
          </p:spPr>
          <p:txBody>
            <a:bodyPr/>
            <a:lstStyle/>
            <a:p>
              <a:pPr defTabSz="1219170"/>
              <a:endParaRPr lang="en-US" sz="2400">
                <a:solidFill>
                  <a:prstClr val="black"/>
                </a:solidFill>
                <a:latin typeface="Calibri" panose="020F0502020204030204"/>
              </a:endParaRPr>
            </a:p>
          </p:txBody>
        </p:sp>
        <p:sp>
          <p:nvSpPr>
            <p:cNvPr id="73" name="Text 4">
              <a:extLst>
                <a:ext uri="{FF2B5EF4-FFF2-40B4-BE49-F238E27FC236}">
                  <a16:creationId xmlns:a16="http://schemas.microsoft.com/office/drawing/2014/main" id="{DB054C36-6F6A-114C-FF4A-25DF6B499A28}"/>
                </a:ext>
              </a:extLst>
            </p:cNvPr>
            <p:cNvSpPr/>
            <p:nvPr/>
          </p:nvSpPr>
          <p:spPr>
            <a:xfrm>
              <a:off x="3536272" y="1610850"/>
              <a:ext cx="2621280" cy="365760"/>
            </a:xfrm>
            <a:prstGeom prst="rect">
              <a:avLst/>
            </a:prstGeom>
            <a:noFill/>
            <a:ln/>
          </p:spPr>
          <p:txBody>
            <a:bodyPr wrap="square" lIns="0" rtlCol="0" anchor="ctr"/>
            <a:lstStyle/>
            <a:p>
              <a:pPr defTabSz="1219170"/>
              <a:r>
                <a:rPr lang="en-US" dirty="0">
                  <a:latin typeface="+mj-lt"/>
                  <a:ea typeface="Arial" pitchFamily="34" charset="-122"/>
                  <a:cs typeface="Arial" pitchFamily="34" charset="-120"/>
                </a:rPr>
                <a:t>Assistance IA radiologique en temps réel</a:t>
              </a:r>
              <a:endParaRPr lang="en-US" dirty="0">
                <a:latin typeface="+mj-lt"/>
              </a:endParaRPr>
            </a:p>
          </p:txBody>
        </p:sp>
        <p:sp>
          <p:nvSpPr>
            <p:cNvPr id="74" name="Text 5">
              <a:extLst>
                <a:ext uri="{FF2B5EF4-FFF2-40B4-BE49-F238E27FC236}">
                  <a16:creationId xmlns:a16="http://schemas.microsoft.com/office/drawing/2014/main" id="{E8728ED8-09FB-6E77-C78E-DF817E5AF188}"/>
                </a:ext>
              </a:extLst>
            </p:cNvPr>
            <p:cNvSpPr/>
            <p:nvPr/>
          </p:nvSpPr>
          <p:spPr>
            <a:xfrm>
              <a:off x="3536272" y="2051280"/>
              <a:ext cx="2621280" cy="243840"/>
            </a:xfrm>
            <a:prstGeom prst="rect">
              <a:avLst/>
            </a:prstGeom>
            <a:noFill/>
            <a:ln/>
          </p:spPr>
          <p:txBody>
            <a:bodyPr wrap="square" lIns="0" rtlCol="0" anchor="ctr"/>
            <a:lstStyle/>
            <a:p>
              <a:pPr defTabSz="1219170"/>
              <a:r>
                <a:rPr lang="en-US" sz="1400" dirty="0">
                  <a:latin typeface="+mj-lt"/>
                  <a:ea typeface="Arial" pitchFamily="34" charset="-122"/>
                  <a:cs typeface="Arial" pitchFamily="34" charset="-120"/>
                </a:rPr>
                <a:t>Entraînement de la conception générative sur des données de simulation</a:t>
              </a:r>
              <a:endParaRPr lang="en-US" sz="1400" dirty="0">
                <a:latin typeface="+mj-lt"/>
              </a:endParaRPr>
            </a:p>
          </p:txBody>
        </p:sp>
        <p:sp>
          <p:nvSpPr>
            <p:cNvPr id="75" name="Text 6">
              <a:extLst>
                <a:ext uri="{FF2B5EF4-FFF2-40B4-BE49-F238E27FC236}">
                  <a16:creationId xmlns:a16="http://schemas.microsoft.com/office/drawing/2014/main" id="{EE063CD0-8786-9945-588C-B567F7B9DF22}"/>
                </a:ext>
              </a:extLst>
            </p:cNvPr>
            <p:cNvSpPr/>
            <p:nvPr/>
          </p:nvSpPr>
          <p:spPr>
            <a:xfrm>
              <a:off x="3536272" y="2295120"/>
              <a:ext cx="2121657" cy="548640"/>
            </a:xfrm>
            <a:prstGeom prst="rect">
              <a:avLst/>
            </a:prstGeom>
            <a:noFill/>
            <a:ln/>
          </p:spPr>
          <p:txBody>
            <a:bodyPr wrap="square" lIns="0" rtlCol="0" anchor="t"/>
            <a:lstStyle/>
            <a:p>
              <a:pPr defTabSz="1219170"/>
              <a:r>
                <a:rPr lang="en-US" sz="1200" dirty="0">
                  <a:latin typeface="HP Forma DJR Office" pitchFamily="2" charset="77"/>
                  <a:ea typeface="Arial" pitchFamily="34" charset="-122"/>
                  <a:cs typeface="Arial" pitchFamily="34" charset="-120"/>
                </a:rPr>
                <a:t>Imagerie diagnostique locale</a:t>
              </a:r>
            </a:p>
            <a:p>
              <a:pPr defTabSz="1219170"/>
              <a:endParaRPr lang="en-US" sz="1200" dirty="0">
                <a:latin typeface="HP Forma DJR Office" pitchFamily="2" charset="77"/>
                <a:ea typeface="Arial" pitchFamily="34" charset="-122"/>
                <a:cs typeface="Arial" pitchFamily="34" charset="-120"/>
              </a:endParaRPr>
            </a:p>
          </p:txBody>
        </p:sp>
        <p:sp>
          <p:nvSpPr>
            <p:cNvPr id="76" name="Text 7">
              <a:extLst>
                <a:ext uri="{FF2B5EF4-FFF2-40B4-BE49-F238E27FC236}">
                  <a16:creationId xmlns:a16="http://schemas.microsoft.com/office/drawing/2014/main" id="{53ECB0CE-F863-0795-D3A2-95AD47BF1C12}"/>
                </a:ext>
              </a:extLst>
            </p:cNvPr>
            <p:cNvSpPr/>
            <p:nvPr/>
          </p:nvSpPr>
          <p:spPr>
            <a:xfrm>
              <a:off x="3536272" y="2780732"/>
              <a:ext cx="2621280" cy="731520"/>
            </a:xfrm>
            <a:prstGeom prst="rect">
              <a:avLst/>
            </a:prstGeom>
            <a:noFill/>
            <a:ln/>
          </p:spPr>
          <p:txBody>
            <a:bodyPr wrap="square" lIns="0" rtlCol="0" anchor="t"/>
            <a:lstStyle/>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Support multi-cliniciens</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
              </a:r>
            </a:p>
            <a:p>
              <a:pPr marL="171450" indent="-171450" defTabSz="1219170">
                <a:buClr>
                  <a:schemeClr val="tx2"/>
                </a:buClr>
                <a:buFont typeface="Wingdings" pitchFamily="2" charset="2"/>
                <a:buChar char="§"/>
              </a:pPr>
              <a:endParaRPr lang="en-US" sz="1000" dirty="0">
                <a:latin typeface="HP Forma DJR Office" pitchFamily="2" charset="77"/>
                <a:ea typeface="Arial" pitchFamily="34" charset="-122"/>
                <a:cs typeface="Arial" pitchFamily="34" charset="-120"/>
              </a:endParaRPr>
            </a:p>
          </p:txBody>
        </p:sp>
        <p:sp>
          <p:nvSpPr>
            <p:cNvPr id="77" name="Shape 11">
              <a:extLst>
                <a:ext uri="{FF2B5EF4-FFF2-40B4-BE49-F238E27FC236}">
                  <a16:creationId xmlns:a16="http://schemas.microsoft.com/office/drawing/2014/main" id="{841F9F46-D45F-93CA-6176-DD9FC22CD1B2}"/>
                </a:ext>
              </a:extLst>
            </p:cNvPr>
            <p:cNvSpPr/>
            <p:nvPr/>
          </p:nvSpPr>
          <p:spPr>
            <a:xfrm>
              <a:off x="3347117" y="4913157"/>
              <a:ext cx="2749296" cy="869077"/>
            </a:xfrm>
            <a:prstGeom prst="rect">
              <a:avLst/>
            </a:prstGeom>
            <a:solidFill>
              <a:srgbClr val="024AD8"/>
            </a:solidFill>
            <a:ln/>
          </p:spPr>
          <p:txBody>
            <a:bodyPr/>
            <a:lstStyle/>
            <a:p>
              <a:pPr defTabSz="1219170"/>
              <a:endParaRPr lang="en-US" sz="2400">
                <a:solidFill>
                  <a:prstClr val="black"/>
                </a:solidFill>
                <a:latin typeface="HP Forma DJR Office" pitchFamily="2" charset="77"/>
              </a:endParaRPr>
            </a:p>
          </p:txBody>
        </p:sp>
        <p:sp>
          <p:nvSpPr>
            <p:cNvPr id="78" name="Text 12">
              <a:extLst>
                <a:ext uri="{FF2B5EF4-FFF2-40B4-BE49-F238E27FC236}">
                  <a16:creationId xmlns:a16="http://schemas.microsoft.com/office/drawing/2014/main" id="{615E017E-4218-35E4-4CAD-C2C507FA7260}"/>
                </a:ext>
              </a:extLst>
            </p:cNvPr>
            <p:cNvSpPr/>
            <p:nvPr/>
          </p:nvSpPr>
          <p:spPr>
            <a:xfrm>
              <a:off x="3536272" y="5055697"/>
              <a:ext cx="2749296" cy="182880"/>
            </a:xfrm>
            <a:prstGeom prst="rect">
              <a:avLst/>
            </a:prstGeom>
            <a:noFill/>
            <a:ln/>
          </p:spPr>
          <p:txBody>
            <a:bodyPr wrap="square" lIns="0" rtlCol="0" anchor="ctr"/>
            <a:lstStyle/>
            <a:p>
              <a:pPr defTabSz="1219170"/>
              <a:r>
                <a:rPr lang="en-US" sz="1400" dirty="0">
                  <a:solidFill>
                    <a:srgbClr val="FFFFFF"/>
                  </a:solidFill>
                  <a:latin typeface="+mj-lt"/>
                  <a:ea typeface="Arial" pitchFamily="34" charset="-122"/>
                  <a:cs typeface="Arial" pitchFamily="34" charset="-120"/>
                </a:rPr>
                <a:t>Sorties de simulation</a:t>
              </a:r>
              <a:endParaRPr lang="en-US" sz="1400" dirty="0">
                <a:solidFill>
                  <a:prstClr val="black"/>
                </a:solidFill>
                <a:latin typeface="+mj-lt"/>
              </a:endParaRPr>
            </a:p>
          </p:txBody>
        </p:sp>
        <p:sp>
          <p:nvSpPr>
            <p:cNvPr id="79" name="Text 13">
              <a:extLst>
                <a:ext uri="{FF2B5EF4-FFF2-40B4-BE49-F238E27FC236}">
                  <a16:creationId xmlns:a16="http://schemas.microsoft.com/office/drawing/2014/main" id="{957B9AFF-DBFE-612E-AC19-D227FC58B250}"/>
                </a:ext>
              </a:extLst>
            </p:cNvPr>
            <p:cNvSpPr/>
            <p:nvPr/>
          </p:nvSpPr>
          <p:spPr>
            <a:xfrm>
              <a:off x="3536272" y="5238577"/>
              <a:ext cx="2749296" cy="365760"/>
            </a:xfrm>
            <a:prstGeom prst="rect">
              <a:avLst/>
            </a:prstGeom>
            <a:noFill/>
            <a:ln/>
          </p:spPr>
          <p:txBody>
            <a:bodyPr wrap="square" lIns="0" rtlCol="0" anchor="t"/>
            <a:lstStyle/>
            <a:p>
              <a:pPr defTabSz="1219170"/>
              <a:r>
                <a:rPr lang="en-US" sz="1200" dirty="0">
                  <a:solidFill>
                    <a:srgbClr val="FFFFFF"/>
                  </a:solidFill>
                  <a:latin typeface="HP Forma DJR Office" pitchFamily="2" charset="77"/>
                  <a:ea typeface="Arial" pitchFamily="34" charset="-122"/>
                  <a:cs typeface="Arial" pitchFamily="34" charset="-120"/>
                </a:rPr>
                <a:t>Développement IA</a:t>
              </a:r>
            </a:p>
            <a:p>
              <a:pPr defTabSz="1219170"/>
              <a:endParaRPr lang="en-US" sz="1200" dirty="0">
                <a:solidFill>
                  <a:srgbClr val="FFFFFF"/>
                </a:solidFill>
                <a:latin typeface="HP Forma DJR Office" pitchFamily="2" charset="77"/>
                <a:ea typeface="Arial" pitchFamily="34" charset="-122"/>
                <a:cs typeface="Arial" pitchFamily="34" charset="-120"/>
              </a:endParaRPr>
            </a:p>
          </p:txBody>
        </p:sp>
        <p:sp>
          <p:nvSpPr>
            <p:cNvPr id="80" name="Text 5">
              <a:extLst>
                <a:ext uri="{FF2B5EF4-FFF2-40B4-BE49-F238E27FC236}">
                  <a16:creationId xmlns:a16="http://schemas.microsoft.com/office/drawing/2014/main" id="{DB5AABCE-6208-49A0-13F5-14C5EA9CA8BC}"/>
                </a:ext>
              </a:extLst>
            </p:cNvPr>
            <p:cNvSpPr/>
            <p:nvPr/>
          </p:nvSpPr>
          <p:spPr>
            <a:xfrm>
              <a:off x="3536272" y="3543904"/>
              <a:ext cx="2621280" cy="243840"/>
            </a:xfrm>
            <a:prstGeom prst="rect">
              <a:avLst/>
            </a:prstGeom>
            <a:noFill/>
            <a:ln/>
          </p:spPr>
          <p:txBody>
            <a:bodyPr wrap="square" lIns="0" rtlCol="0" anchor="ctr"/>
            <a:lstStyle/>
            <a:p>
              <a:pPr defTabSz="1219170"/>
              <a:r>
                <a:rPr lang="en-US" sz="1400" dirty="0">
                  <a:latin typeface="+mj-lt"/>
                  <a:ea typeface="Arial" pitchFamily="34" charset="-122"/>
                  <a:cs typeface="Arial" pitchFamily="34" charset="-120"/>
                </a:rPr>
                <a:t>Protection de la PI, coûts prévisibles</a:t>
              </a:r>
              <a:endParaRPr lang="en-US" sz="1400" dirty="0">
                <a:latin typeface="+mj-lt"/>
              </a:endParaRPr>
            </a:p>
          </p:txBody>
        </p:sp>
        <p:sp>
          <p:nvSpPr>
            <p:cNvPr id="81" name="Text 6">
              <a:extLst>
                <a:ext uri="{FF2B5EF4-FFF2-40B4-BE49-F238E27FC236}">
                  <a16:creationId xmlns:a16="http://schemas.microsoft.com/office/drawing/2014/main" id="{8DF562A3-4772-35F2-30B2-344D2DD103E0}"/>
                </a:ext>
              </a:extLst>
            </p:cNvPr>
            <p:cNvSpPr/>
            <p:nvPr/>
          </p:nvSpPr>
          <p:spPr>
            <a:xfrm>
              <a:off x="3536272" y="3787744"/>
              <a:ext cx="2121657" cy="548640"/>
            </a:xfrm>
            <a:prstGeom prst="rect">
              <a:avLst/>
            </a:prstGeom>
            <a:noFill/>
            <a:ln/>
          </p:spPr>
          <p:txBody>
            <a:bodyPr wrap="square" lIns="0" rtlCol="0" anchor="t"/>
            <a:lstStyle/>
            <a:p>
              <a:pPr defTabSz="1219170"/>
              <a:r>
                <a:rPr lang="en-US" sz="1200" dirty="0">
                  <a:latin typeface="HP Forma DJR Office" pitchFamily="2" charset="77"/>
                  <a:ea typeface="Arial" pitchFamily="34" charset="-122"/>
                  <a:cs typeface="Arial" pitchFamily="34" charset="-120"/>
                </a:rPr>
                <a:t>Capacité air-gap</a:t>
              </a:r>
            </a:p>
            <a:p>
              <a:pPr defTabSz="1219170"/>
              <a:endParaRPr lang="en-US" sz="1200" dirty="0">
                <a:latin typeface="HP Forma DJR Office" pitchFamily="2" charset="77"/>
                <a:ea typeface="Arial" pitchFamily="34" charset="-122"/>
                <a:cs typeface="Arial" pitchFamily="34" charset="-120"/>
              </a:endParaRPr>
            </a:p>
            <a:p>
              <a:pPr defTabSz="1219170"/>
              <a:endParaRPr lang="en-US" sz="1200" dirty="0">
                <a:latin typeface="HP Forma DJR Office" pitchFamily="2" charset="77"/>
                <a:ea typeface="Arial" pitchFamily="34" charset="-122"/>
                <a:cs typeface="Arial" pitchFamily="34" charset="-120"/>
              </a:endParaRPr>
            </a:p>
          </p:txBody>
        </p:sp>
        <p:sp>
          <p:nvSpPr>
            <p:cNvPr id="82" name="Text 7">
              <a:extLst>
                <a:ext uri="{FF2B5EF4-FFF2-40B4-BE49-F238E27FC236}">
                  <a16:creationId xmlns:a16="http://schemas.microsoft.com/office/drawing/2014/main" id="{305D3C64-A9F9-0D07-950B-B4389A4BE80C}"/>
                </a:ext>
              </a:extLst>
            </p:cNvPr>
            <p:cNvSpPr/>
            <p:nvPr/>
          </p:nvSpPr>
          <p:spPr>
            <a:xfrm>
              <a:off x="3536272" y="4087785"/>
              <a:ext cx="2621280" cy="731520"/>
            </a:xfrm>
            <a:prstGeom prst="rect">
              <a:avLst/>
            </a:prstGeom>
            <a:noFill/>
            <a:ln/>
          </p:spPr>
          <p:txBody>
            <a:bodyPr wrap="square" lIns="0" rtlCol="0" anchor="t"/>
            <a:lstStyle/>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Exigences de sécurité strictes</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
              </a:r>
            </a:p>
            <a:p>
              <a:pPr marL="171450" indent="-171450" defTabSz="1219170">
                <a:buClr>
                  <a:schemeClr val="tx2"/>
                </a:buClr>
                <a:buFont typeface="Wingdings" pitchFamily="2" charset="2"/>
                <a:buChar char="§"/>
              </a:pPr>
              <a:endParaRPr lang="en-US" sz="1000" dirty="0">
                <a:latin typeface="HP Forma DJR Office" pitchFamily="2" charset="77"/>
                <a:ea typeface="Arial" pitchFamily="34" charset="-122"/>
                <a:cs typeface="Arial" pitchFamily="34" charset="-120"/>
              </a:endParaRPr>
            </a:p>
          </p:txBody>
        </p:sp>
      </p:grpSp>
      <p:grpSp>
        <p:nvGrpSpPr>
          <p:cNvPr id="127" name="Group 126">
            <a:extLst>
              <a:ext uri="{FF2B5EF4-FFF2-40B4-BE49-F238E27FC236}">
                <a16:creationId xmlns:a16="http://schemas.microsoft.com/office/drawing/2014/main" id="{E25D77DE-2B65-DBD1-9872-9E0E9DFB8337}"/>
              </a:ext>
            </a:extLst>
          </p:cNvPr>
          <p:cNvGrpSpPr/>
          <p:nvPr/>
        </p:nvGrpSpPr>
        <p:grpSpPr>
          <a:xfrm>
            <a:off x="6202376" y="1503263"/>
            <a:ext cx="2938451" cy="4278971"/>
            <a:chOff x="6238235" y="1503263"/>
            <a:chExt cx="2938451" cy="4278971"/>
          </a:xfrm>
        </p:grpSpPr>
        <p:sp>
          <p:nvSpPr>
            <p:cNvPr id="93" name="Shape 2">
              <a:extLst>
                <a:ext uri="{FF2B5EF4-FFF2-40B4-BE49-F238E27FC236}">
                  <a16:creationId xmlns:a16="http://schemas.microsoft.com/office/drawing/2014/main" id="{1AD68591-C854-CFF2-8C0D-CEECF055EBC9}"/>
                </a:ext>
              </a:extLst>
            </p:cNvPr>
            <p:cNvSpPr/>
            <p:nvPr/>
          </p:nvSpPr>
          <p:spPr>
            <a:xfrm>
              <a:off x="6238235" y="1503263"/>
              <a:ext cx="2749296" cy="4278971"/>
            </a:xfrm>
            <a:prstGeom prst="rect">
              <a:avLst/>
            </a:prstGeom>
            <a:solidFill>
              <a:srgbClr val="F5F5F5"/>
            </a:solidFill>
            <a:ln w="6350">
              <a:solidFill>
                <a:srgbClr val="E0E0E0"/>
              </a:solidFill>
              <a:prstDash val="solid"/>
            </a:ln>
          </p:spPr>
          <p:txBody>
            <a:bodyPr/>
            <a:lstStyle/>
            <a:p>
              <a:pPr defTabSz="1219170"/>
              <a:endParaRPr lang="en-US" sz="2400">
                <a:solidFill>
                  <a:prstClr val="black"/>
                </a:solidFill>
                <a:latin typeface="Calibri" panose="020F0502020204030204"/>
              </a:endParaRPr>
            </a:p>
          </p:txBody>
        </p:sp>
        <p:sp>
          <p:nvSpPr>
            <p:cNvPr id="94" name="Text 4">
              <a:extLst>
                <a:ext uri="{FF2B5EF4-FFF2-40B4-BE49-F238E27FC236}">
                  <a16:creationId xmlns:a16="http://schemas.microsoft.com/office/drawing/2014/main" id="{53497CBB-C12D-1DB9-2CB7-53B12BD4B453}"/>
                </a:ext>
              </a:extLst>
            </p:cNvPr>
            <p:cNvSpPr/>
            <p:nvPr/>
          </p:nvSpPr>
          <p:spPr>
            <a:xfrm>
              <a:off x="6427390" y="1610850"/>
              <a:ext cx="2621280" cy="365760"/>
            </a:xfrm>
            <a:prstGeom prst="rect">
              <a:avLst/>
            </a:prstGeom>
            <a:noFill/>
            <a:ln/>
          </p:spPr>
          <p:txBody>
            <a:bodyPr wrap="square" lIns="0" rtlCol="0" anchor="ctr"/>
            <a:lstStyle/>
            <a:p>
              <a:pPr defTabSz="1219170"/>
              <a:r>
                <a:rPr lang="en-US" dirty="0">
                  <a:latin typeface="+mj-lt"/>
                  <a:ea typeface="Arial" pitchFamily="34" charset="-122"/>
                  <a:cs typeface="Arial" pitchFamily="34" charset="-120"/>
                </a:rPr>
                <a:t>Conforme TAA</a:t>
              </a:r>
              <a:r>
                <a:rPr lang="en-US" dirty="0" err="1">
                  <a:latin typeface="+mj-lt"/>
                  <a:ea typeface="Arial" pitchFamily="34" charset="-122"/>
                  <a:cs typeface="Arial" pitchFamily="34" charset="-120"/>
                </a:rPr>
                <a:t/>
              </a:r>
              <a:endParaRPr lang="en-US" dirty="0">
                <a:latin typeface="+mj-lt"/>
              </a:endParaRPr>
            </a:p>
          </p:txBody>
        </p:sp>
        <p:sp>
          <p:nvSpPr>
            <p:cNvPr id="95" name="Text 5">
              <a:extLst>
                <a:ext uri="{FF2B5EF4-FFF2-40B4-BE49-F238E27FC236}">
                  <a16:creationId xmlns:a16="http://schemas.microsoft.com/office/drawing/2014/main" id="{EDB70622-68FC-FB3F-419D-A0EBD1504FFA}"/>
                </a:ext>
              </a:extLst>
            </p:cNvPr>
            <p:cNvSpPr/>
            <p:nvPr/>
          </p:nvSpPr>
          <p:spPr>
            <a:xfrm>
              <a:off x="6427390" y="2051280"/>
              <a:ext cx="2621280" cy="243840"/>
            </a:xfrm>
            <a:prstGeom prst="rect">
              <a:avLst/>
            </a:prstGeom>
            <a:noFill/>
            <a:ln/>
          </p:spPr>
          <p:txBody>
            <a:bodyPr wrap="square" lIns="0" rtlCol="0" anchor="ctr"/>
            <a:lstStyle/>
            <a:p>
              <a:pPr defTabSz="1219170"/>
              <a:r>
                <a:rPr lang="en-US" sz="1400" dirty="0">
                  <a:latin typeface="+mj-lt"/>
                  <a:ea typeface="Arial" pitchFamily="34" charset="-122"/>
                  <a:cs typeface="Arial" pitchFamily="34" charset="-120"/>
                </a:rPr>
                <a:t>Entraînement de la conception générative sur des données de simulation</a:t>
              </a:r>
              <a:endParaRPr lang="en-US" sz="1400" dirty="0">
                <a:latin typeface="+mj-lt"/>
              </a:endParaRPr>
            </a:p>
          </p:txBody>
        </p:sp>
        <p:sp>
          <p:nvSpPr>
            <p:cNvPr id="96" name="Text 6">
              <a:extLst>
                <a:ext uri="{FF2B5EF4-FFF2-40B4-BE49-F238E27FC236}">
                  <a16:creationId xmlns:a16="http://schemas.microsoft.com/office/drawing/2014/main" id="{CA957398-03B8-4EDC-18F9-67AA444A33E7}"/>
                </a:ext>
              </a:extLst>
            </p:cNvPr>
            <p:cNvSpPr/>
            <p:nvPr/>
          </p:nvSpPr>
          <p:spPr>
            <a:xfrm>
              <a:off x="6427390" y="2295120"/>
              <a:ext cx="2121657" cy="548640"/>
            </a:xfrm>
            <a:prstGeom prst="rect">
              <a:avLst/>
            </a:prstGeom>
            <a:noFill/>
            <a:ln/>
          </p:spPr>
          <p:txBody>
            <a:bodyPr wrap="square" lIns="0" rtlCol="0" anchor="t"/>
            <a:lstStyle/>
            <a:p>
              <a:pPr defTabSz="1219170"/>
              <a:r>
                <a:rPr lang="en-US" sz="1200" dirty="0">
                  <a:latin typeface="HP Forma DJR Office" pitchFamily="2" charset="77"/>
                  <a:ea typeface="Arial" pitchFamily="34" charset="-122"/>
                  <a:cs typeface="Arial" pitchFamily="34" charset="-120"/>
                </a:rPr>
                <a:t>Prêt pour l'air-gap, aucune égress</a:t>
              </a:r>
            </a:p>
            <a:p>
              <a:pPr defTabSz="1219170"/>
              <a:endParaRPr lang="en-US" sz="1200" dirty="0">
                <a:latin typeface="HP Forma DJR Office" pitchFamily="2" charset="77"/>
                <a:ea typeface="Arial" pitchFamily="34" charset="-122"/>
                <a:cs typeface="Arial" pitchFamily="34" charset="-120"/>
              </a:endParaRPr>
            </a:p>
          </p:txBody>
        </p:sp>
        <p:sp>
          <p:nvSpPr>
            <p:cNvPr id="97" name="Text 7">
              <a:extLst>
                <a:ext uri="{FF2B5EF4-FFF2-40B4-BE49-F238E27FC236}">
                  <a16:creationId xmlns:a16="http://schemas.microsoft.com/office/drawing/2014/main" id="{9BEBAEE5-7A44-2A6B-0C18-D864C67E40F9}"/>
                </a:ext>
              </a:extLst>
            </p:cNvPr>
            <p:cNvSpPr/>
            <p:nvPr/>
          </p:nvSpPr>
          <p:spPr>
            <a:xfrm>
              <a:off x="6427390" y="2780732"/>
              <a:ext cx="2621280" cy="731520"/>
            </a:xfrm>
            <a:prstGeom prst="rect">
              <a:avLst/>
            </a:prstGeom>
            <a:noFill/>
            <a:ln/>
          </p:spPr>
          <p:txBody>
            <a:bodyPr wrap="square" lIns="0" rtlCol="0" anchor="t"/>
            <a:lstStyle/>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Inférence de production</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
              </a:r>
            </a:p>
            <a:p>
              <a:pPr marL="171450" indent="-171450" defTabSz="1219170">
                <a:buClr>
                  <a:schemeClr val="tx2"/>
                </a:buClr>
                <a:buFont typeface="Wingdings" pitchFamily="2" charset="2"/>
                <a:buChar char="§"/>
              </a:pPr>
              <a:endParaRPr lang="en-US" sz="1000" dirty="0">
                <a:latin typeface="HP Forma DJR Office" pitchFamily="2" charset="77"/>
                <a:ea typeface="Arial" pitchFamily="34" charset="-122"/>
                <a:cs typeface="Arial" pitchFamily="34" charset="-120"/>
              </a:endParaRPr>
            </a:p>
          </p:txBody>
        </p:sp>
        <p:sp>
          <p:nvSpPr>
            <p:cNvPr id="98" name="Shape 11">
              <a:extLst>
                <a:ext uri="{FF2B5EF4-FFF2-40B4-BE49-F238E27FC236}">
                  <a16:creationId xmlns:a16="http://schemas.microsoft.com/office/drawing/2014/main" id="{4CBB0F64-7C4A-AB67-9150-368A7FD4FDA7}"/>
                </a:ext>
              </a:extLst>
            </p:cNvPr>
            <p:cNvSpPr/>
            <p:nvPr/>
          </p:nvSpPr>
          <p:spPr>
            <a:xfrm>
              <a:off x="6238235" y="4913157"/>
              <a:ext cx="2749296" cy="869077"/>
            </a:xfrm>
            <a:prstGeom prst="rect">
              <a:avLst/>
            </a:prstGeom>
            <a:solidFill>
              <a:srgbClr val="024AD8"/>
            </a:solidFill>
            <a:ln/>
          </p:spPr>
          <p:txBody>
            <a:bodyPr/>
            <a:lstStyle/>
            <a:p>
              <a:pPr defTabSz="1219170"/>
              <a:endParaRPr lang="en-US" sz="2400">
                <a:solidFill>
                  <a:prstClr val="black"/>
                </a:solidFill>
                <a:latin typeface="HP Forma DJR Office" pitchFamily="2" charset="77"/>
              </a:endParaRPr>
            </a:p>
          </p:txBody>
        </p:sp>
        <p:sp>
          <p:nvSpPr>
            <p:cNvPr id="99" name="Text 12">
              <a:extLst>
                <a:ext uri="{FF2B5EF4-FFF2-40B4-BE49-F238E27FC236}">
                  <a16:creationId xmlns:a16="http://schemas.microsoft.com/office/drawing/2014/main" id="{9D3B7265-0AEF-BE31-2C5B-320A868EA2C9}"/>
                </a:ext>
              </a:extLst>
            </p:cNvPr>
            <p:cNvSpPr/>
            <p:nvPr/>
          </p:nvSpPr>
          <p:spPr>
            <a:xfrm>
              <a:off x="6427390" y="5055697"/>
              <a:ext cx="2749296" cy="182880"/>
            </a:xfrm>
            <a:prstGeom prst="rect">
              <a:avLst/>
            </a:prstGeom>
            <a:noFill/>
            <a:ln/>
          </p:spPr>
          <p:txBody>
            <a:bodyPr wrap="square" lIns="0" rtlCol="0" anchor="ctr"/>
            <a:lstStyle/>
            <a:p>
              <a:pPr defTabSz="1219170"/>
              <a:r>
                <a:rPr lang="en-US" sz="1400" dirty="0">
                  <a:solidFill>
                    <a:srgbClr val="FFFFFF"/>
                  </a:solidFill>
                  <a:latin typeface="+mj-lt"/>
                  <a:ea typeface="Arial" pitchFamily="34" charset="-122"/>
                  <a:cs typeface="Arial" pitchFamily="34" charset="-120"/>
                </a:rPr>
                <a:t>Sorties de simulation</a:t>
              </a:r>
              <a:endParaRPr lang="en-US" sz="1400" dirty="0">
                <a:solidFill>
                  <a:prstClr val="black"/>
                </a:solidFill>
                <a:latin typeface="+mj-lt"/>
              </a:endParaRPr>
            </a:p>
          </p:txBody>
        </p:sp>
        <p:sp>
          <p:nvSpPr>
            <p:cNvPr id="100" name="Text 13">
              <a:extLst>
                <a:ext uri="{FF2B5EF4-FFF2-40B4-BE49-F238E27FC236}">
                  <a16:creationId xmlns:a16="http://schemas.microsoft.com/office/drawing/2014/main" id="{EFECA920-90D5-E295-05D8-A7D8D59FA4D8}"/>
                </a:ext>
              </a:extLst>
            </p:cNvPr>
            <p:cNvSpPr/>
            <p:nvPr/>
          </p:nvSpPr>
          <p:spPr>
            <a:xfrm>
              <a:off x="6427390" y="5238577"/>
              <a:ext cx="2749296" cy="365760"/>
            </a:xfrm>
            <a:prstGeom prst="rect">
              <a:avLst/>
            </a:prstGeom>
            <a:noFill/>
            <a:ln/>
          </p:spPr>
          <p:txBody>
            <a:bodyPr wrap="square" lIns="0" rtlCol="0" anchor="t"/>
            <a:lstStyle/>
            <a:p>
              <a:pPr defTabSz="1219170"/>
              <a:r>
                <a:rPr lang="en-US" sz="1200" dirty="0">
                  <a:solidFill>
                    <a:srgbClr val="FFFFFF"/>
                  </a:solidFill>
                  <a:latin typeface="HP Forma DJR Office" pitchFamily="2" charset="77"/>
                  <a:ea typeface="Arial" pitchFamily="34" charset="-122"/>
                  <a:cs typeface="Arial" pitchFamily="34" charset="-120"/>
                </a:rPr>
                <a:t>Inférence locale</a:t>
              </a:r>
            </a:p>
            <a:p>
              <a:pPr defTabSz="1219170"/>
              <a:endParaRPr lang="en-US" sz="1200" dirty="0">
                <a:solidFill>
                  <a:srgbClr val="FFFFFF"/>
                </a:solidFill>
                <a:latin typeface="HP Forma DJR Office" pitchFamily="2" charset="77"/>
                <a:ea typeface="Arial" pitchFamily="34" charset="-122"/>
                <a:cs typeface="Arial" pitchFamily="34" charset="-120"/>
              </a:endParaRPr>
            </a:p>
            <a:p>
              <a:pPr defTabSz="1219170"/>
              <a:endParaRPr lang="en-US" sz="1200" dirty="0">
                <a:solidFill>
                  <a:srgbClr val="FFFFFF"/>
                </a:solidFill>
                <a:latin typeface="HP Forma DJR Office" pitchFamily="2" charset="77"/>
                <a:ea typeface="Arial" pitchFamily="34" charset="-122"/>
                <a:cs typeface="Arial" pitchFamily="34" charset="-120"/>
              </a:endParaRPr>
            </a:p>
          </p:txBody>
        </p:sp>
        <p:sp>
          <p:nvSpPr>
            <p:cNvPr id="101" name="Text 5">
              <a:extLst>
                <a:ext uri="{FF2B5EF4-FFF2-40B4-BE49-F238E27FC236}">
                  <a16:creationId xmlns:a16="http://schemas.microsoft.com/office/drawing/2014/main" id="{0BD47650-70CE-F524-7C14-52EF6D9B55CD}"/>
                </a:ext>
              </a:extLst>
            </p:cNvPr>
            <p:cNvSpPr/>
            <p:nvPr/>
          </p:nvSpPr>
          <p:spPr>
            <a:xfrm>
              <a:off x="6427390" y="3543904"/>
              <a:ext cx="2621280" cy="243840"/>
            </a:xfrm>
            <a:prstGeom prst="rect">
              <a:avLst/>
            </a:prstGeom>
            <a:noFill/>
            <a:ln/>
          </p:spPr>
          <p:txBody>
            <a:bodyPr wrap="square" lIns="0" rtlCol="0" anchor="ctr"/>
            <a:lstStyle/>
            <a:p>
              <a:pPr defTabSz="1219170"/>
              <a:r>
                <a:rPr lang="en-US" sz="1400" dirty="0">
                  <a:latin typeface="+mj-lt"/>
                  <a:ea typeface="Arial" pitchFamily="34" charset="-122"/>
                  <a:cs typeface="Arial" pitchFamily="34" charset="-120"/>
                </a:rPr>
                <a:t>Protection de la PI, coûts prévisibles</a:t>
              </a:r>
              <a:endParaRPr lang="en-US" sz="1400" dirty="0">
                <a:latin typeface="+mj-lt"/>
              </a:endParaRPr>
            </a:p>
          </p:txBody>
        </p:sp>
        <p:sp>
          <p:nvSpPr>
            <p:cNvPr id="102" name="Text 6">
              <a:extLst>
                <a:ext uri="{FF2B5EF4-FFF2-40B4-BE49-F238E27FC236}">
                  <a16:creationId xmlns:a16="http://schemas.microsoft.com/office/drawing/2014/main" id="{0B4110DC-F636-79C1-B055-EB847E9A7F17}"/>
                </a:ext>
              </a:extLst>
            </p:cNvPr>
            <p:cNvSpPr/>
            <p:nvPr/>
          </p:nvSpPr>
          <p:spPr>
            <a:xfrm>
              <a:off x="6427390" y="3787744"/>
              <a:ext cx="2121657" cy="548640"/>
            </a:xfrm>
            <a:prstGeom prst="rect">
              <a:avLst/>
            </a:prstGeom>
            <a:noFill/>
            <a:ln/>
          </p:spPr>
          <p:txBody>
            <a:bodyPr wrap="square" lIns="0" rtlCol="0" anchor="t"/>
            <a:lstStyle/>
            <a:p>
              <a:pPr defTabSz="1219170"/>
              <a:r>
                <a:rPr lang="en-US" sz="1200" dirty="0">
                  <a:latin typeface="HP Forma DJR Office" pitchFamily="2" charset="77"/>
                  <a:ea typeface="Arial" pitchFamily="34" charset="-122"/>
                  <a:cs typeface="Arial" pitchFamily="34" charset="-120"/>
                </a:rPr>
                <a:t>Déployable en SCIF</a:t>
              </a:r>
            </a:p>
            <a:p>
              <a:pPr defTabSz="1219170"/>
              <a:endParaRPr lang="en-US" sz="1200" dirty="0">
                <a:latin typeface="HP Forma DJR Office" pitchFamily="2" charset="77"/>
                <a:ea typeface="Arial" pitchFamily="34" charset="-122"/>
                <a:cs typeface="Arial" pitchFamily="34" charset="-120"/>
              </a:endParaRPr>
            </a:p>
            <a:p>
              <a:pPr defTabSz="1219170"/>
              <a:endParaRPr lang="en-US" sz="1200" dirty="0">
                <a:latin typeface="HP Forma DJR Office" pitchFamily="2" charset="77"/>
                <a:ea typeface="Arial" pitchFamily="34" charset="-122"/>
                <a:cs typeface="Arial" pitchFamily="34" charset="-120"/>
              </a:endParaRPr>
            </a:p>
            <a:p>
              <a:pPr defTabSz="1219170"/>
              <a:endParaRPr lang="en-US" sz="1200" dirty="0">
                <a:latin typeface="HP Forma DJR Office" pitchFamily="2" charset="77"/>
                <a:ea typeface="Arial" pitchFamily="34" charset="-122"/>
                <a:cs typeface="Arial" pitchFamily="34" charset="-120"/>
              </a:endParaRPr>
            </a:p>
          </p:txBody>
        </p:sp>
        <p:sp>
          <p:nvSpPr>
            <p:cNvPr id="103" name="Text 7">
              <a:extLst>
                <a:ext uri="{FF2B5EF4-FFF2-40B4-BE49-F238E27FC236}">
                  <a16:creationId xmlns:a16="http://schemas.microsoft.com/office/drawing/2014/main" id="{5704CF0E-A444-A199-CE59-D67FE44D6ABD}"/>
                </a:ext>
              </a:extLst>
            </p:cNvPr>
            <p:cNvSpPr/>
            <p:nvPr/>
          </p:nvSpPr>
          <p:spPr>
            <a:xfrm>
              <a:off x="6427390" y="4087785"/>
              <a:ext cx="2621280" cy="731520"/>
            </a:xfrm>
            <a:prstGeom prst="rect">
              <a:avLst/>
            </a:prstGeom>
            <a:noFill/>
            <a:ln/>
          </p:spPr>
          <p:txBody>
            <a:bodyPr wrap="square" lIns="0" rtlCol="0" anchor="t"/>
            <a:lstStyle/>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Conception produit et fabrication</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
              </a:r>
            </a:p>
            <a:p>
              <a:pPr marL="171450" indent="-171450" defTabSz="1219170">
                <a:buClr>
                  <a:schemeClr val="tx2"/>
                </a:buClr>
                <a:buFont typeface="Wingdings" pitchFamily="2" charset="2"/>
                <a:buChar char="§"/>
              </a:pPr>
              <a:endParaRPr lang="en-US" sz="1000" dirty="0">
                <a:latin typeface="HP Forma DJR Office" pitchFamily="2" charset="77"/>
                <a:ea typeface="Arial" pitchFamily="34" charset="-122"/>
                <a:cs typeface="Arial" pitchFamily="34" charset="-120"/>
              </a:endParaRPr>
            </a:p>
          </p:txBody>
        </p:sp>
      </p:grpSp>
      <p:grpSp>
        <p:nvGrpSpPr>
          <p:cNvPr id="128" name="Group 127">
            <a:extLst>
              <a:ext uri="{FF2B5EF4-FFF2-40B4-BE49-F238E27FC236}">
                <a16:creationId xmlns:a16="http://schemas.microsoft.com/office/drawing/2014/main" id="{632A5624-65B7-8844-490A-8AF7F57E3365}"/>
              </a:ext>
            </a:extLst>
          </p:cNvPr>
          <p:cNvGrpSpPr/>
          <p:nvPr/>
        </p:nvGrpSpPr>
        <p:grpSpPr>
          <a:xfrm>
            <a:off x="9075564" y="1503263"/>
            <a:ext cx="2938451" cy="4278971"/>
            <a:chOff x="9075564" y="1503263"/>
            <a:chExt cx="2938451" cy="4278971"/>
          </a:xfrm>
        </p:grpSpPr>
        <p:sp>
          <p:nvSpPr>
            <p:cNvPr id="114" name="Shape 2">
              <a:extLst>
                <a:ext uri="{FF2B5EF4-FFF2-40B4-BE49-F238E27FC236}">
                  <a16:creationId xmlns:a16="http://schemas.microsoft.com/office/drawing/2014/main" id="{D7610483-F900-D13A-F4D8-2FB79294821D}"/>
                </a:ext>
              </a:extLst>
            </p:cNvPr>
            <p:cNvSpPr/>
            <p:nvPr/>
          </p:nvSpPr>
          <p:spPr>
            <a:xfrm>
              <a:off x="9075564" y="1503263"/>
              <a:ext cx="2749296" cy="4278971"/>
            </a:xfrm>
            <a:prstGeom prst="rect">
              <a:avLst/>
            </a:prstGeom>
            <a:solidFill>
              <a:srgbClr val="F5F5F5"/>
            </a:solidFill>
            <a:ln w="6350">
              <a:solidFill>
                <a:srgbClr val="E0E0E0"/>
              </a:solidFill>
              <a:prstDash val="solid"/>
            </a:ln>
          </p:spPr>
          <p:txBody>
            <a:bodyPr/>
            <a:lstStyle/>
            <a:p>
              <a:pPr defTabSz="1219170"/>
              <a:endParaRPr lang="en-US" sz="2400">
                <a:solidFill>
                  <a:prstClr val="black"/>
                </a:solidFill>
                <a:latin typeface="Calibri" panose="020F0502020204030204"/>
              </a:endParaRPr>
            </a:p>
          </p:txBody>
        </p:sp>
        <p:sp>
          <p:nvSpPr>
            <p:cNvPr id="115" name="Text 4">
              <a:extLst>
                <a:ext uri="{FF2B5EF4-FFF2-40B4-BE49-F238E27FC236}">
                  <a16:creationId xmlns:a16="http://schemas.microsoft.com/office/drawing/2014/main" id="{AC70EFF7-2005-9AA3-E9A4-1FF64E6AA976}"/>
                </a:ext>
              </a:extLst>
            </p:cNvPr>
            <p:cNvSpPr/>
            <p:nvPr/>
          </p:nvSpPr>
          <p:spPr>
            <a:xfrm>
              <a:off x="9264719" y="1610850"/>
              <a:ext cx="2621280" cy="365760"/>
            </a:xfrm>
            <a:prstGeom prst="rect">
              <a:avLst/>
            </a:prstGeom>
            <a:noFill/>
            <a:ln/>
          </p:spPr>
          <p:txBody>
            <a:bodyPr wrap="square" lIns="0" rtlCol="0" anchor="ctr"/>
            <a:lstStyle/>
            <a:p>
              <a:pPr defTabSz="1219170"/>
              <a:r>
                <a:rPr lang="en-US" dirty="0">
                  <a:latin typeface="+mj-lt"/>
                  <a:ea typeface="Arial" pitchFamily="34" charset="-122"/>
                  <a:cs typeface="Arial" pitchFamily="34" charset="-120"/>
                </a:rPr>
                <a:t>Développement IA</a:t>
              </a:r>
              <a:endParaRPr lang="en-US" dirty="0">
                <a:latin typeface="+mj-lt"/>
              </a:endParaRPr>
            </a:p>
          </p:txBody>
        </p:sp>
        <p:sp>
          <p:nvSpPr>
            <p:cNvPr id="116" name="Text 5">
              <a:extLst>
                <a:ext uri="{FF2B5EF4-FFF2-40B4-BE49-F238E27FC236}">
                  <a16:creationId xmlns:a16="http://schemas.microsoft.com/office/drawing/2014/main" id="{98375C30-FD69-BCB1-104F-10EC4C044F67}"/>
                </a:ext>
              </a:extLst>
            </p:cNvPr>
            <p:cNvSpPr/>
            <p:nvPr/>
          </p:nvSpPr>
          <p:spPr>
            <a:xfrm>
              <a:off x="9264719" y="2051280"/>
              <a:ext cx="2621280" cy="243840"/>
            </a:xfrm>
            <a:prstGeom prst="rect">
              <a:avLst/>
            </a:prstGeom>
            <a:noFill/>
            <a:ln/>
          </p:spPr>
          <p:txBody>
            <a:bodyPr wrap="square" lIns="0" rtlCol="0" anchor="ctr"/>
            <a:lstStyle/>
            <a:p>
              <a:pPr defTabSz="1219170"/>
              <a:r>
                <a:rPr lang="en-US" sz="1400" dirty="0">
                  <a:latin typeface="+mj-lt"/>
                  <a:ea typeface="Arial" pitchFamily="34" charset="-122"/>
                  <a:cs typeface="Arial" pitchFamily="34" charset="-120"/>
                </a:rPr>
                <a:t>Entraînement de la conception générative sur des données de simulation</a:t>
              </a:r>
              <a:endParaRPr lang="en-US" sz="1400" dirty="0">
                <a:latin typeface="+mj-lt"/>
              </a:endParaRPr>
            </a:p>
          </p:txBody>
        </p:sp>
        <p:sp>
          <p:nvSpPr>
            <p:cNvPr id="117" name="Text 6">
              <a:extLst>
                <a:ext uri="{FF2B5EF4-FFF2-40B4-BE49-F238E27FC236}">
                  <a16:creationId xmlns:a16="http://schemas.microsoft.com/office/drawing/2014/main" id="{0F8FDB11-5E59-8F4C-8EAF-5DB4D6C727EA}"/>
                </a:ext>
              </a:extLst>
            </p:cNvPr>
            <p:cNvSpPr/>
            <p:nvPr/>
          </p:nvSpPr>
          <p:spPr>
            <a:xfrm>
              <a:off x="9264719" y="2295120"/>
              <a:ext cx="2121657" cy="548640"/>
            </a:xfrm>
            <a:prstGeom prst="rect">
              <a:avLst/>
            </a:prstGeom>
            <a:noFill/>
            <a:ln/>
          </p:spPr>
          <p:txBody>
            <a:bodyPr wrap="square" lIns="0" rtlCol="0" anchor="t"/>
            <a:lstStyle/>
            <a:p>
              <a:pPr defTabSz="1219170"/>
              <a:r>
                <a:rPr lang="en-US" sz="1200" dirty="0">
                  <a:latin typeface="HP Forma DJR Office" pitchFamily="2" charset="77"/>
                  <a:ea typeface="Arial" pitchFamily="34" charset="-122"/>
                  <a:cs typeface="Arial" pitchFamily="34" charset="-120"/>
                </a:rPr>
                <a:t>Protection de la PI</a:t>
              </a:r>
            </a:p>
            <a:p>
              <a:pPr defTabSz="1219170"/>
              <a:endParaRPr lang="en-US" sz="1200" dirty="0">
                <a:latin typeface="HP Forma DJR Office" pitchFamily="2" charset="77"/>
                <a:ea typeface="Arial" pitchFamily="34" charset="-122"/>
                <a:cs typeface="Arial" pitchFamily="34" charset="-120"/>
              </a:endParaRPr>
            </a:p>
          </p:txBody>
        </p:sp>
        <p:sp>
          <p:nvSpPr>
            <p:cNvPr id="118" name="Text 7">
              <a:extLst>
                <a:ext uri="{FF2B5EF4-FFF2-40B4-BE49-F238E27FC236}">
                  <a16:creationId xmlns:a16="http://schemas.microsoft.com/office/drawing/2014/main" id="{2645065D-3624-0A28-031F-7F5DCCE9136D}"/>
                </a:ext>
              </a:extLst>
            </p:cNvPr>
            <p:cNvSpPr/>
            <p:nvPr/>
          </p:nvSpPr>
          <p:spPr>
            <a:xfrm>
              <a:off x="9264719" y="2780732"/>
              <a:ext cx="2621280" cy="731520"/>
            </a:xfrm>
            <a:prstGeom prst="rect">
              <a:avLst/>
            </a:prstGeom>
            <a:noFill/>
            <a:ln/>
          </p:spPr>
          <p:txBody>
            <a:bodyPr wrap="square" lIns="0" rtlCol="0" anchor="t"/>
            <a:lstStyle/>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Bibliothèques de conception internes</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
              </a:r>
            </a:p>
            <a:p>
              <a:pPr marL="171450" indent="-171450" defTabSz="1219170">
                <a:buClr>
                  <a:schemeClr val="tx2"/>
                </a:buClr>
                <a:buFont typeface="Wingdings" pitchFamily="2" charset="2"/>
                <a:buChar char="§"/>
              </a:pPr>
              <a:endParaRPr lang="en-US" sz="1000" dirty="0">
                <a:latin typeface="HP Forma DJR Office" pitchFamily="2" charset="77"/>
                <a:ea typeface="Arial" pitchFamily="34" charset="-122"/>
                <a:cs typeface="Arial" pitchFamily="34" charset="-120"/>
              </a:endParaRPr>
            </a:p>
          </p:txBody>
        </p:sp>
        <p:sp>
          <p:nvSpPr>
            <p:cNvPr id="119" name="Shape 11">
              <a:extLst>
                <a:ext uri="{FF2B5EF4-FFF2-40B4-BE49-F238E27FC236}">
                  <a16:creationId xmlns:a16="http://schemas.microsoft.com/office/drawing/2014/main" id="{8B113190-47D0-E08C-C85E-000B19C5F303}"/>
                </a:ext>
              </a:extLst>
            </p:cNvPr>
            <p:cNvSpPr/>
            <p:nvPr/>
          </p:nvSpPr>
          <p:spPr>
            <a:xfrm>
              <a:off x="9075564" y="4913157"/>
              <a:ext cx="2749296" cy="869077"/>
            </a:xfrm>
            <a:prstGeom prst="rect">
              <a:avLst/>
            </a:prstGeom>
            <a:solidFill>
              <a:srgbClr val="024AD8"/>
            </a:solidFill>
            <a:ln/>
          </p:spPr>
          <p:txBody>
            <a:bodyPr/>
            <a:lstStyle/>
            <a:p>
              <a:pPr defTabSz="1219170"/>
              <a:endParaRPr lang="en-US" sz="2400">
                <a:solidFill>
                  <a:prstClr val="black"/>
                </a:solidFill>
                <a:latin typeface="HP Forma DJR Office" pitchFamily="2" charset="77"/>
              </a:endParaRPr>
            </a:p>
          </p:txBody>
        </p:sp>
        <p:sp>
          <p:nvSpPr>
            <p:cNvPr id="120" name="Text 12">
              <a:extLst>
                <a:ext uri="{FF2B5EF4-FFF2-40B4-BE49-F238E27FC236}">
                  <a16:creationId xmlns:a16="http://schemas.microsoft.com/office/drawing/2014/main" id="{5DB3B3EF-BB15-1B97-60E4-E5F616A9FFBD}"/>
                </a:ext>
              </a:extLst>
            </p:cNvPr>
            <p:cNvSpPr/>
            <p:nvPr/>
          </p:nvSpPr>
          <p:spPr>
            <a:xfrm>
              <a:off x="9264719" y="5055697"/>
              <a:ext cx="2749296" cy="182880"/>
            </a:xfrm>
            <a:prstGeom prst="rect">
              <a:avLst/>
            </a:prstGeom>
            <a:noFill/>
            <a:ln/>
          </p:spPr>
          <p:txBody>
            <a:bodyPr wrap="square" lIns="0" rtlCol="0" anchor="ctr"/>
            <a:lstStyle/>
            <a:p>
              <a:pPr defTabSz="1219170"/>
              <a:r>
                <a:rPr lang="en-US" sz="1400" dirty="0">
                  <a:solidFill>
                    <a:srgbClr val="FFFFFF"/>
                  </a:solidFill>
                  <a:latin typeface="+mj-lt"/>
                  <a:ea typeface="Arial" pitchFamily="34" charset="-122"/>
                  <a:cs typeface="Arial" pitchFamily="34" charset="-120"/>
                </a:rPr>
                <a:t>Sorties de simulation</a:t>
              </a:r>
              <a:endParaRPr lang="en-US" sz="1400" dirty="0">
                <a:solidFill>
                  <a:prstClr val="black"/>
                </a:solidFill>
                <a:latin typeface="+mj-lt"/>
              </a:endParaRPr>
            </a:p>
          </p:txBody>
        </p:sp>
        <p:sp>
          <p:nvSpPr>
            <p:cNvPr id="121" name="Text 13">
              <a:extLst>
                <a:ext uri="{FF2B5EF4-FFF2-40B4-BE49-F238E27FC236}">
                  <a16:creationId xmlns:a16="http://schemas.microsoft.com/office/drawing/2014/main" id="{9B409F89-B107-F895-F771-B1657A118981}"/>
                </a:ext>
              </a:extLst>
            </p:cNvPr>
            <p:cNvSpPr/>
            <p:nvPr/>
          </p:nvSpPr>
          <p:spPr>
            <a:xfrm>
              <a:off x="9264719" y="5238577"/>
              <a:ext cx="2749296" cy="365760"/>
            </a:xfrm>
            <a:prstGeom prst="rect">
              <a:avLst/>
            </a:prstGeom>
            <a:noFill/>
            <a:ln/>
          </p:spPr>
          <p:txBody>
            <a:bodyPr wrap="square" lIns="0" rtlCol="0" anchor="t"/>
            <a:lstStyle/>
            <a:p>
              <a:pPr defTabSz="1219170"/>
              <a:r>
                <a:rPr lang="en-US" sz="1200" dirty="0">
                  <a:solidFill>
                    <a:srgbClr val="FFFFFF"/>
                  </a:solidFill>
                  <a:latin typeface="HP Forma DJR Office" pitchFamily="2" charset="77"/>
                  <a:ea typeface="Arial" pitchFamily="34" charset="-122"/>
                  <a:cs typeface="Arial" pitchFamily="34" charset="-120"/>
                </a:rPr>
                <a:t>Pourquoi ZGX Fury ?</a:t>
              </a:r>
              <a:r>
                <a:rPr lang="en-US" sz="1200">
                  <a:solidFill>
                    <a:srgbClr val="FFFFFF"/>
                  </a:solidFill>
                  <a:latin typeface="HP Forma DJR Office" pitchFamily="2" charset="77"/>
                  <a:ea typeface="Arial" pitchFamily="34" charset="-122"/>
                  <a:cs typeface="Arial" pitchFamily="34" charset="-120"/>
                </a:rPr>
                <a:t/>
              </a:r>
              <a:endParaRPr lang="en-US" sz="1200" dirty="0">
                <a:solidFill>
                  <a:srgbClr val="FFFFFF"/>
                </a:solidFill>
                <a:latin typeface="HP Forma DJR Office" pitchFamily="2" charset="77"/>
                <a:ea typeface="Arial" pitchFamily="34" charset="-122"/>
                <a:cs typeface="Arial" pitchFamily="34" charset="-120"/>
              </a:endParaRPr>
            </a:p>
            <a:p>
              <a:pPr defTabSz="1219170"/>
              <a:endParaRPr lang="en-US" sz="1200" dirty="0">
                <a:solidFill>
                  <a:srgbClr val="FFFFFF"/>
                </a:solidFill>
                <a:latin typeface="HP Forma DJR Office" pitchFamily="2" charset="77"/>
                <a:ea typeface="Arial" pitchFamily="34" charset="-122"/>
                <a:cs typeface="Arial" pitchFamily="34" charset="-120"/>
              </a:endParaRPr>
            </a:p>
            <a:p>
              <a:pPr defTabSz="1219170"/>
              <a:endParaRPr lang="en-US" sz="1200" dirty="0">
                <a:solidFill>
                  <a:srgbClr val="FFFFFF"/>
                </a:solidFill>
                <a:latin typeface="HP Forma DJR Office" pitchFamily="2" charset="77"/>
                <a:ea typeface="Arial" pitchFamily="34" charset="-122"/>
                <a:cs typeface="Arial" pitchFamily="34" charset="-120"/>
              </a:endParaRPr>
            </a:p>
            <a:p>
              <a:pPr defTabSz="1219170"/>
              <a:endParaRPr lang="en-US" sz="1200" dirty="0">
                <a:solidFill>
                  <a:srgbClr val="FFFFFF"/>
                </a:solidFill>
                <a:latin typeface="HP Forma DJR Office" pitchFamily="2" charset="77"/>
                <a:ea typeface="Arial" pitchFamily="34" charset="-122"/>
                <a:cs typeface="Arial" pitchFamily="34" charset="-120"/>
              </a:endParaRPr>
            </a:p>
          </p:txBody>
        </p:sp>
        <p:sp>
          <p:nvSpPr>
            <p:cNvPr id="122" name="Text 5">
              <a:extLst>
                <a:ext uri="{FF2B5EF4-FFF2-40B4-BE49-F238E27FC236}">
                  <a16:creationId xmlns:a16="http://schemas.microsoft.com/office/drawing/2014/main" id="{A6796435-3D16-3378-583C-893B105B4E00}"/>
                </a:ext>
              </a:extLst>
            </p:cNvPr>
            <p:cNvSpPr/>
            <p:nvPr/>
          </p:nvSpPr>
          <p:spPr>
            <a:xfrm>
              <a:off x="9264719" y="3543904"/>
              <a:ext cx="2621280" cy="243840"/>
            </a:xfrm>
            <a:prstGeom prst="rect">
              <a:avLst/>
            </a:prstGeom>
            <a:noFill/>
            <a:ln/>
          </p:spPr>
          <p:txBody>
            <a:bodyPr wrap="square" lIns="0" rtlCol="0" anchor="ctr"/>
            <a:lstStyle/>
            <a:p>
              <a:pPr defTabSz="1219170"/>
              <a:r>
                <a:rPr lang="en-US" sz="1400" dirty="0">
                  <a:latin typeface="+mj-lt"/>
                  <a:ea typeface="Arial" pitchFamily="34" charset="-122"/>
                  <a:cs typeface="Arial" pitchFamily="34" charset="-120"/>
                </a:rPr>
                <a:t>Protection de la PI, coûts prévisibles</a:t>
              </a:r>
              <a:endParaRPr lang="en-US" sz="1400" dirty="0">
                <a:latin typeface="+mj-lt"/>
              </a:endParaRPr>
            </a:p>
          </p:txBody>
        </p:sp>
        <p:sp>
          <p:nvSpPr>
            <p:cNvPr id="123" name="Text 6">
              <a:extLst>
                <a:ext uri="{FF2B5EF4-FFF2-40B4-BE49-F238E27FC236}">
                  <a16:creationId xmlns:a16="http://schemas.microsoft.com/office/drawing/2014/main" id="{E82238A5-6540-A983-6B8E-6A0CFEE8BFEA}"/>
                </a:ext>
              </a:extLst>
            </p:cNvPr>
            <p:cNvSpPr/>
            <p:nvPr/>
          </p:nvSpPr>
          <p:spPr>
            <a:xfrm>
              <a:off x="9264719" y="3787744"/>
              <a:ext cx="2121657" cy="548640"/>
            </a:xfrm>
            <a:prstGeom prst="rect">
              <a:avLst/>
            </a:prstGeom>
            <a:noFill/>
            <a:ln/>
          </p:spPr>
          <p:txBody>
            <a:bodyPr wrap="square" lIns="0" rtlCol="0" anchor="t"/>
            <a:lstStyle/>
            <a:p>
              <a:pPr defTabSz="1219170"/>
              <a:r>
                <a:rPr lang="en-US" sz="1200" dirty="0">
                  <a:solidFill>
                    <a:srgbClr val="1A1A1A"/>
                  </a:solidFill>
                  <a:latin typeface="Arial" pitchFamily="34" charset="0"/>
                  <a:ea typeface="Arial" pitchFamily="34" charset="-122"/>
                  <a:cs typeface="Arial" pitchFamily="34" charset="-120"/>
                </a:rPr>
                <a:t>Inférence de production</a:t>
              </a:r>
              <a:endParaRPr lang="en-US" sz="1200" dirty="0">
                <a:solidFill>
                  <a:prstClr val="black"/>
                </a:solidFill>
                <a:latin typeface="Calibri" panose="020F0502020204030204"/>
              </a:endParaRPr>
            </a:p>
            <a:p>
              <a:pPr defTabSz="1219170"/>
              <a:endParaRPr lang="en-US" sz="1200" dirty="0">
                <a:latin typeface="HP Forma DJR Office" pitchFamily="2" charset="77"/>
                <a:ea typeface="Arial" pitchFamily="34" charset="-122"/>
                <a:cs typeface="Arial" pitchFamily="34" charset="-120"/>
              </a:endParaRPr>
            </a:p>
            <a:p>
              <a:pPr defTabSz="1219170"/>
              <a:endParaRPr lang="en-US" sz="1200" dirty="0">
                <a:latin typeface="HP Forma DJR Office" pitchFamily="2" charset="77"/>
                <a:ea typeface="Arial" pitchFamily="34" charset="-122"/>
                <a:cs typeface="Arial" pitchFamily="34" charset="-120"/>
              </a:endParaRPr>
            </a:p>
            <a:p>
              <a:pPr defTabSz="1219170"/>
              <a:endParaRPr lang="en-US" sz="1200" dirty="0">
                <a:latin typeface="HP Forma DJR Office" pitchFamily="2" charset="77"/>
                <a:ea typeface="Arial" pitchFamily="34" charset="-122"/>
                <a:cs typeface="Arial" pitchFamily="34" charset="-120"/>
              </a:endParaRPr>
            </a:p>
          </p:txBody>
        </p:sp>
        <p:sp>
          <p:nvSpPr>
            <p:cNvPr id="124" name="Text 7">
              <a:extLst>
                <a:ext uri="{FF2B5EF4-FFF2-40B4-BE49-F238E27FC236}">
                  <a16:creationId xmlns:a16="http://schemas.microsoft.com/office/drawing/2014/main" id="{D6CB5A04-D52B-F0A6-B8EC-D569A24D1CD7}"/>
                </a:ext>
              </a:extLst>
            </p:cNvPr>
            <p:cNvSpPr/>
            <p:nvPr/>
          </p:nvSpPr>
          <p:spPr>
            <a:xfrm>
              <a:off x="9264719" y="4087785"/>
              <a:ext cx="2621280" cy="731520"/>
            </a:xfrm>
            <a:prstGeom prst="rect">
              <a:avLst/>
            </a:prstGeom>
            <a:noFill/>
            <a:ln/>
          </p:spPr>
          <p:txBody>
            <a:bodyPr wrap="square" lIns="0" rtlCol="0" anchor="t"/>
            <a:lstStyle/>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Optimisation de la conception en temps réel</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
              </a:r>
            </a:p>
            <a:p>
              <a:pPr marL="171450" indent="-171450" defTabSz="1219170">
                <a:buClr>
                  <a:schemeClr val="tx2"/>
                </a:buClr>
                <a:buFont typeface="Wingdings" pitchFamily="2" charset="2"/>
                <a:buChar char="§"/>
              </a:pPr>
              <a:endParaRPr lang="en-US" sz="1000" dirty="0">
                <a:latin typeface="HP Forma DJR Office" pitchFamily="2" charset="77"/>
                <a:ea typeface="Arial" pitchFamily="34" charset="-122"/>
                <a:cs typeface="Arial" pitchFamily="34" charset="-120"/>
              </a:endParaRPr>
            </a:p>
          </p:txBody>
        </p:sp>
      </p:grpSp>
    </p:spTree>
    <p:extLst>
      <p:ext uri="{BB962C8B-B14F-4D97-AF65-F5344CB8AC3E}">
        <p14:creationId xmlns:p14="http://schemas.microsoft.com/office/powerpoint/2010/main" val="2844131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P 2025 v2">
  <a:themeElements>
    <a:clrScheme name="HP 2025 v2">
      <a:dk1>
        <a:srgbClr val="000000"/>
      </a:dk1>
      <a:lt1>
        <a:srgbClr val="FFFFFF"/>
      </a:lt1>
      <a:dk2>
        <a:srgbClr val="024AD8"/>
      </a:dk2>
      <a:lt2>
        <a:srgbClr val="F0F0F0"/>
      </a:lt2>
      <a:accent1>
        <a:srgbClr val="4C7683"/>
      </a:accent1>
      <a:accent2>
        <a:srgbClr val="568392"/>
      </a:accent2>
      <a:accent3>
        <a:srgbClr val="779CA8"/>
      </a:accent3>
      <a:accent4>
        <a:srgbClr val="E54747"/>
      </a:accent4>
      <a:accent5>
        <a:srgbClr val="FF504F"/>
      </a:accent5>
      <a:accent6>
        <a:srgbClr val="FF7272"/>
      </a:accent6>
      <a:hlink>
        <a:srgbClr val="000000"/>
      </a:hlink>
      <a:folHlink>
        <a:srgbClr val="000000"/>
      </a:folHlink>
    </a:clrScheme>
    <a:fontScheme name="HP Forma DJR Office 2025">
      <a:majorFont>
        <a:latin typeface="HP Forma DJR Office Medium"/>
        <a:ea typeface="HP Forma DJR Office Medium"/>
        <a:cs typeface="HP Forma DJR Office Medium"/>
        <a:font script="Latn" typeface="HP Forma DJR Office Medium"/>
        <a:font script="Cyrl" typeface="HP Forma DJR Cyrl Office Medium"/>
        <a:font script="Deva" typeface="HP Forma DJR Deva Office Medium"/>
        <a:font script="Arab" typeface="HP Forma DJR Arab Office Medium"/>
        <a:font script="Hebr" typeface="HP Forma DJR Hebr Office Medium"/>
        <a:font script="Thai" typeface="HP Forma DJR Thai Office Medium"/>
        <a:font script="Grek" typeface="HP Forma DJR Grek Office Medium"/>
      </a:majorFont>
      <a:minorFont>
        <a:latin typeface="HP Forma DJR Office"/>
        <a:ea typeface="HP Forma DJR Office"/>
        <a:cs typeface="HP Forma DJR Office"/>
        <a:font script="Latn" typeface="HP Forma DJR Office"/>
        <a:font script="Cyrl" typeface="HP Forma DJR Cyrl Office"/>
        <a:font script="Deva" typeface="HP Forma DJR Deva Office"/>
        <a:font script="Arab" typeface="HP Forma DJR Arab Office"/>
        <a:font script="Hebr" typeface="HP Forma DJR Hebr Office"/>
        <a:font script="Thai" typeface="HP Forma DJR Thai Office"/>
        <a:font script="Grek" typeface="HP Forma DJR Grek Offi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solidFill>
        <a:solidFill>
          <a:schemeClr val="phClr"/>
        </a:solidFill>
      </a:bgFillStyleLst>
    </a:fmtScheme>
  </a:themeElements>
  <a:objectDefaults>
    <a:spDef>
      <a:spPr>
        <a:solidFill>
          <a:schemeClr val="bg2"/>
        </a:solidFill>
        <a:ln>
          <a:noFill/>
        </a:ln>
      </a:spPr>
      <a:bodyPr rtlCol="0" anchor="ctr"/>
      <a:lstStyle>
        <a:defPPr algn="l">
          <a:defRPr/>
        </a:defPPr>
      </a:lstStyle>
      <a:style>
        <a:lnRef idx="2">
          <a:schemeClr val="accent1">
            <a:shade val="15000"/>
          </a:schemeClr>
        </a:lnRef>
        <a:fillRef idx="1">
          <a:schemeClr val="accent1"/>
        </a:fillRef>
        <a:effectRef idx="0">
          <a:schemeClr val="accent1"/>
        </a:effectRef>
        <a:fontRef idx="none">
          <a:schemeClr val="tx1"/>
        </a:fontRef>
      </a:style>
    </a:spDef>
    <a:lnDef>
      <a:spPr>
        <a:ln w="6350">
          <a:solidFill>
            <a:schemeClr val="bg2">
              <a:lumMod val="10000"/>
            </a:schemeClr>
          </a:solidFill>
        </a:ln>
      </a:spPr>
      <a:bodyPr/>
      <a:lstStyle/>
      <a:style>
        <a:lnRef idx="2">
          <a:schemeClr val="accent1"/>
        </a:lnRef>
        <a:fillRef idx="0">
          <a:schemeClr val="accent1"/>
        </a:fillRef>
        <a:effectRef idx="1">
          <a:schemeClr val="accent1"/>
        </a:effectRef>
        <a:fontRef idx="none">
          <a:schemeClr val="tx1"/>
        </a:fontRef>
      </a:style>
    </a:lnDef>
    <a:txDef>
      <a:spPr>
        <a:noFill/>
      </a:spPr>
      <a:bodyPr wrap="square" lIns="0" tIns="0" rIns="0" bIns="0" rtlCol="0">
        <a:spAutoFit/>
      </a:bodyPr>
      <a:lstStyle>
        <a:defPPr algn="l">
          <a:defRPr/>
        </a:defPPr>
      </a:lstStyle>
    </a:txDef>
  </a:objectDefaults>
  <a:extraClrSchemeLst/>
  <a:extLst>
    <a:ext uri="{05A4C25C-085E-4340-85A3-A5531E510DB2}">
      <thm15:themeFamily xmlns:thm15="http://schemas.microsoft.com/office/thememl/2012/main" name="Presentation1" id="{E4EBF56D-5FA8-4270-B397-79787659ABC4}" vid="{DDBA45F9-E647-417D-93CE-0FC39BE9AB4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1476</TotalTime>
  <Words>1513</Words>
  <Application>Microsoft Office PowerPoint</Application>
  <PresentationFormat>Widescreen</PresentationFormat>
  <Paragraphs>213</Paragraphs>
  <Slides>10</Slides>
  <Notes>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10</vt:i4>
      </vt:variant>
    </vt:vector>
  </HeadingPairs>
  <TitlesOfParts>
    <vt:vector size="18" baseType="lpstr">
      <vt:lpstr>Aptos</vt:lpstr>
      <vt:lpstr>Arial</vt:lpstr>
      <vt:lpstr>Calibri</vt:lpstr>
      <vt:lpstr>HP Forma DJR Office</vt:lpstr>
      <vt:lpstr>HP Forma DJR Office Medium</vt:lpstr>
      <vt:lpstr>Wingdings</vt:lpstr>
      <vt:lpstr>1_Office Theme</vt:lpstr>
      <vt:lpstr>HP 2025 v2</vt:lpstr>
      <vt:lpstr>HP ZGX Fury G1n </vt:lpstr>
      <vt:lpstr>AI spend is scaling. </vt:lpstr>
      <vt:lpstr>AI economics: the spending paradox</vt:lpstr>
      <vt:lpstr>Key features &amp; specifications of HP ZGX Fury</vt:lpstr>
      <vt:lpstr>What sets HP apart</vt:lpstr>
      <vt:lpstr>Developer-first AI environment</vt:lpstr>
      <vt:lpstr>Turn-key inferencing environment</vt:lpstr>
      <vt:lpstr>PowerPoint Presentation</vt:lpstr>
      <vt:lpstr>The right tool for the right workload</vt:lpstr>
      <vt:lpstr>ZGX Fury: use cases by vertical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Burkhalter, Curtis</dc:creator>
  <cp:lastModifiedBy>Burkhalter, Curtis</cp:lastModifiedBy>
  <cp:revision>11</cp:revision>
  <dcterms:created xsi:type="dcterms:W3CDTF">2026-04-27T21:22:52Z</dcterms:created>
  <dcterms:modified xsi:type="dcterms:W3CDTF">2026-05-13T15:30:48Z</dcterms:modified>
</cp:coreProperties>
</file>